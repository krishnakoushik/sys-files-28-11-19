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4"/>
    <p:sldMasterId id="2147483728" r:id="rId5"/>
    <p:sldMasterId id="2147483716" r:id="rId6"/>
    <p:sldMasterId id="2147483713" r:id="rId7"/>
  </p:sldMasterIdLst>
  <p:notesMasterIdLst>
    <p:notesMasterId r:id="rId37"/>
  </p:notesMasterIdLst>
  <p:handoutMasterIdLst>
    <p:handoutMasterId r:id="rId38"/>
  </p:handoutMasterIdLst>
  <p:sldIdLst>
    <p:sldId id="265" r:id="rId8"/>
    <p:sldId id="339" r:id="rId9"/>
    <p:sldId id="340" r:id="rId10"/>
    <p:sldId id="370" r:id="rId11"/>
    <p:sldId id="371" r:id="rId12"/>
    <p:sldId id="372" r:id="rId13"/>
    <p:sldId id="373" r:id="rId14"/>
    <p:sldId id="374" r:id="rId15"/>
    <p:sldId id="375" r:id="rId16"/>
    <p:sldId id="417" r:id="rId17"/>
    <p:sldId id="418" r:id="rId18"/>
    <p:sldId id="419" r:id="rId19"/>
    <p:sldId id="420" r:id="rId20"/>
    <p:sldId id="421" r:id="rId21"/>
    <p:sldId id="422" r:id="rId22"/>
    <p:sldId id="423" r:id="rId23"/>
    <p:sldId id="424" r:id="rId24"/>
    <p:sldId id="425" r:id="rId25"/>
    <p:sldId id="426" r:id="rId26"/>
    <p:sldId id="427" r:id="rId27"/>
    <p:sldId id="428" r:id="rId28"/>
    <p:sldId id="429" r:id="rId29"/>
    <p:sldId id="430" r:id="rId30"/>
    <p:sldId id="437" r:id="rId31"/>
    <p:sldId id="431" r:id="rId32"/>
    <p:sldId id="432" r:id="rId33"/>
    <p:sldId id="433" r:id="rId34"/>
    <p:sldId id="434" r:id="rId35"/>
    <p:sldId id="436" r:id="rId36"/>
  </p:sldIdLst>
  <p:sldSz cx="9144000" cy="5143500" type="screen16x9"/>
  <p:notesSz cx="6858000" cy="9144000"/>
  <p:defaultTextStyle>
    <a:defPPr>
      <a:defRPr lang="en-US"/>
    </a:defPPr>
    <a:lvl1pPr marL="0" algn="l" defTabSz="779252" rtl="0" eaLnBrk="1" latinLnBrk="0" hangingPunct="1">
      <a:defRPr sz="1500" kern="1200">
        <a:solidFill>
          <a:schemeClr val="tx1"/>
        </a:solidFill>
        <a:latin typeface="+mn-lt"/>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4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408"/>
    <a:srgbClr val="993300"/>
    <a:srgbClr val="BDBD00"/>
    <a:srgbClr val="FF9900"/>
    <a:srgbClr val="598E20"/>
    <a:srgbClr val="00234B"/>
    <a:srgbClr val="ED771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78" autoAdjust="0"/>
    <p:restoredTop sz="93855" autoAdjust="0"/>
  </p:normalViewPr>
  <p:slideViewPr>
    <p:cSldViewPr snapToGrid="0" showGuides="1">
      <p:cViewPr>
        <p:scale>
          <a:sx n="130" d="100"/>
          <a:sy n="130" d="100"/>
        </p:scale>
        <p:origin x="132" y="-1518"/>
      </p:cViewPr>
      <p:guideLst>
        <p:guide orient="horz" pos="162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9" d="100"/>
        <a:sy n="79" d="100"/>
      </p:scale>
      <p:origin x="0" y="0"/>
    </p:cViewPr>
  </p:sorterViewPr>
  <p:notesViewPr>
    <p:cSldViewPr snapToGrid="0">
      <p:cViewPr varScale="1">
        <p:scale>
          <a:sx n="67" d="100"/>
          <a:sy n="67" d="100"/>
        </p:scale>
        <p:origin x="-3168"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228672-4337-41E0-A109-2BF6C0A0EED5}" type="datetimeFigureOut">
              <a:rPr lang="en-US" smtClean="0"/>
              <a:pPr/>
              <a:t>11/19/2019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Page XX-#</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60475" y="685800"/>
            <a:ext cx="6096000" cy="3429000"/>
          </a:xfrm>
          <a:prstGeom prst="rect">
            <a:avLst/>
          </a:prstGeom>
          <a:noFill/>
          <a:ln w="12700">
            <a:solidFill>
              <a:prstClr val="black"/>
            </a:solidFill>
          </a:ln>
        </p:spPr>
        <p:txBody>
          <a:bodyPr vert="horz" lIns="91440" tIns="45720" rIns="91440" bIns="45720" rtlCol="0" anchor="ctr"/>
          <a:lstStyle/>
          <a:p>
            <a:r>
              <a:rPr lang="en-US" dirty="0"/>
              <a:t>text</a:t>
            </a:r>
          </a:p>
        </p:txBody>
      </p:sp>
      <p:sp>
        <p:nvSpPr>
          <p:cNvPr id="5" name="Notes Placeholder 4"/>
          <p:cNvSpPr>
            <a:spLocks noGrp="1"/>
          </p:cNvSpPr>
          <p:nvPr>
            <p:ph type="body" sz="quarter" idx="3"/>
          </p:nvPr>
        </p:nvSpPr>
        <p:spPr>
          <a:xfrm>
            <a:off x="2039550" y="4235826"/>
            <a:ext cx="4586881"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Line 8"/>
          <p:cNvSpPr>
            <a:spLocks noChangeShapeType="1"/>
          </p:cNvSpPr>
          <p:nvPr/>
        </p:nvSpPr>
        <p:spPr bwMode="auto">
          <a:xfrm>
            <a:off x="1905000" y="457200"/>
            <a:ext cx="0" cy="8001000"/>
          </a:xfrm>
          <a:prstGeom prst="line">
            <a:avLst/>
          </a:prstGeom>
          <a:noFill/>
          <a:ln w="9525">
            <a:solidFill>
              <a:schemeClr val="tx1"/>
            </a:solidFill>
            <a:round/>
            <a:headEnd/>
            <a:tailEnd/>
          </a:ln>
          <a:effectLst/>
        </p:spPr>
        <p:txBody>
          <a:bodyPr/>
          <a:lstStyle/>
          <a:p>
            <a:endParaRPr lang="en-US"/>
          </a:p>
        </p:txBody>
      </p:sp>
      <p:sp>
        <p:nvSpPr>
          <p:cNvPr id="11" name="Rectangle 14"/>
          <p:cNvSpPr>
            <a:spLocks noChangeArrowheads="1"/>
          </p:cNvSpPr>
          <p:nvPr/>
        </p:nvSpPr>
        <p:spPr bwMode="auto">
          <a:xfrm>
            <a:off x="241300" y="152400"/>
            <a:ext cx="6500813" cy="309563"/>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itchFamily="34" charset="0"/>
                <a:cs typeface="Arial" pitchFamily="34" charset="0"/>
              </a:rPr>
              <a:t>&lt;Course Name&gt;				&lt;Lesson Name&gt;		</a:t>
            </a:r>
            <a:endParaRPr lang="en-US" dirty="0">
              <a:latin typeface="Arial" pitchFamily="34" charset="0"/>
              <a:cs typeface="Arial" pitchFamily="34" charset="0"/>
            </a:endParaRPr>
          </a:p>
        </p:txBody>
      </p:sp>
      <p:sp>
        <p:nvSpPr>
          <p:cNvPr id="12" name="Rectangle 14"/>
          <p:cNvSpPr>
            <a:spLocks noChangeArrowheads="1"/>
          </p:cNvSpPr>
          <p:nvPr/>
        </p:nvSpPr>
        <p:spPr bwMode="auto">
          <a:xfrm>
            <a:off x="3962793" y="8591057"/>
            <a:ext cx="2762530" cy="448235"/>
          </a:xfrm>
          <a:prstGeom prst="rect">
            <a:avLst/>
          </a:prstGeom>
          <a:noFill/>
          <a:ln w="9525">
            <a:noFill/>
            <a:miter lim="800000"/>
            <a:headEnd/>
            <a:tailEnd/>
          </a:ln>
          <a:effectLst/>
        </p:spPr>
        <p:txBody>
          <a:bodyPr lIns="92446" tIns="46223" rIns="92446" bIns="46223"/>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a:latin typeface="Arial" pitchFamily="34" charset="0"/>
                <a:cs typeface="Arial" pitchFamily="34" charset="0"/>
              </a:rPr>
              <a:t>		 Page XX-</a:t>
            </a:r>
            <a:fld id="{BD9FB300-F9DC-4669-88F4-967ABA23CC04}" type="slidenum">
              <a:rPr lang="en-US" sz="1000" smtClean="0">
                <a:latin typeface="Arial" pitchFamily="34" charset="0"/>
                <a:cs typeface="Arial" pitchFamily="34" charset="0"/>
              </a:rPr>
              <a:pPr marL="0" marR="0" indent="0" algn="l" defTabSz="914400" rtl="0" eaLnBrk="1" fontAlgn="auto" latinLnBrk="0" hangingPunct="1">
                <a:lnSpc>
                  <a:spcPct val="100000"/>
                </a:lnSpc>
                <a:spcBef>
                  <a:spcPts val="0"/>
                </a:spcBef>
                <a:spcAft>
                  <a:spcPts val="0"/>
                </a:spcAft>
                <a:buClrTx/>
                <a:buSzTx/>
                <a:buFontTx/>
                <a:buNone/>
                <a:tabLst/>
                <a:defRPr/>
              </a:pPr>
              <a:t>‹#›</a:t>
            </a:fld>
            <a:r>
              <a:rPr lang="en-US" sz="1000" dirty="0">
                <a:latin typeface="Arial" pitchFamily="34" charset="0"/>
                <a:cs typeface="Arial" pitchFamily="34" charset="0"/>
              </a:rPr>
              <a:t> </a:t>
            </a:r>
          </a:p>
          <a:p>
            <a:r>
              <a:rPr lang="en-US" sz="1000" dirty="0">
                <a:latin typeface="Arial" pitchFamily="34" charset="0"/>
                <a:cs typeface="Arial" pitchFamily="34" charset="0"/>
              </a:rPr>
              <a:t>  </a:t>
            </a: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1pPr>
    <a:lvl2pPr marL="389626"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2pPr>
    <a:lvl3pPr marL="779252"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3pPr>
    <a:lvl4pPr marL="1168878"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4pPr>
    <a:lvl5pPr marL="1558503" algn="l" defTabSz="779252" rtl="0" eaLnBrk="1" latinLnBrk="0" hangingPunct="1">
      <a:buClr>
        <a:srgbClr val="BDBD00"/>
      </a:buClr>
      <a:buFont typeface="Wingdings" pitchFamily="2" charset="2"/>
      <a:buChar char="q"/>
      <a:defRPr sz="900" kern="1200">
        <a:solidFill>
          <a:schemeClr val="tx1"/>
        </a:solidFill>
        <a:latin typeface="Arial" pitchFamily="34" charset="0"/>
        <a:ea typeface="+mn-ea"/>
        <a:cs typeface="Arial" pitchFamily="34" charset="0"/>
      </a:defRPr>
    </a:lvl5pPr>
    <a:lvl6pPr marL="1948129" algn="l" defTabSz="779252" rtl="0" eaLnBrk="1" latinLnBrk="0" hangingPunct="1">
      <a:defRPr sz="1000" kern="1200">
        <a:solidFill>
          <a:schemeClr val="tx1"/>
        </a:solidFill>
        <a:latin typeface="+mn-lt"/>
        <a:ea typeface="+mn-ea"/>
        <a:cs typeface="+mn-cs"/>
      </a:defRPr>
    </a:lvl6pPr>
    <a:lvl7pPr marL="2337755" algn="l" defTabSz="779252" rtl="0" eaLnBrk="1" latinLnBrk="0" hangingPunct="1">
      <a:defRPr sz="1000" kern="1200">
        <a:solidFill>
          <a:schemeClr val="tx1"/>
        </a:solidFill>
        <a:latin typeface="+mn-lt"/>
        <a:ea typeface="+mn-ea"/>
        <a:cs typeface="+mn-cs"/>
      </a:defRPr>
    </a:lvl7pPr>
    <a:lvl8pPr marL="2727381" algn="l" defTabSz="779252" rtl="0" eaLnBrk="1" latinLnBrk="0" hangingPunct="1">
      <a:defRPr sz="1000" kern="1200">
        <a:solidFill>
          <a:schemeClr val="tx1"/>
        </a:solidFill>
        <a:latin typeface="+mn-lt"/>
        <a:ea typeface="+mn-ea"/>
        <a:cs typeface="+mn-cs"/>
      </a:defRPr>
    </a:lvl8pPr>
    <a:lvl9pPr marL="3117007" algn="l" defTabSz="77925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60475"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Rot="1" noChangeAspect="1" noChangeArrowheads="1" noTextEdit="1"/>
          </p:cNvSpPr>
          <p:nvPr>
            <p:ph type="sldImg"/>
          </p:nvPr>
        </p:nvSpPr>
        <p:spPr>
          <a:xfrm>
            <a:off x="1192213" y="839788"/>
            <a:ext cx="6226175" cy="3503612"/>
          </a:xfrm>
          <a:ln/>
        </p:spPr>
      </p:sp>
      <p:sp>
        <p:nvSpPr>
          <p:cNvPr id="35844" name="Rectangle 4"/>
          <p:cNvSpPr>
            <a:spLocks noGrp="1" noChangeArrowheads="1"/>
          </p:cNvSpPr>
          <p:nvPr>
            <p:ph type="body" idx="1"/>
          </p:nvPr>
        </p:nvSpPr>
        <p:spPr>
          <a:xfrm>
            <a:off x="1981200" y="4572000"/>
            <a:ext cx="4648200" cy="3963988"/>
          </a:xfrm>
          <a:noFill/>
          <a:ln/>
        </p:spPr>
        <p:txBody>
          <a:bodyPr/>
          <a:lstStyle/>
          <a:p>
            <a:pPr eaLnBrk="1" hangingPunct="1"/>
            <a:endParaRPr lang="en-US"/>
          </a:p>
        </p:txBody>
      </p:sp>
      <p:sp>
        <p:nvSpPr>
          <p:cNvPr id="35845" name="Text Box 5"/>
          <p:cNvSpPr txBox="1">
            <a:spLocks noChangeArrowheads="1"/>
          </p:cNvSpPr>
          <p:nvPr/>
        </p:nvSpPr>
        <p:spPr bwMode="auto">
          <a:xfrm>
            <a:off x="152400" y="1295400"/>
            <a:ext cx="1676400" cy="396875"/>
          </a:xfrm>
          <a:prstGeom prst="rect">
            <a:avLst/>
          </a:prstGeom>
          <a:noFill/>
          <a:ln w="9525">
            <a:noFill/>
            <a:miter lim="800000"/>
            <a:headEnd/>
            <a:tailEnd/>
          </a:ln>
        </p:spPr>
        <p:txBody>
          <a:bodyPr>
            <a:spAutoFit/>
          </a:bodyPr>
          <a:lstStyle/>
          <a:p>
            <a:r>
              <a:rPr lang="en-US" sz="1000" dirty="0">
                <a:latin typeface="Trebuchet MS" pitchFamily="34" charset="0"/>
              </a:rPr>
              <a:t>Explain the lesson coverage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Rot="1" noChangeAspect="1" noChangeArrowheads="1" noTextEdit="1"/>
          </p:cNvSpPr>
          <p:nvPr>
            <p:ph type="sldImg"/>
          </p:nvPr>
        </p:nvSpPr>
        <p:spPr>
          <a:xfrm>
            <a:off x="1212850" y="841375"/>
            <a:ext cx="6097588" cy="3430588"/>
          </a:xfrm>
          <a:ln/>
        </p:spPr>
      </p:sp>
      <p:sp>
        <p:nvSpPr>
          <p:cNvPr id="36868" name="Rectangle 3"/>
          <p:cNvSpPr>
            <a:spLocks noGrp="1" noChangeArrowheads="1"/>
          </p:cNvSpPr>
          <p:nvPr>
            <p:ph type="body" idx="1"/>
          </p:nvPr>
        </p:nvSpPr>
        <p:spPr>
          <a:xfrm>
            <a:off x="1977390" y="4343400"/>
            <a:ext cx="4663440" cy="4114800"/>
          </a:xfrm>
          <a:noFill/>
          <a:ln/>
        </p:spPr>
        <p:txBody>
          <a:bodyPr lIns="91202" tIns="45601" rIns="91202" bIns="45601"/>
          <a:lstStyle/>
          <a:p>
            <a:pPr eaLnBrk="1" hangingPunct="1"/>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9.xml"/><Relationship Id="rId7" Type="http://schemas.openxmlformats.org/officeDocument/2006/relationships/oleObject" Target="../embeddings/oleObject2.bin"/><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11.xml"/><Relationship Id="rId10" Type="http://schemas.openxmlformats.org/officeDocument/2006/relationships/image" Target="../media/image4.jpeg"/><Relationship Id="rId4" Type="http://schemas.openxmlformats.org/officeDocument/2006/relationships/tags" Target="../tags/tag10.xml"/><Relationship Id="rId9"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emf"/><Relationship Id="rId2" Type="http://schemas.openxmlformats.org/officeDocument/2006/relationships/tags" Target="../tags/tag1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4.vml"/><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7.xml"/><Relationship Id="rId7" Type="http://schemas.openxmlformats.org/officeDocument/2006/relationships/image" Target="../media/image1.emf"/><Relationship Id="rId2" Type="http://schemas.openxmlformats.org/officeDocument/2006/relationships/tags" Target="../tags/tag26.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slideMaster" Target="../slideMasters/slideMaster4.xml"/><Relationship Id="rId4" Type="http://schemas.openxmlformats.org/officeDocument/2006/relationships/tags" Target="../tags/tag28.xml"/><Relationship Id="rId9"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4365" name="think-cell Slide" r:id="rId7" imgW="360" imgH="360" progId="">
                  <p:embed/>
                </p:oleObj>
              </mc:Choice>
              <mc:Fallback>
                <p:oleObj name="think-cell Slide" r:id="rId7" imgW="360" imgH="36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Image 11" descr="GraphicTablet_shutterstock_73936774.jpg"/>
          <p:cNvPicPr>
            <a:picLocks noChangeAspect="1"/>
          </p:cNvPicPr>
          <p:nvPr userDrawn="1"/>
        </p:nvPicPr>
        <p:blipFill>
          <a:blip r:embed="rId9" cstate="print"/>
          <a:srcRect b="14021"/>
          <a:stretch>
            <a:fillRect/>
          </a:stretch>
        </p:blipFill>
        <p:spPr>
          <a:xfrm>
            <a:off x="1588" y="883526"/>
            <a:ext cx="9904413" cy="4259975"/>
          </a:xfrm>
          <a:prstGeom prst="rect">
            <a:avLst/>
          </a:prstGeom>
        </p:spPr>
      </p:pic>
      <p:sp>
        <p:nvSpPr>
          <p:cNvPr id="7" name="Rectangle 7"/>
          <p:cNvSpPr/>
          <p:nvPr userDrawn="1">
            <p:custDataLst>
              <p:tags r:id="rId3"/>
            </p:custDataLst>
          </p:nvPr>
        </p:nvSpPr>
        <p:spPr bwMode="auto">
          <a:xfrm>
            <a:off x="2" y="0"/>
            <a:ext cx="9906318" cy="201227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2189 w 10562411"/>
              <a:gd name="connsiteY0" fmla="*/ 0 h 2958168"/>
              <a:gd name="connsiteX1" fmla="*/ 10561655 w 10562411"/>
              <a:gd name="connsiteY1" fmla="*/ 0 h 2958168"/>
              <a:gd name="connsiteX2" fmla="*/ 10561157 w 10562411"/>
              <a:gd name="connsiteY2" fmla="*/ 1476338 h 2958168"/>
              <a:gd name="connsiteX3" fmla="*/ 9288594 w 10562411"/>
              <a:gd name="connsiteY3" fmla="*/ 2153103 h 2958168"/>
              <a:gd name="connsiteX4" fmla="*/ 2317558 w 10562411"/>
              <a:gd name="connsiteY4" fmla="*/ 2159512 h 2958168"/>
              <a:gd name="connsiteX5" fmla="*/ 1180889 w 10562411"/>
              <a:gd name="connsiteY5" fmla="*/ 2958168 h 2958168"/>
              <a:gd name="connsiteX6" fmla="*/ 0 w 10562411"/>
              <a:gd name="connsiteY6" fmla="*/ 2174065 h 2958168"/>
              <a:gd name="connsiteX7" fmla="*/ 2189 w 10562411"/>
              <a:gd name="connsiteY7" fmla="*/ 0 h 2958168"/>
              <a:gd name="connsiteX0" fmla="*/ 0 w 10560222"/>
              <a:gd name="connsiteY0" fmla="*/ 0 h 2958168"/>
              <a:gd name="connsiteX1" fmla="*/ 10559466 w 10560222"/>
              <a:gd name="connsiteY1" fmla="*/ 0 h 2958168"/>
              <a:gd name="connsiteX2" fmla="*/ 10558968 w 10560222"/>
              <a:gd name="connsiteY2" fmla="*/ 1476338 h 2958168"/>
              <a:gd name="connsiteX3" fmla="*/ 9286405 w 10560222"/>
              <a:gd name="connsiteY3" fmla="*/ 2153103 h 2958168"/>
              <a:gd name="connsiteX4" fmla="*/ 2315369 w 10560222"/>
              <a:gd name="connsiteY4" fmla="*/ 2159512 h 2958168"/>
              <a:gd name="connsiteX5" fmla="*/ 1178700 w 10560222"/>
              <a:gd name="connsiteY5" fmla="*/ 2958168 h 2958168"/>
              <a:gd name="connsiteX6" fmla="*/ 0 w 10560222"/>
              <a:gd name="connsiteY6" fmla="*/ 2174065 h 2958168"/>
              <a:gd name="connsiteX7" fmla="*/ 0 w 10560222"/>
              <a:gd name="connsiteY7" fmla="*/ 0 h 2958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560222" h="2958168">
                <a:moveTo>
                  <a:pt x="0" y="0"/>
                </a:moveTo>
                <a:lnTo>
                  <a:pt x="10559466" y="0"/>
                </a:lnTo>
                <a:cubicBezTo>
                  <a:pt x="10559979" y="67600"/>
                  <a:pt x="10560222" y="1432923"/>
                  <a:pt x="10558968" y="1476338"/>
                </a:cubicBezTo>
                <a:cubicBezTo>
                  <a:pt x="10081572" y="2148347"/>
                  <a:pt x="9702991" y="2158423"/>
                  <a:pt x="9286405" y="2153103"/>
                </a:cubicBezTo>
                <a:lnTo>
                  <a:pt x="2315369" y="2159512"/>
                </a:lnTo>
                <a:cubicBezTo>
                  <a:pt x="1738155" y="2192654"/>
                  <a:pt x="1370309" y="2495346"/>
                  <a:pt x="1178700" y="2958168"/>
                </a:cubicBezTo>
                <a:cubicBezTo>
                  <a:pt x="880346" y="2254391"/>
                  <a:pt x="278640" y="2173187"/>
                  <a:pt x="0" y="2174065"/>
                </a:cubicBezTo>
                <a:cubicBezTo>
                  <a:pt x="2067" y="2138552"/>
                  <a:pt x="1272" y="95582"/>
                  <a:pt x="0" y="0"/>
                </a:cubicBezTo>
                <a:close/>
              </a:path>
            </a:pathLst>
          </a:custGeom>
          <a:solidFill>
            <a:schemeClr val="bg1"/>
          </a:soli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sp>
        <p:nvSpPr>
          <p:cNvPr id="9" name="Title 1"/>
          <p:cNvSpPr>
            <a:spLocks noGrp="1"/>
          </p:cNvSpPr>
          <p:nvPr>
            <p:ph type="ctrTitle" hasCustomPrompt="1"/>
            <p:custDataLst>
              <p:tags r:id="rId4"/>
            </p:custDataLst>
          </p:nvPr>
        </p:nvSpPr>
        <p:spPr>
          <a:xfrm>
            <a:off x="4943238" y="2208806"/>
            <a:ext cx="4915261" cy="823618"/>
          </a:xfrm>
        </p:spPr>
        <p:txBody>
          <a:bodyPr vert="horz" lIns="0" tIns="28173" rIns="28173" bIns="28173" rtlCol="0" anchor="t">
            <a:noAutofit/>
          </a:bodyPr>
          <a:lstStyle>
            <a:lvl1pPr marL="0" indent="0" algn="l" defTabSz="779202" rtl="0" eaLnBrk="1" latinLnBrk="0" hangingPunct="1">
              <a:lnSpc>
                <a:spcPct val="85000"/>
              </a:lnSpc>
              <a:spcBef>
                <a:spcPct val="0"/>
              </a:spcBef>
              <a:buNone/>
              <a:defRPr lang="en-US" sz="3700" b="0" kern="1200" dirty="0">
                <a:solidFill>
                  <a:schemeClr val="tx1"/>
                </a:solidFill>
                <a:latin typeface="+mj-lt"/>
                <a:ea typeface="+mj-ea"/>
                <a:cs typeface="+mj-cs"/>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10" name="Subtitle 2"/>
          <p:cNvSpPr>
            <a:spLocks noGrp="1"/>
          </p:cNvSpPr>
          <p:nvPr>
            <p:ph type="subTitle" idx="1" hasCustomPrompt="1"/>
            <p:custDataLst>
              <p:tags r:id="rId5"/>
            </p:custDataLst>
          </p:nvPr>
        </p:nvSpPr>
        <p:spPr>
          <a:xfrm>
            <a:off x="4940137" y="3324784"/>
            <a:ext cx="4918363" cy="710813"/>
          </a:xfrm>
        </p:spPr>
        <p:txBody>
          <a:bodyPr lIns="0" tIns="28173" rIns="28173" bIns="28173"/>
          <a:lstStyle>
            <a:lvl1pPr marL="0" indent="0" algn="l">
              <a:buNone/>
              <a:defRPr sz="1900" b="0">
                <a:solidFill>
                  <a:schemeClr val="tx1"/>
                </a:solidFill>
              </a:defRPr>
            </a:lvl1pPr>
            <a:lvl2pPr marL="389601" indent="0" algn="ctr">
              <a:buNone/>
              <a:defRPr>
                <a:solidFill>
                  <a:schemeClr val="tx1">
                    <a:tint val="75000"/>
                  </a:schemeClr>
                </a:solidFill>
              </a:defRPr>
            </a:lvl2pPr>
            <a:lvl3pPr marL="779202" indent="0" algn="ctr">
              <a:buNone/>
              <a:defRPr>
                <a:solidFill>
                  <a:schemeClr val="tx1">
                    <a:tint val="75000"/>
                  </a:schemeClr>
                </a:solidFill>
              </a:defRPr>
            </a:lvl3pPr>
            <a:lvl4pPr marL="1168803" indent="0" algn="ctr">
              <a:buNone/>
              <a:defRPr>
                <a:solidFill>
                  <a:schemeClr val="tx1">
                    <a:tint val="75000"/>
                  </a:schemeClr>
                </a:solidFill>
              </a:defRPr>
            </a:lvl4pPr>
            <a:lvl5pPr marL="1558405" indent="0" algn="ctr">
              <a:buNone/>
              <a:defRPr>
                <a:solidFill>
                  <a:schemeClr val="tx1">
                    <a:tint val="75000"/>
                  </a:schemeClr>
                </a:solidFill>
              </a:defRPr>
            </a:lvl5pPr>
            <a:lvl6pPr marL="1948006" indent="0" algn="ctr">
              <a:buNone/>
              <a:defRPr>
                <a:solidFill>
                  <a:schemeClr val="tx1">
                    <a:tint val="75000"/>
                  </a:schemeClr>
                </a:solidFill>
              </a:defRPr>
            </a:lvl6pPr>
            <a:lvl7pPr marL="2337607" indent="0" algn="ctr">
              <a:buNone/>
              <a:defRPr>
                <a:solidFill>
                  <a:schemeClr val="tx1">
                    <a:tint val="75000"/>
                  </a:schemeClr>
                </a:solidFill>
              </a:defRPr>
            </a:lvl7pPr>
            <a:lvl8pPr marL="2727209" indent="0" algn="ctr">
              <a:buNone/>
              <a:defRPr>
                <a:solidFill>
                  <a:schemeClr val="tx1">
                    <a:tint val="75000"/>
                  </a:schemeClr>
                </a:solidFill>
              </a:defRPr>
            </a:lvl8pPr>
            <a:lvl9pPr marL="3116810"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pic>
        <p:nvPicPr>
          <p:cNvPr id="8" name="Image 10" descr="Capgemini_logo.jpg"/>
          <p:cNvPicPr>
            <a:picLocks noChangeAspect="1"/>
          </p:cNvPicPr>
          <p:nvPr userDrawn="1"/>
        </p:nvPicPr>
        <p:blipFill>
          <a:blip r:embed="rId10" cstate="print"/>
          <a:stretch>
            <a:fillRect/>
          </a:stretch>
        </p:blipFill>
        <p:spPr>
          <a:xfrm>
            <a:off x="735690" y="494028"/>
            <a:ext cx="2880000" cy="514535"/>
          </a:xfrm>
          <a:prstGeom prst="rect">
            <a:avLst/>
          </a:prstGeom>
        </p:spPr>
      </p:pic>
    </p:spTree>
    <p:extLst>
      <p:ext uri="{BB962C8B-B14F-4D97-AF65-F5344CB8AC3E}">
        <p14:creationId xmlns:p14="http://schemas.microsoft.com/office/powerpoint/2010/main" val="3646093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15389" name="think-cell Slide" r:id="rId6" imgW="360" imgH="360" progId="">
                  <p:embed/>
                </p:oleObj>
              </mc:Choice>
              <mc:Fallback>
                <p:oleObj name="think-cell Slide" r:id="rId6" imgW="360" imgH="360" progId="">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121076"/>
            <a:ext cx="884548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905409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6" y="1121076"/>
            <a:ext cx="6793764" cy="3482813"/>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10102" y="1371600"/>
            <a:ext cx="1985371" cy="1508760"/>
          </a:xfrm>
          <a:prstGeom prst="rect">
            <a:avLst/>
          </a:prstGeom>
        </p:spPr>
      </p:pic>
    </p:spTree>
    <p:extLst>
      <p:ext uri="{BB962C8B-B14F-4D97-AF65-F5344CB8AC3E}">
        <p14:creationId xmlns:p14="http://schemas.microsoft.com/office/powerpoint/2010/main" val="1257486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1" y="1"/>
          <a:ext cx="135749" cy="107989"/>
        </p:xfrm>
        <a:graphic>
          <a:graphicData uri="http://schemas.openxmlformats.org/presentationml/2006/ole">
            <mc:AlternateContent xmlns:mc="http://schemas.openxmlformats.org/markup-compatibility/2006">
              <mc:Choice xmlns:v="urn:schemas-microsoft-com:vml" Requires="v">
                <p:oleObj spid="_x0000_s20509" name="think-cell Slide" r:id="rId4" imgW="360" imgH="360" progId="">
                  <p:embed/>
                </p:oleObj>
              </mc:Choice>
              <mc:Fallback>
                <p:oleObj name="think-cell Slide" r:id="rId4" imgW="360" imgH="360"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39049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2727887C-E3D9-4956-B241-0D7B3E50E8A2}" type="datetime1">
              <a:rPr lang="en-US" smtClean="0"/>
              <a:pPr/>
              <a:t>11/19/2019</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1"/>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11/19/2019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11/19/2019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11/19/2019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11/19/2019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90"/>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11/19/2019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5"/>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11/19/2019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0"/>
            <a:ext cx="7772400" cy="1102519"/>
          </a:xfrm>
        </p:spPr>
        <p:txBody>
          <a:bodyPr/>
          <a:lstStyle>
            <a:lvl1pPr>
              <a:defRPr b="1"/>
            </a:lvl1p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1B09E437-E805-4B6F-B83F-3A554894CB63}"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98055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2727887C-E3D9-4956-B241-0D7B3E50E8A2}"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753157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75850057-C325-4AB0-8C0E-59DC42E45BBA}"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2156211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BD9E8221-FB7D-4883-86F6-263E75469167}" type="datetime1">
              <a:rPr lang="en-US" smtClean="0"/>
              <a:pPr/>
              <a:t>11/19/2019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8445858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4767264"/>
            <a:ext cx="2133600" cy="273844"/>
          </a:xfrm>
          <a:prstGeom prst="rect">
            <a:avLst/>
          </a:prstGeom>
        </p:spPr>
        <p:txBody>
          <a:bodyPr/>
          <a:lstStyle/>
          <a:p>
            <a:fld id="{E125D57F-D058-4785-AE69-4051EF09BCDE}" type="datetime1">
              <a:rPr lang="en-US" smtClean="0"/>
              <a:pPr/>
              <a:t>11/19/2019</a:t>
            </a:fld>
            <a:endParaRPr lang="en-US"/>
          </a:p>
        </p:txBody>
      </p:sp>
      <p:sp>
        <p:nvSpPr>
          <p:cNvPr id="8" name="Footer Placeholder 7"/>
          <p:cNvSpPr>
            <a:spLocks noGrp="1"/>
          </p:cNvSpPr>
          <p:nvPr>
            <p:ph type="ftr" sz="quarter" idx="11"/>
          </p:nvPr>
        </p:nvSpPr>
        <p:spPr>
          <a:xfrm>
            <a:off x="3124200" y="4767264"/>
            <a:ext cx="2895600"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6032346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Date Placeholder 2"/>
          <p:cNvSpPr>
            <a:spLocks noGrp="1"/>
          </p:cNvSpPr>
          <p:nvPr>
            <p:ph type="dt" sz="half" idx="10"/>
          </p:nvPr>
        </p:nvSpPr>
        <p:spPr>
          <a:xfrm>
            <a:off x="457200" y="4767264"/>
            <a:ext cx="2133600" cy="273844"/>
          </a:xfrm>
          <a:prstGeom prst="rect">
            <a:avLst/>
          </a:prstGeom>
        </p:spPr>
        <p:txBody>
          <a:bodyPr/>
          <a:lstStyle/>
          <a:p>
            <a:fld id="{0142EE93-3912-4F7A-A116-AD58C43B6D10}" type="datetime1">
              <a:rPr lang="en-US" smtClean="0"/>
              <a:pPr/>
              <a:t>11/19/2019</a:t>
            </a:fld>
            <a:endParaRPr lang="en-US"/>
          </a:p>
        </p:txBody>
      </p:sp>
      <p:sp>
        <p:nvSpPr>
          <p:cNvPr id="4" name="Footer Placeholder 3"/>
          <p:cNvSpPr>
            <a:spLocks noGrp="1"/>
          </p:cNvSpPr>
          <p:nvPr>
            <p:ph type="ftr" sz="quarter" idx="11"/>
          </p:nvPr>
        </p:nvSpPr>
        <p:spPr>
          <a:xfrm>
            <a:off x="3124200" y="4767264"/>
            <a:ext cx="2895600"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4690651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4"/>
            <a:ext cx="2133600" cy="273844"/>
          </a:xfrm>
          <a:prstGeom prst="rect">
            <a:avLst/>
          </a:prstGeom>
        </p:spPr>
        <p:txBody>
          <a:bodyPr/>
          <a:lstStyle/>
          <a:p>
            <a:fld id="{CACDFF22-B6EA-4CED-A6CA-61C16E5EAB15}" type="datetime1">
              <a:rPr lang="en-US" smtClean="0"/>
              <a:pPr/>
              <a:t>11/19/2019</a:t>
            </a:fld>
            <a:endParaRPr lang="en-US"/>
          </a:p>
        </p:txBody>
      </p:sp>
      <p:sp>
        <p:nvSpPr>
          <p:cNvPr id="3" name="Footer Placeholder 2"/>
          <p:cNvSpPr>
            <a:spLocks noGrp="1"/>
          </p:cNvSpPr>
          <p:nvPr>
            <p:ph type="ftr" sz="quarter" idx="11"/>
          </p:nvPr>
        </p:nvSpPr>
        <p:spPr>
          <a:xfrm>
            <a:off x="3124200" y="4767264"/>
            <a:ext cx="2895600"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616123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A0410464-921E-44DE-8661-BEFE8F21C728}" type="datetime1">
              <a:rPr lang="en-US" smtClean="0"/>
              <a:pPr/>
              <a:t>11/19/2019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40810021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4767264"/>
            <a:ext cx="2133600" cy="273844"/>
          </a:xfrm>
          <a:prstGeom prst="rect">
            <a:avLst/>
          </a:prstGeom>
        </p:spPr>
        <p:txBody>
          <a:bodyPr/>
          <a:lstStyle/>
          <a:p>
            <a:fld id="{24E67F5D-EE00-4A60-BE82-D0881C03BA66}" type="datetime1">
              <a:rPr lang="en-US" smtClean="0"/>
              <a:pPr/>
              <a:t>11/19/2019</a:t>
            </a:fld>
            <a:endParaRPr lang="en-US"/>
          </a:p>
        </p:txBody>
      </p:sp>
      <p:sp>
        <p:nvSpPr>
          <p:cNvPr id="6" name="Footer Placeholder 5"/>
          <p:cNvSpPr>
            <a:spLocks noGrp="1"/>
          </p:cNvSpPr>
          <p:nvPr>
            <p:ph type="ftr" sz="quarter" idx="11"/>
          </p:nvPr>
        </p:nvSpPr>
        <p:spPr>
          <a:xfrm>
            <a:off x="3124200" y="4767264"/>
            <a:ext cx="2895600"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502877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92453C69-B6DB-4482-9D7D-A9D66B2576A4}"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38249681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lvl1pPr>
              <a:defRPr b="1"/>
            </a:lvl1pPr>
          </a:lstStyle>
          <a:p>
            <a:r>
              <a:rPr lang="en-US"/>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4"/>
            <a:ext cx="2133600" cy="273844"/>
          </a:xfrm>
          <a:prstGeom prst="rect">
            <a:avLst/>
          </a:prstGeom>
        </p:spPr>
        <p:txBody>
          <a:bodyPr/>
          <a:lstStyle/>
          <a:p>
            <a:fld id="{CE1D0F29-5A92-4827-9A0E-CF6BC89C19B0}" type="datetime1">
              <a:rPr lang="en-US" smtClean="0"/>
              <a:pPr/>
              <a:t>11/19/2019</a:t>
            </a:fld>
            <a:endParaRPr lang="en-US"/>
          </a:p>
        </p:txBody>
      </p:sp>
      <p:sp>
        <p:nvSpPr>
          <p:cNvPr id="5" name="Footer Placeholder 4"/>
          <p:cNvSpPr>
            <a:spLocks noGrp="1"/>
          </p:cNvSpPr>
          <p:nvPr>
            <p:ph type="ftr" sz="quarter" idx="11"/>
          </p:nvPr>
        </p:nvSpPr>
        <p:spPr>
          <a:xfrm>
            <a:off x="3124200" y="4767264"/>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4767264"/>
            <a:ext cx="2133600" cy="273844"/>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val="10749971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losing 2">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0"/>
          <a:ext cx="135749" cy="107989"/>
        </p:xfrm>
        <a:graphic>
          <a:graphicData uri="http://schemas.openxmlformats.org/presentationml/2006/ole">
            <mc:AlternateContent xmlns:mc="http://schemas.openxmlformats.org/markup-compatibility/2006">
              <mc:Choice xmlns:v="urn:schemas-microsoft-com:vml" Requires="v">
                <p:oleObj spid="_x0000_s69659" name="think-cell Slide" r:id="rId6" imgW="360" imgH="360" progId="">
                  <p:embed/>
                </p:oleObj>
              </mc:Choice>
              <mc:Fallback>
                <p:oleObj name="think-cell Slide" r:id="rId6" imgW="360" imgH="360" progId="">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35749" cy="1079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 Rightshore</a:t>
            </a:r>
            <a:r>
              <a:rPr lang="en-US" sz="500" b="0" baseline="30000" dirty="0">
                <a:solidFill>
                  <a:schemeClr val="bg1"/>
                </a:solidFill>
                <a:latin typeface="Arial" pitchFamily="34" charset="0"/>
                <a:cs typeface="Arial" pitchFamily="34" charset="0"/>
              </a:rPr>
              <a:t>®  </a:t>
            </a:r>
            <a:r>
              <a:rPr lang="en-US" sz="500" b="0" baseline="0" dirty="0">
                <a:solidFill>
                  <a:schemeClr val="bg1"/>
                </a:solidFill>
                <a:latin typeface="Arial" pitchFamily="34" charset="0"/>
                <a:cs typeface="Arial" pitchFamily="34" charset="0"/>
              </a:rPr>
              <a:t>is a trademark belonging to Capgemini.</a:t>
            </a:r>
            <a:endParaRPr lang="en-US" sz="500" b="0" kern="0" noProof="1">
              <a:solidFill>
                <a:schemeClr val="bg1"/>
              </a:solidFill>
              <a:latin typeface="Arial" pitchFamily="34" charset="0"/>
              <a:cs typeface="Arial" pitchFamily="34" charset="0"/>
            </a:endParaRPr>
          </a:p>
        </p:txBody>
      </p:sp>
      <p:sp>
        <p:nvSpPr>
          <p:cNvPr id="10" name="Rectangle 9"/>
          <p:cNvSpPr>
            <a:spLocks noChangeArrowheads="1"/>
          </p:cNvSpPr>
          <p:nvPr userDrawn="1">
            <p:custDataLst>
              <p:tags r:id="rId4"/>
            </p:custDataLst>
          </p:nvPr>
        </p:nvSpPr>
        <p:spPr bwMode="gray">
          <a:xfrm>
            <a:off x="1021004" y="2769919"/>
            <a:ext cx="3932160" cy="1511693"/>
          </a:xfrm>
          <a:custGeom>
            <a:avLst/>
            <a:gdLst>
              <a:gd name="connsiteX0" fmla="*/ 0 w 4423977"/>
              <a:gd name="connsiteY0" fmla="*/ 164137 h 2296914"/>
              <a:gd name="connsiteX1" fmla="*/ 48075 w 4423977"/>
              <a:gd name="connsiteY1" fmla="*/ 48075 h 2296914"/>
              <a:gd name="connsiteX2" fmla="*/ 164138 w 4423977"/>
              <a:gd name="connsiteY2" fmla="*/ 1 h 2296914"/>
              <a:gd name="connsiteX3" fmla="*/ 4259840 w 4423977"/>
              <a:gd name="connsiteY3" fmla="*/ 0 h 2296914"/>
              <a:gd name="connsiteX4" fmla="*/ 4375902 w 4423977"/>
              <a:gd name="connsiteY4" fmla="*/ 48075 h 2296914"/>
              <a:gd name="connsiteX5" fmla="*/ 4423976 w 4423977"/>
              <a:gd name="connsiteY5" fmla="*/ 164138 h 2296914"/>
              <a:gd name="connsiteX6" fmla="*/ 4423977 w 4423977"/>
              <a:gd name="connsiteY6" fmla="*/ 2132777 h 2296914"/>
              <a:gd name="connsiteX7" fmla="*/ 4375902 w 4423977"/>
              <a:gd name="connsiteY7" fmla="*/ 2248839 h 2296914"/>
              <a:gd name="connsiteX8" fmla="*/ 4259840 w 4423977"/>
              <a:gd name="connsiteY8" fmla="*/ 2296914 h 2296914"/>
              <a:gd name="connsiteX9" fmla="*/ 164137 w 4423977"/>
              <a:gd name="connsiteY9" fmla="*/ 2296914 h 2296914"/>
              <a:gd name="connsiteX10" fmla="*/ 48075 w 4423977"/>
              <a:gd name="connsiteY10" fmla="*/ 2248839 h 2296914"/>
              <a:gd name="connsiteX11" fmla="*/ 0 w 4423977"/>
              <a:gd name="connsiteY11" fmla="*/ 2132777 h 2296914"/>
              <a:gd name="connsiteX12" fmla="*/ 0 w 4423977"/>
              <a:gd name="connsiteY12" fmla="*/ 164137 h 2296914"/>
              <a:gd name="connsiteX0" fmla="*/ 0 w 4969813"/>
              <a:gd name="connsiteY0" fmla="*/ 164137 h 2488240"/>
              <a:gd name="connsiteX1" fmla="*/ 48075 w 4969813"/>
              <a:gd name="connsiteY1" fmla="*/ 48075 h 2488240"/>
              <a:gd name="connsiteX2" fmla="*/ 164138 w 4969813"/>
              <a:gd name="connsiteY2" fmla="*/ 1 h 2488240"/>
              <a:gd name="connsiteX3" fmla="*/ 4259840 w 4969813"/>
              <a:gd name="connsiteY3" fmla="*/ 0 h 2488240"/>
              <a:gd name="connsiteX4" fmla="*/ 4375902 w 4969813"/>
              <a:gd name="connsiteY4" fmla="*/ 48075 h 2488240"/>
              <a:gd name="connsiteX5" fmla="*/ 4423976 w 4969813"/>
              <a:gd name="connsiteY5" fmla="*/ 164138 h 2488240"/>
              <a:gd name="connsiteX6" fmla="*/ 4423977 w 4969813"/>
              <a:gd name="connsiteY6" fmla="*/ 2132777 h 2488240"/>
              <a:gd name="connsiteX7" fmla="*/ 4259840 w 4969813"/>
              <a:gd name="connsiteY7" fmla="*/ 2296914 h 2488240"/>
              <a:gd name="connsiteX8" fmla="*/ 164137 w 4969813"/>
              <a:gd name="connsiteY8" fmla="*/ 2296914 h 2488240"/>
              <a:gd name="connsiteX9" fmla="*/ 48075 w 4969813"/>
              <a:gd name="connsiteY9" fmla="*/ 2248839 h 2488240"/>
              <a:gd name="connsiteX10" fmla="*/ 0 w 4969813"/>
              <a:gd name="connsiteY10" fmla="*/ 2132777 h 2488240"/>
              <a:gd name="connsiteX11" fmla="*/ 0 w 4969813"/>
              <a:gd name="connsiteY11" fmla="*/ 164137 h 2488240"/>
              <a:gd name="connsiteX0" fmla="*/ 0 w 4969813"/>
              <a:gd name="connsiteY0" fmla="*/ 164137 h 2296914"/>
              <a:gd name="connsiteX1" fmla="*/ 48075 w 4969813"/>
              <a:gd name="connsiteY1" fmla="*/ 48075 h 2296914"/>
              <a:gd name="connsiteX2" fmla="*/ 164138 w 4969813"/>
              <a:gd name="connsiteY2" fmla="*/ 1 h 2296914"/>
              <a:gd name="connsiteX3" fmla="*/ 4259840 w 4969813"/>
              <a:gd name="connsiteY3" fmla="*/ 0 h 2296914"/>
              <a:gd name="connsiteX4" fmla="*/ 4375902 w 4969813"/>
              <a:gd name="connsiteY4" fmla="*/ 48075 h 2296914"/>
              <a:gd name="connsiteX5" fmla="*/ 4423976 w 4969813"/>
              <a:gd name="connsiteY5" fmla="*/ 164138 h 2296914"/>
              <a:gd name="connsiteX6" fmla="*/ 4259840 w 4969813"/>
              <a:gd name="connsiteY6" fmla="*/ 2296914 h 2296914"/>
              <a:gd name="connsiteX7" fmla="*/ 164137 w 4969813"/>
              <a:gd name="connsiteY7" fmla="*/ 2296914 h 2296914"/>
              <a:gd name="connsiteX8" fmla="*/ 48075 w 4969813"/>
              <a:gd name="connsiteY8" fmla="*/ 2248839 h 2296914"/>
              <a:gd name="connsiteX9" fmla="*/ 0 w 4969813"/>
              <a:gd name="connsiteY9" fmla="*/ 2132777 h 2296914"/>
              <a:gd name="connsiteX10" fmla="*/ 0 w 4969813"/>
              <a:gd name="connsiteY10" fmla="*/ 164137 h 2296914"/>
              <a:gd name="connsiteX0" fmla="*/ 0 w 4961801"/>
              <a:gd name="connsiteY0" fmla="*/ 498881 h 2631658"/>
              <a:gd name="connsiteX1" fmla="*/ 48075 w 4961801"/>
              <a:gd name="connsiteY1" fmla="*/ 382819 h 2631658"/>
              <a:gd name="connsiteX2" fmla="*/ 164138 w 4961801"/>
              <a:gd name="connsiteY2" fmla="*/ 334745 h 2631658"/>
              <a:gd name="connsiteX3" fmla="*/ 4259840 w 4961801"/>
              <a:gd name="connsiteY3" fmla="*/ 334744 h 2631658"/>
              <a:gd name="connsiteX4" fmla="*/ 4375902 w 4961801"/>
              <a:gd name="connsiteY4" fmla="*/ 382819 h 2631658"/>
              <a:gd name="connsiteX5" fmla="*/ 4259840 w 4961801"/>
              <a:gd name="connsiteY5" fmla="*/ 2631658 h 2631658"/>
              <a:gd name="connsiteX6" fmla="*/ 164137 w 4961801"/>
              <a:gd name="connsiteY6" fmla="*/ 2631658 h 2631658"/>
              <a:gd name="connsiteX7" fmla="*/ 48075 w 4961801"/>
              <a:gd name="connsiteY7" fmla="*/ 2583583 h 2631658"/>
              <a:gd name="connsiteX8" fmla="*/ 0 w 4961801"/>
              <a:gd name="connsiteY8" fmla="*/ 2467521 h 2631658"/>
              <a:gd name="connsiteX9" fmla="*/ 0 w 4961801"/>
              <a:gd name="connsiteY9" fmla="*/ 498881 h 2631658"/>
              <a:gd name="connsiteX0" fmla="*/ 0 w 4942457"/>
              <a:gd name="connsiteY0" fmla="*/ 164137 h 2296914"/>
              <a:gd name="connsiteX1" fmla="*/ 48075 w 4942457"/>
              <a:gd name="connsiteY1" fmla="*/ 48075 h 2296914"/>
              <a:gd name="connsiteX2" fmla="*/ 164138 w 4942457"/>
              <a:gd name="connsiteY2" fmla="*/ 1 h 2296914"/>
              <a:gd name="connsiteX3" fmla="*/ 4259840 w 4942457"/>
              <a:gd name="connsiteY3" fmla="*/ 0 h 2296914"/>
              <a:gd name="connsiteX4" fmla="*/ 4259840 w 4942457"/>
              <a:gd name="connsiteY4" fmla="*/ 2296914 h 2296914"/>
              <a:gd name="connsiteX5" fmla="*/ 164137 w 4942457"/>
              <a:gd name="connsiteY5" fmla="*/ 2296914 h 2296914"/>
              <a:gd name="connsiteX6" fmla="*/ 48075 w 4942457"/>
              <a:gd name="connsiteY6" fmla="*/ 2248839 h 2296914"/>
              <a:gd name="connsiteX7" fmla="*/ 0 w 4942457"/>
              <a:gd name="connsiteY7" fmla="*/ 2132777 h 2296914"/>
              <a:gd name="connsiteX8" fmla="*/ 0 w 4942457"/>
              <a:gd name="connsiteY8" fmla="*/ 164137 h 2296914"/>
              <a:gd name="connsiteX0" fmla="*/ 4259840 w 4942457"/>
              <a:gd name="connsiteY0" fmla="*/ 0 h 2296914"/>
              <a:gd name="connsiteX1" fmla="*/ 4259840 w 4942457"/>
              <a:gd name="connsiteY1" fmla="*/ 2296914 h 2296914"/>
              <a:gd name="connsiteX2" fmla="*/ 164137 w 4942457"/>
              <a:gd name="connsiteY2" fmla="*/ 2296914 h 2296914"/>
              <a:gd name="connsiteX3" fmla="*/ 48075 w 4942457"/>
              <a:gd name="connsiteY3" fmla="*/ 2248839 h 2296914"/>
              <a:gd name="connsiteX4" fmla="*/ 0 w 4942457"/>
              <a:gd name="connsiteY4" fmla="*/ 2132777 h 2296914"/>
              <a:gd name="connsiteX5" fmla="*/ 0 w 4942457"/>
              <a:gd name="connsiteY5" fmla="*/ 164137 h 2296914"/>
              <a:gd name="connsiteX6" fmla="*/ 48075 w 4942457"/>
              <a:gd name="connsiteY6" fmla="*/ 48075 h 2296914"/>
              <a:gd name="connsiteX7" fmla="*/ 164138 w 4942457"/>
              <a:gd name="connsiteY7" fmla="*/ 1 h 2296914"/>
              <a:gd name="connsiteX8" fmla="*/ 4351280 w 4942457"/>
              <a:gd name="connsiteY8" fmla="*/ 91440 h 2296914"/>
              <a:gd name="connsiteX0" fmla="*/ 4259840 w 4351280"/>
              <a:gd name="connsiteY0" fmla="*/ 2296914 h 2296914"/>
              <a:gd name="connsiteX1" fmla="*/ 164137 w 4351280"/>
              <a:gd name="connsiteY1" fmla="*/ 2296914 h 2296914"/>
              <a:gd name="connsiteX2" fmla="*/ 48075 w 4351280"/>
              <a:gd name="connsiteY2" fmla="*/ 2248839 h 2296914"/>
              <a:gd name="connsiteX3" fmla="*/ 0 w 4351280"/>
              <a:gd name="connsiteY3" fmla="*/ 2132777 h 2296914"/>
              <a:gd name="connsiteX4" fmla="*/ 0 w 4351280"/>
              <a:gd name="connsiteY4" fmla="*/ 164137 h 2296914"/>
              <a:gd name="connsiteX5" fmla="*/ 48075 w 4351280"/>
              <a:gd name="connsiteY5" fmla="*/ 48075 h 2296914"/>
              <a:gd name="connsiteX6" fmla="*/ 164138 w 4351280"/>
              <a:gd name="connsiteY6" fmla="*/ 1 h 2296914"/>
              <a:gd name="connsiteX7" fmla="*/ 4351280 w 4351280"/>
              <a:gd name="connsiteY7" fmla="*/ 91440 h 2296914"/>
              <a:gd name="connsiteX0" fmla="*/ 4259840 w 4330731"/>
              <a:gd name="connsiteY0" fmla="*/ 2297942 h 2297942"/>
              <a:gd name="connsiteX1" fmla="*/ 164137 w 4330731"/>
              <a:gd name="connsiteY1" fmla="*/ 2297942 h 2297942"/>
              <a:gd name="connsiteX2" fmla="*/ 48075 w 4330731"/>
              <a:gd name="connsiteY2" fmla="*/ 2249867 h 2297942"/>
              <a:gd name="connsiteX3" fmla="*/ 0 w 4330731"/>
              <a:gd name="connsiteY3" fmla="*/ 2133805 h 2297942"/>
              <a:gd name="connsiteX4" fmla="*/ 0 w 4330731"/>
              <a:gd name="connsiteY4" fmla="*/ 165165 h 2297942"/>
              <a:gd name="connsiteX5" fmla="*/ 48075 w 4330731"/>
              <a:gd name="connsiteY5" fmla="*/ 49103 h 2297942"/>
              <a:gd name="connsiteX6" fmla="*/ 164138 w 4330731"/>
              <a:gd name="connsiteY6" fmla="*/ 1029 h 2297942"/>
              <a:gd name="connsiteX7" fmla="*/ 4330731 w 4330731"/>
              <a:gd name="connsiteY7" fmla="*/ 0 h 2297942"/>
              <a:gd name="connsiteX0" fmla="*/ 4259840 w 4259840"/>
              <a:gd name="connsiteY0" fmla="*/ 2296914 h 2296914"/>
              <a:gd name="connsiteX1" fmla="*/ 164137 w 4259840"/>
              <a:gd name="connsiteY1" fmla="*/ 2296914 h 2296914"/>
              <a:gd name="connsiteX2" fmla="*/ 48075 w 4259840"/>
              <a:gd name="connsiteY2" fmla="*/ 2248839 h 2296914"/>
              <a:gd name="connsiteX3" fmla="*/ 0 w 4259840"/>
              <a:gd name="connsiteY3" fmla="*/ 2132777 h 2296914"/>
              <a:gd name="connsiteX4" fmla="*/ 0 w 4259840"/>
              <a:gd name="connsiteY4" fmla="*/ 164137 h 2296914"/>
              <a:gd name="connsiteX5" fmla="*/ 48075 w 4259840"/>
              <a:gd name="connsiteY5" fmla="*/ 48075 h 2296914"/>
              <a:gd name="connsiteX6" fmla="*/ 164138 w 4259840"/>
              <a:gd name="connsiteY6" fmla="*/ 1 h 2296914"/>
              <a:gd name="connsiteX0" fmla="*/ 4259840 w 4259840"/>
              <a:gd name="connsiteY0" fmla="*/ 2248839 h 2248839"/>
              <a:gd name="connsiteX1" fmla="*/ 164137 w 4259840"/>
              <a:gd name="connsiteY1" fmla="*/ 2248839 h 2248839"/>
              <a:gd name="connsiteX2" fmla="*/ 48075 w 4259840"/>
              <a:gd name="connsiteY2" fmla="*/ 2200764 h 2248839"/>
              <a:gd name="connsiteX3" fmla="*/ 0 w 4259840"/>
              <a:gd name="connsiteY3" fmla="*/ 2084702 h 2248839"/>
              <a:gd name="connsiteX4" fmla="*/ 0 w 4259840"/>
              <a:gd name="connsiteY4" fmla="*/ 116062 h 2248839"/>
              <a:gd name="connsiteX5" fmla="*/ 48075 w 4259840"/>
              <a:gd name="connsiteY5" fmla="*/ 0 h 2248839"/>
              <a:gd name="connsiteX0" fmla="*/ 4259840 w 4259840"/>
              <a:gd name="connsiteY0" fmla="*/ 2132777 h 2132777"/>
              <a:gd name="connsiteX1" fmla="*/ 164137 w 4259840"/>
              <a:gd name="connsiteY1" fmla="*/ 2132777 h 2132777"/>
              <a:gd name="connsiteX2" fmla="*/ 48075 w 4259840"/>
              <a:gd name="connsiteY2" fmla="*/ 2084702 h 2132777"/>
              <a:gd name="connsiteX3" fmla="*/ 0 w 4259840"/>
              <a:gd name="connsiteY3" fmla="*/ 1968640 h 2132777"/>
              <a:gd name="connsiteX4" fmla="*/ 0 w 4259840"/>
              <a:gd name="connsiteY4" fmla="*/ 0 h 213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9840" h="2132777">
                <a:moveTo>
                  <a:pt x="4259840" y="2132777"/>
                </a:moveTo>
                <a:lnTo>
                  <a:pt x="164137" y="2132777"/>
                </a:lnTo>
                <a:cubicBezTo>
                  <a:pt x="120605" y="2132777"/>
                  <a:pt x="78856" y="2115484"/>
                  <a:pt x="48075" y="2084702"/>
                </a:cubicBezTo>
                <a:cubicBezTo>
                  <a:pt x="17293" y="2053920"/>
                  <a:pt x="0" y="2012171"/>
                  <a:pt x="0" y="1968640"/>
                </a:cubicBezTo>
                <a:lnTo>
                  <a:pt x="0" y="0"/>
                </a:lnTo>
              </a:path>
            </a:pathLst>
          </a:custGeom>
          <a:noFill/>
          <a:ln w="19050" cap="flat" cmpd="sng" algn="ctr">
            <a:gradFill flip="none" rotWithShape="1">
              <a:gsLst>
                <a:gs pos="0">
                  <a:schemeClr val="accent5"/>
                </a:gs>
                <a:gs pos="100000">
                  <a:schemeClr val="accent5">
                    <a:lumMod val="20000"/>
                    <a:lumOff val="80000"/>
                  </a:schemeClr>
                </a:gs>
              </a:gsLst>
              <a:lin ang="240000" scaled="0"/>
              <a:tileRect/>
            </a:gradFill>
            <a:prstDash val="solid"/>
            <a:round/>
          </a:ln>
          <a:effectLst/>
        </p:spPr>
        <p:txBody>
          <a:bodyPr wrap="square" lIns="306792" tIns="43420" rIns="184075" bIns="122717" rtlCol="0" anchor="b"/>
          <a:lstStyle/>
          <a:p>
            <a:pPr marL="0" marR="0" indent="0" algn="just" defTabSz="888816" rtl="0" eaLnBrk="1" fontAlgn="auto" latinLnBrk="0" hangingPunct="1">
              <a:lnSpc>
                <a:spcPct val="100000"/>
              </a:lnSpc>
              <a:spcBef>
                <a:spcPts val="0"/>
              </a:spcBef>
              <a:spcAft>
                <a:spcPts val="0"/>
              </a:spcAft>
              <a:buClrTx/>
              <a:buSzTx/>
              <a:buFontTx/>
              <a:buNone/>
              <a:tabLst/>
              <a:defRPr/>
            </a:pPr>
            <a:r>
              <a:rPr lang="en-US" sz="1500" b="1" dirty="0">
                <a:solidFill>
                  <a:schemeClr val="bg1"/>
                </a:solidFill>
                <a:latin typeface="Arial"/>
                <a:cs typeface="Arial"/>
              </a:rPr>
              <a:t>About Capgemini</a:t>
            </a:r>
            <a:endParaRPr lang="en-US" sz="900" dirty="0">
              <a:solidFill>
                <a:schemeClr val="bg1"/>
              </a:solidFill>
              <a:latin typeface="Arial" pitchFamily="34" charset="0"/>
              <a:cs typeface="Arial" pitchFamily="34" charset="0"/>
            </a:endParaRPr>
          </a:p>
          <a:p>
            <a:pPr marL="0" indent="0" algn="just"/>
            <a:endParaRPr lang="en-US" sz="900" dirty="0">
              <a:solidFill>
                <a:schemeClr val="bg1"/>
              </a:solidFill>
              <a:latin typeface="Arial" pitchFamily="34" charset="0"/>
              <a:cs typeface="Arial" pitchFamily="34" charset="0"/>
            </a:endParaRPr>
          </a:p>
          <a:p>
            <a:pPr marL="0" indent="0" algn="just"/>
            <a:r>
              <a:rPr lang="en-US" sz="900" dirty="0">
                <a:solidFill>
                  <a:schemeClr val="bg1"/>
                </a:solidFill>
                <a:latin typeface="Arial" pitchFamily="34" charset="0"/>
                <a:cs typeface="Arial" pitchFamily="34" charset="0"/>
              </a:rPr>
              <a:t>With almost 140,000 people in over 40 countries, Capgemini is one of the world's foremost providers of consulting, technology and outsourcing services. The Group reported 2013</a:t>
            </a:r>
            <a:r>
              <a:rPr lang="en-US" sz="900" baseline="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global revenues of  EUR 10.1 billion.</a:t>
            </a:r>
          </a:p>
          <a:p>
            <a:pPr marL="0" indent="0" algn="just"/>
            <a:r>
              <a:rPr lang="en-US" sz="900" dirty="0">
                <a:solidFill>
                  <a:schemeClr val="bg1"/>
                </a:solidFill>
                <a:latin typeface="Arial" pitchFamily="34" charset="0"/>
                <a:cs typeface="Arial" pitchFamily="34" charset="0"/>
              </a:rPr>
              <a:t>Together with its clients, Capgemini creates and delivers business and technology solutions that fit their needs and drive the results they want. A deeply multicultural organization, Capgemini has developed its own way of working, the Collaborative Business Experience</a:t>
            </a:r>
            <a:r>
              <a:rPr lang="en-US" sz="900" baseline="30000" dirty="0">
                <a:solidFill>
                  <a:schemeClr val="bg1"/>
                </a:solidFill>
                <a:latin typeface="Arial" pitchFamily="34" charset="0"/>
                <a:cs typeface="Arial" pitchFamily="34" charset="0"/>
              </a:rPr>
              <a:t>TM</a:t>
            </a:r>
            <a:r>
              <a:rPr lang="en-US" sz="900" dirty="0">
                <a:solidFill>
                  <a:schemeClr val="bg1"/>
                </a:solidFill>
                <a:latin typeface="Arial" pitchFamily="34" charset="0"/>
                <a:cs typeface="Arial" pitchFamily="34" charset="0"/>
              </a:rPr>
              <a:t>, and draws on Rightshore</a:t>
            </a:r>
            <a:r>
              <a:rPr lang="en-US" sz="900" b="1" baseline="30000" dirty="0">
                <a:solidFill>
                  <a:schemeClr val="bg1"/>
                </a:solidFill>
                <a:latin typeface="Arial" pitchFamily="34" charset="0"/>
                <a:cs typeface="Arial" pitchFamily="34" charset="0"/>
              </a:rPr>
              <a:t> ®</a:t>
            </a:r>
            <a:r>
              <a:rPr lang="en-US" sz="900" dirty="0">
                <a:solidFill>
                  <a:schemeClr val="bg1"/>
                </a:solidFill>
                <a:latin typeface="Arial" pitchFamily="34" charset="0"/>
                <a:cs typeface="Arial" pitchFamily="34" charset="0"/>
              </a:rPr>
              <a:t>, its worldwide delivery model.</a:t>
            </a:r>
          </a:p>
        </p:txBody>
      </p:sp>
      <p:pic>
        <p:nvPicPr>
          <p:cNvPr id="11" name="Image 10" descr="ppt_Label_CBE.png"/>
          <p:cNvPicPr>
            <a:picLocks noChangeAspect="1"/>
          </p:cNvPicPr>
          <p:nvPr userDrawn="1"/>
        </p:nvPicPr>
        <p:blipFill>
          <a:blip r:embed="rId8" cstate="email"/>
          <a:stretch>
            <a:fillRect/>
          </a:stretch>
        </p:blipFill>
        <p:spPr>
          <a:xfrm>
            <a:off x="751798" y="2594015"/>
            <a:ext cx="531692" cy="432000"/>
          </a:xfrm>
          <a:prstGeom prst="rect">
            <a:avLst/>
          </a:prstGeom>
        </p:spPr>
      </p:pic>
      <p:pic>
        <p:nvPicPr>
          <p:cNvPr id="8" name="Image 7" descr="Locations_Map_2014.png"/>
          <p:cNvPicPr>
            <a:picLocks noChangeAspect="1"/>
          </p:cNvPicPr>
          <p:nvPr userDrawn="1"/>
        </p:nvPicPr>
        <p:blipFill>
          <a:blip r:embed="rId9" cstate="print"/>
          <a:stretch>
            <a:fillRect/>
          </a:stretch>
        </p:blipFill>
        <p:spPr>
          <a:xfrm>
            <a:off x="5042446" y="2532039"/>
            <a:ext cx="3595355" cy="14040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3">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70683" name="think-cell Slide" r:id="rId5" imgW="360" imgH="360" progId="">
                  <p:embed/>
                </p:oleObj>
              </mc:Choice>
              <mc:Fallback>
                <p:oleObj name="think-cell Slide" r:id="rId5" imgW="360" imgH="360" progId="">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3"/>
          <p:cNvSpPr/>
          <p:nvPr userDrawn="1">
            <p:custDataLst>
              <p:tags r:id="rId3"/>
            </p:custDataLst>
          </p:nvPr>
        </p:nvSpPr>
        <p:spPr>
          <a:xfrm>
            <a:off x="4527501" y="4785622"/>
            <a:ext cx="4045000" cy="210785"/>
          </a:xfrm>
          <a:prstGeom prst="rect">
            <a:avLst/>
          </a:prstGeom>
        </p:spPr>
        <p:txBody>
          <a:bodyPr wrap="square" lIns="28173" tIns="28173" rIns="0" bIns="28173" anchor="b" anchorCtr="0">
            <a:spAutoFit/>
          </a:bodyPr>
          <a:lstStyle/>
          <a:p>
            <a:pPr algn="r"/>
            <a:r>
              <a:rPr lang="en-US" sz="500" b="0" dirty="0">
                <a:solidFill>
                  <a:schemeClr val="bg1"/>
                </a:solidFill>
                <a:latin typeface="Arial" pitchFamily="34" charset="0"/>
                <a:cs typeface="Arial" pitchFamily="34" charset="0"/>
              </a:rPr>
              <a:t>The information contained in this presentation is proprietary.</a:t>
            </a:r>
          </a:p>
          <a:p>
            <a:pPr marL="0" marR="0" indent="0" algn="r" defTabSz="816200" rtl="0" eaLnBrk="1" fontAlgn="auto" latinLnBrk="0" hangingPunct="1">
              <a:lnSpc>
                <a:spcPct val="100000"/>
              </a:lnSpc>
              <a:spcBef>
                <a:spcPts val="0"/>
              </a:spcBef>
              <a:spcAft>
                <a:spcPts val="0"/>
              </a:spcAft>
              <a:buClrTx/>
              <a:buSzTx/>
              <a:buFontTx/>
              <a:buNone/>
              <a:tabLst/>
              <a:defRPr/>
            </a:pPr>
            <a:r>
              <a:rPr lang="en-US" sz="500" b="0" dirty="0">
                <a:solidFill>
                  <a:schemeClr val="bg1"/>
                </a:solidFill>
                <a:latin typeface="Arial" pitchFamily="34" charset="0"/>
                <a:cs typeface="Arial" pitchFamily="34" charset="0"/>
              </a:rPr>
              <a:t>© 2014 Capgemini. All rights reserved.</a:t>
            </a:r>
            <a:r>
              <a:rPr lang="en-US" sz="500" b="0" baseline="0" dirty="0">
                <a:solidFill>
                  <a:schemeClr val="bg1"/>
                </a:solidFill>
                <a:latin typeface="Arial" pitchFamily="34" charset="0"/>
                <a:cs typeface="Arial" pitchFamily="34" charset="0"/>
              </a:rPr>
              <a:t>.</a:t>
            </a:r>
            <a:endParaRPr lang="en-US" sz="500" b="0" kern="0" noProof="1">
              <a:solidFill>
                <a:schemeClr val="bg1"/>
              </a:solidFill>
              <a:latin typeface="Arial" pitchFamily="34" charset="0"/>
              <a:cs typeface="Arial"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vmlDrawing" Target="../drawings/vmlDrawing1.vml"/><Relationship Id="rId12" Type="http://schemas.openxmlformats.org/officeDocument/2006/relationships/tags" Target="../tags/tag5.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tags" Target="../tags/tag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6.png"/><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6.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image" Target="../media/image8.png"/><Relationship Id="rId26" Type="http://schemas.openxmlformats.org/officeDocument/2006/relationships/image" Target="../media/image12.gif"/><Relationship Id="rId3" Type="http://schemas.openxmlformats.org/officeDocument/2006/relationships/theme" Target="../theme/theme4.xml"/><Relationship Id="rId21" Type="http://schemas.openxmlformats.org/officeDocument/2006/relationships/hyperlink" Target="http://www.twitter.com/capgemini" TargetMode="Externa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hyperlink" Target="http://www.facebook.com/Capgemini" TargetMode="External"/><Relationship Id="rId25" Type="http://schemas.openxmlformats.org/officeDocument/2006/relationships/hyperlink" Target="http://www.slideshare.net/capgemini" TargetMode="External"/><Relationship Id="rId2" Type="http://schemas.openxmlformats.org/officeDocument/2006/relationships/slideLayout" Target="../slideLayouts/slideLayout29.xml"/><Relationship Id="rId16" Type="http://schemas.openxmlformats.org/officeDocument/2006/relationships/image" Target="../media/image7.emf"/><Relationship Id="rId20" Type="http://schemas.openxmlformats.org/officeDocument/2006/relationships/image" Target="../media/image9.png"/><Relationship Id="rId1" Type="http://schemas.openxmlformats.org/officeDocument/2006/relationships/slideLayout" Target="../slideLayouts/slideLayout28.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image" Target="../media/image11.png"/><Relationship Id="rId5" Type="http://schemas.openxmlformats.org/officeDocument/2006/relationships/tags" Target="../tags/tag17.xml"/><Relationship Id="rId15" Type="http://schemas.openxmlformats.org/officeDocument/2006/relationships/image" Target="../media/image1.emf"/><Relationship Id="rId23" Type="http://schemas.openxmlformats.org/officeDocument/2006/relationships/hyperlink" Target="http://www.youtube.com/capgemini" TargetMode="External"/><Relationship Id="rId10" Type="http://schemas.openxmlformats.org/officeDocument/2006/relationships/tags" Target="../tags/tag22.xml"/><Relationship Id="rId19" Type="http://schemas.openxmlformats.org/officeDocument/2006/relationships/hyperlink" Target="http://www.linkedin.com/company/capgemini" TargetMode="External"/><Relationship Id="rId4" Type="http://schemas.openxmlformats.org/officeDocument/2006/relationships/vmlDrawing" Target="../drawings/vmlDrawing5.vml"/><Relationship Id="rId9" Type="http://schemas.openxmlformats.org/officeDocument/2006/relationships/tags" Target="../tags/tag21.xml"/><Relationship Id="rId14" Type="http://schemas.openxmlformats.org/officeDocument/2006/relationships/oleObject" Target="../embeddings/oleObject5.bin"/><Relationship Id="rId22" Type="http://schemas.openxmlformats.org/officeDocument/2006/relationships/image" Target="../media/image10.png"/><Relationship Id="rId27"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8"/>
            </p:custDataLst>
          </p:nvPr>
        </p:nvGraphicFramePr>
        <p:xfrm>
          <a:off x="1" y="0"/>
          <a:ext cx="146538" cy="119063"/>
        </p:xfrm>
        <a:graphic>
          <a:graphicData uri="http://schemas.openxmlformats.org/presentationml/2006/ole">
            <mc:AlternateContent xmlns:mc="http://schemas.openxmlformats.org/markup-compatibility/2006">
              <mc:Choice xmlns:v="urn:schemas-microsoft-com:vml" Requires="v">
                <p:oleObj spid="_x0000_s13341" name="think-cell Slide" r:id="rId15" imgW="360" imgH="360" progId="">
                  <p:embed/>
                </p:oleObj>
              </mc:Choice>
              <mc:Fallback>
                <p:oleObj name="think-cell Slide" r:id="rId15" imgW="360" imgH="360" progId="">
                  <p:embed/>
                  <p:pic>
                    <p:nvPicPr>
                      <p:cNvPr id="0" name="Picture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9"/>
            </p:custDataLst>
          </p:nvPr>
        </p:nvSpPr>
        <p:spPr>
          <a:xfrm>
            <a:off x="2" y="0"/>
            <a:ext cx="9143999" cy="751601"/>
          </a:xfrm>
          <a:prstGeom prst="rect">
            <a:avLst/>
          </a:prstGeom>
        </p:spPr>
        <p:txBody>
          <a:bodyPr vert="horz" lIns="253554" tIns="28173" rIns="140864" bIns="28173" rtlCol="0" anchor="ctr">
            <a:noAutofit/>
          </a:bodyPr>
          <a:lstStyle/>
          <a:p>
            <a:r>
              <a:rPr lang="fr-FR" noProof="0" dirty="0"/>
              <a:t>Cliquez pour modifier le style du titre</a:t>
            </a:r>
            <a:endParaRPr lang="en-US" noProof="0" dirty="0"/>
          </a:p>
        </p:txBody>
      </p:sp>
      <p:sp>
        <p:nvSpPr>
          <p:cNvPr id="3" name="Text Placeholder 2"/>
          <p:cNvSpPr>
            <a:spLocks noGrp="1"/>
          </p:cNvSpPr>
          <p:nvPr>
            <p:ph type="body" idx="1"/>
            <p:custDataLst>
              <p:tags r:id="rId10"/>
            </p:custDataLst>
          </p:nvPr>
        </p:nvSpPr>
        <p:spPr>
          <a:xfrm>
            <a:off x="298517" y="1126483"/>
            <a:ext cx="8712115" cy="3477405"/>
          </a:xfrm>
          <a:prstGeom prst="rect">
            <a:avLst/>
          </a:prstGeom>
        </p:spPr>
        <p:txBody>
          <a:bodyPr vert="horz" lIns="92038" tIns="61358" rIns="61358" bIns="61358"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11" name="TextBox 10"/>
          <p:cNvSpPr txBox="1"/>
          <p:nvPr>
            <p:custDataLst>
              <p:tags r:id="rId11"/>
            </p:custDataLst>
          </p:nvPr>
        </p:nvSpPr>
        <p:spPr>
          <a:xfrm>
            <a:off x="8835291" y="4990498"/>
            <a:ext cx="94578" cy="92333"/>
          </a:xfrm>
          <a:prstGeom prst="rect">
            <a:avLst/>
          </a:prstGeom>
          <a:noFill/>
        </p:spPr>
        <p:txBody>
          <a:bodyPr wrap="none" lIns="0" tIns="0" rIns="0" bIns="0" rtlCol="0" anchor="ctr">
            <a:spAutoFit/>
          </a:bodyPr>
          <a:lstStyle/>
          <a:p>
            <a:pPr algn="ctr"/>
            <a:fld id="{6A895693-0027-4F28-9367-92E39A51F51C}" type="slidenum">
              <a:rPr lang="en-US" sz="600" smtClean="0">
                <a:solidFill>
                  <a:schemeClr val="tx2"/>
                </a:solidFill>
              </a:rPr>
              <a:pPr algn="ctr"/>
              <a:t>‹#›</a:t>
            </a:fld>
            <a:endParaRPr lang="en-US" sz="600" dirty="0">
              <a:solidFill>
                <a:schemeClr val="tx2"/>
              </a:solidFill>
            </a:endParaRPr>
          </a:p>
        </p:txBody>
      </p:sp>
      <p:sp>
        <p:nvSpPr>
          <p:cNvPr id="9" name="Freeform 4"/>
          <p:cNvSpPr>
            <a:spLocks/>
          </p:cNvSpPr>
          <p:nvPr>
            <p:custDataLst>
              <p:tags r:id="rId12"/>
            </p:custDataLst>
          </p:nvPr>
        </p:nvSpPr>
        <p:spPr bwMode="auto">
          <a:xfrm>
            <a:off x="3" y="507301"/>
            <a:ext cx="9143999" cy="54609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84848" tIns="42424" rIns="84848" bIns="42424" numCol="1" anchor="t" anchorCtr="0" compatLnSpc="1">
            <a:prstTxWarp prst="textNoShape">
              <a:avLst/>
            </a:prstTxWarp>
          </a:bodyPr>
          <a:lstStyle/>
          <a:p>
            <a:endParaRPr lang="fr-FR"/>
          </a:p>
        </p:txBody>
      </p:sp>
      <p:sp>
        <p:nvSpPr>
          <p:cNvPr id="12" name="Rectangle 11"/>
          <p:cNvSpPr>
            <a:spLocks noChangeArrowheads="1"/>
          </p:cNvSpPr>
          <p:nvPr>
            <p:custDataLst>
              <p:tags r:id="rId13"/>
            </p:custDataLst>
          </p:nvPr>
        </p:nvSpPr>
        <p:spPr bwMode="auto">
          <a:xfrm>
            <a:off x="6223229" y="4967554"/>
            <a:ext cx="2455979" cy="137627"/>
          </a:xfrm>
          <a:prstGeom prst="rect">
            <a:avLst/>
          </a:prstGeom>
          <a:noFill/>
          <a:ln w="19050">
            <a:noFill/>
            <a:miter lim="800000"/>
            <a:headEnd/>
            <a:tailEnd/>
          </a:ln>
          <a:effectLst/>
        </p:spPr>
        <p:txBody>
          <a:bodyPr wrap="square" lIns="30677" tIns="30677" rIns="30677" bIns="30677" anchor="b" anchorCtr="0">
            <a:noAutofit/>
          </a:bodyPr>
          <a:lstStyle/>
          <a:p>
            <a:pPr marL="0" marR="0" lvl="0" indent="0" algn="r" defTabSz="848318" rtl="0" eaLnBrk="0" fontAlgn="auto" latinLnBrk="0" hangingPunct="0">
              <a:lnSpc>
                <a:spcPct val="90000"/>
              </a:lnSpc>
              <a:spcBef>
                <a:spcPct val="10000"/>
              </a:spcBef>
              <a:spcAft>
                <a:spcPts val="0"/>
              </a:spcAft>
              <a:buClrTx/>
              <a:buSzTx/>
              <a:buFontTx/>
              <a:buNone/>
              <a:tabLst/>
              <a:defRPr/>
            </a:pPr>
            <a:r>
              <a:rPr lang="en-US" altLang="en-US" sz="500" b="0" i="0" noProof="0" dirty="0">
                <a:solidFill>
                  <a:schemeClr val="tx2"/>
                </a:solidFill>
                <a:latin typeface="+mj-lt"/>
                <a:cs typeface="Helvetica Light"/>
              </a:rPr>
              <a:t>Copyright © </a:t>
            </a:r>
            <a:r>
              <a:rPr lang="en-US" altLang="en-US" sz="500" b="0" i="0" noProof="0" dirty="0" err="1">
                <a:solidFill>
                  <a:schemeClr val="tx2"/>
                </a:solidFill>
                <a:latin typeface="+mj-lt"/>
                <a:cs typeface="Helvetica Light"/>
              </a:rPr>
              <a:t>Capgemini</a:t>
            </a:r>
            <a:r>
              <a:rPr lang="en-US" altLang="en-US" sz="500" b="0" i="0" noProof="0" dirty="0">
                <a:solidFill>
                  <a:schemeClr val="tx2"/>
                </a:solidFill>
                <a:latin typeface="+mj-lt"/>
                <a:cs typeface="Helvetica Light"/>
              </a:rPr>
              <a:t> 2016. All Rights Reserved</a:t>
            </a:r>
          </a:p>
        </p:txBody>
      </p:sp>
      <p:cxnSp>
        <p:nvCxnSpPr>
          <p:cNvPr id="15" name="Straight Connector 5"/>
          <p:cNvCxnSpPr/>
          <p:nvPr>
            <p:custDataLst>
              <p:tags r:id="rId14"/>
            </p:custDataLst>
          </p:nvPr>
        </p:nvCxnSpPr>
        <p:spPr>
          <a:xfrm flipH="1">
            <a:off x="3" y="4772025"/>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14" name="Image 13" descr="Capgemini_logo.jpg"/>
          <p:cNvPicPr>
            <a:picLocks noChangeAspect="1"/>
          </p:cNvPicPr>
          <p:nvPr/>
        </p:nvPicPr>
        <p:blipFill>
          <a:blip r:embed="rId17" cstate="print"/>
          <a:stretch>
            <a:fillRect/>
          </a:stretch>
        </p:blipFill>
        <p:spPr>
          <a:xfrm>
            <a:off x="270463" y="4829271"/>
            <a:ext cx="1438102" cy="258734"/>
          </a:xfrm>
          <a:prstGeom prst="rect">
            <a:avLst/>
          </a:prstGeom>
          <a:noFill/>
          <a:ln>
            <a:noFill/>
          </a:ln>
        </p:spPr>
      </p:pic>
    </p:spTree>
    <p:extLst>
      <p:ext uri="{BB962C8B-B14F-4D97-AF65-F5344CB8AC3E}">
        <p14:creationId xmlns:p14="http://schemas.microsoft.com/office/powerpoint/2010/main" val="3136052492"/>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98" r:id="rId3"/>
    <p:sldLayoutId id="2147483710" r:id="rId4"/>
    <p:sldLayoutId id="2147483741" r:id="rId5"/>
  </p:sldLayoutIdLst>
  <p:txStyles>
    <p:titleStyle>
      <a:lvl1pPr marL="0" indent="0" algn="l" defTabSz="779202" rtl="0" eaLnBrk="1" latinLnBrk="0" hangingPunct="1">
        <a:lnSpc>
          <a:spcPct val="85000"/>
        </a:lnSpc>
        <a:spcBef>
          <a:spcPct val="0"/>
        </a:spcBef>
        <a:buNone/>
        <a:defRPr sz="2700" b="0" kern="1200">
          <a:solidFill>
            <a:schemeClr val="tx1"/>
          </a:solidFill>
          <a:latin typeface="+mj-lt"/>
          <a:ea typeface="+mj-ea"/>
          <a:cs typeface="+mj-cs"/>
        </a:defRPr>
      </a:lvl1pPr>
    </p:titleStyle>
    <p:bodyStyle>
      <a:lvl1pPr marL="141626" indent="-141626" algn="l" defTabSz="779202" rtl="0" eaLnBrk="1" latinLnBrk="0" hangingPunct="1">
        <a:lnSpc>
          <a:spcPct val="90000"/>
        </a:lnSpc>
        <a:spcBef>
          <a:spcPts val="0"/>
        </a:spcBef>
        <a:spcAft>
          <a:spcPts val="511"/>
        </a:spcAft>
        <a:buClr>
          <a:schemeClr val="accent5"/>
        </a:buClr>
        <a:buFont typeface="Wingdings" pitchFamily="2" charset="2"/>
        <a:buChar char="§"/>
        <a:defRPr sz="1900" b="0" kern="1200">
          <a:solidFill>
            <a:schemeClr val="bg2">
              <a:lumMod val="50000"/>
            </a:schemeClr>
          </a:solidFill>
          <a:latin typeface="+mn-lt"/>
          <a:ea typeface="+mn-ea"/>
          <a:cs typeface="+mn-cs"/>
        </a:defRPr>
      </a:lvl1pPr>
      <a:lvl2pPr marL="303042" indent="-154227" algn="l" defTabSz="779202" rtl="0" eaLnBrk="1" latinLnBrk="0" hangingPunct="1">
        <a:lnSpc>
          <a:spcPct val="90000"/>
        </a:lnSpc>
        <a:spcBef>
          <a:spcPts val="0"/>
        </a:spcBef>
        <a:spcAft>
          <a:spcPts val="511"/>
        </a:spcAft>
        <a:buClr>
          <a:schemeClr val="accent3"/>
        </a:buClr>
        <a:buFont typeface="Wingdings" pitchFamily="2" charset="2"/>
        <a:buChar char="§"/>
        <a:defRPr sz="1500" kern="1200">
          <a:solidFill>
            <a:schemeClr val="bg2">
              <a:lumMod val="50000"/>
            </a:schemeClr>
          </a:solidFill>
          <a:latin typeface="+mn-lt"/>
          <a:ea typeface="+mn-ea"/>
          <a:cs typeface="+mn-cs"/>
        </a:defRPr>
      </a:lvl2pPr>
      <a:lvl3pPr marL="457269" indent="-140698" algn="l" defTabSz="779202" rtl="0" eaLnBrk="1" latinLnBrk="0" hangingPunct="1">
        <a:lnSpc>
          <a:spcPct val="90000"/>
        </a:lnSpc>
        <a:spcBef>
          <a:spcPts val="0"/>
        </a:spcBef>
        <a:spcAft>
          <a:spcPts val="511"/>
        </a:spcAft>
        <a:buClr>
          <a:schemeClr val="accent2"/>
        </a:buClr>
        <a:buFont typeface="Arial" pitchFamily="34" charset="0"/>
        <a:buChar char="•"/>
        <a:tabLst/>
        <a:defRPr sz="1400" kern="1200">
          <a:solidFill>
            <a:schemeClr val="bg2">
              <a:lumMod val="50000"/>
            </a:schemeClr>
          </a:solidFill>
          <a:latin typeface="+mn-lt"/>
          <a:ea typeface="+mn-ea"/>
          <a:cs typeface="+mn-cs"/>
        </a:defRPr>
      </a:lvl3pPr>
      <a:lvl4pPr marL="606085" indent="-140698" algn="l" defTabSz="779202" rtl="0" eaLnBrk="1" latinLnBrk="0" hangingPunct="1">
        <a:lnSpc>
          <a:spcPct val="90000"/>
        </a:lnSpc>
        <a:spcBef>
          <a:spcPts val="0"/>
        </a:spcBef>
        <a:spcAft>
          <a:spcPts val="511"/>
        </a:spcAft>
        <a:buClr>
          <a:schemeClr val="bg2"/>
        </a:buClr>
        <a:buFont typeface="Arial" pitchFamily="34" charset="0"/>
        <a:buChar char="–"/>
        <a:tabLst/>
        <a:defRPr sz="1200" kern="1200">
          <a:solidFill>
            <a:schemeClr val="bg2">
              <a:lumMod val="50000"/>
            </a:schemeClr>
          </a:solidFill>
          <a:latin typeface="+mn-lt"/>
          <a:ea typeface="+mn-ea"/>
          <a:cs typeface="+mn-cs"/>
        </a:defRPr>
      </a:lvl4pPr>
      <a:lvl5pPr marL="1371722" indent="-165040" algn="l" defTabSz="779202" rtl="0" eaLnBrk="1" latinLnBrk="0" hangingPunct="1">
        <a:spcBef>
          <a:spcPts val="0"/>
        </a:spcBef>
        <a:buClr>
          <a:srgbClr val="B1B1B1"/>
        </a:buClr>
        <a:buFont typeface="Arial" pitchFamily="34" charset="0"/>
        <a:buChar char="–"/>
        <a:defRPr sz="1400" kern="1200">
          <a:solidFill>
            <a:srgbClr val="494949"/>
          </a:solidFill>
          <a:latin typeface="+mn-lt"/>
          <a:ea typeface="+mn-ea"/>
          <a:cs typeface="+mn-cs"/>
        </a:defRPr>
      </a:lvl5pPr>
      <a:lvl6pPr marL="2142807"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6pPr>
      <a:lvl7pPr marL="2532408"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7pPr>
      <a:lvl8pPr marL="2922009"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8pPr>
      <a:lvl9pPr marL="3311610" indent="-194801" algn="l" defTabSz="779202" rtl="0" eaLnBrk="1" latinLnBrk="0" hangingPunct="1">
        <a:spcBef>
          <a:spcPct val="20000"/>
        </a:spcBef>
        <a:buFont typeface="Arial" pitchFamily="34" charset="0"/>
        <a:buChar char="•"/>
        <a:defRPr sz="1700" kern="1200">
          <a:solidFill>
            <a:schemeClr val="tx1"/>
          </a:solidFill>
          <a:latin typeface="+mn-lt"/>
          <a:ea typeface="+mn-ea"/>
          <a:cs typeface="+mn-cs"/>
        </a:defRPr>
      </a:lvl9pPr>
    </p:bodyStyle>
    <p:otherStyle>
      <a:defPPr>
        <a:defRPr lang="fr-FR"/>
      </a:defPPr>
      <a:lvl1pPr marL="0" algn="l" defTabSz="779202" rtl="0" eaLnBrk="1" latinLnBrk="0" hangingPunct="1">
        <a:defRPr sz="1500" kern="1200">
          <a:solidFill>
            <a:schemeClr val="tx1"/>
          </a:solidFill>
          <a:latin typeface="+mn-lt"/>
          <a:ea typeface="+mn-ea"/>
          <a:cs typeface="+mn-cs"/>
        </a:defRPr>
      </a:lvl1pPr>
      <a:lvl2pPr marL="389601" algn="l" defTabSz="779202" rtl="0" eaLnBrk="1" latinLnBrk="0" hangingPunct="1">
        <a:defRPr sz="1500" kern="1200">
          <a:solidFill>
            <a:schemeClr val="tx1"/>
          </a:solidFill>
          <a:latin typeface="+mn-lt"/>
          <a:ea typeface="+mn-ea"/>
          <a:cs typeface="+mn-cs"/>
        </a:defRPr>
      </a:lvl2pPr>
      <a:lvl3pPr marL="779202" algn="l" defTabSz="779202" rtl="0" eaLnBrk="1" latinLnBrk="0" hangingPunct="1">
        <a:defRPr sz="1500" kern="1200">
          <a:solidFill>
            <a:schemeClr val="tx1"/>
          </a:solidFill>
          <a:latin typeface="+mn-lt"/>
          <a:ea typeface="+mn-ea"/>
          <a:cs typeface="+mn-cs"/>
        </a:defRPr>
      </a:lvl3pPr>
      <a:lvl4pPr marL="1168803" algn="l" defTabSz="779202" rtl="0" eaLnBrk="1" latinLnBrk="0" hangingPunct="1">
        <a:defRPr sz="1500" kern="1200">
          <a:solidFill>
            <a:schemeClr val="tx1"/>
          </a:solidFill>
          <a:latin typeface="+mn-lt"/>
          <a:ea typeface="+mn-ea"/>
          <a:cs typeface="+mn-cs"/>
        </a:defRPr>
      </a:lvl4pPr>
      <a:lvl5pPr marL="1558405" algn="l" defTabSz="779202" rtl="0" eaLnBrk="1" latinLnBrk="0" hangingPunct="1">
        <a:defRPr sz="1500" kern="1200">
          <a:solidFill>
            <a:schemeClr val="tx1"/>
          </a:solidFill>
          <a:latin typeface="+mn-lt"/>
          <a:ea typeface="+mn-ea"/>
          <a:cs typeface="+mn-cs"/>
        </a:defRPr>
      </a:lvl5pPr>
      <a:lvl6pPr marL="1948006" algn="l" defTabSz="779202" rtl="0" eaLnBrk="1" latinLnBrk="0" hangingPunct="1">
        <a:defRPr sz="1500" kern="1200">
          <a:solidFill>
            <a:schemeClr val="tx1"/>
          </a:solidFill>
          <a:latin typeface="+mn-lt"/>
          <a:ea typeface="+mn-ea"/>
          <a:cs typeface="+mn-cs"/>
        </a:defRPr>
      </a:lvl6pPr>
      <a:lvl7pPr marL="2337607" algn="l" defTabSz="779202" rtl="0" eaLnBrk="1" latinLnBrk="0" hangingPunct="1">
        <a:defRPr sz="1500" kern="1200">
          <a:solidFill>
            <a:schemeClr val="tx1"/>
          </a:solidFill>
          <a:latin typeface="+mn-lt"/>
          <a:ea typeface="+mn-ea"/>
          <a:cs typeface="+mn-cs"/>
        </a:defRPr>
      </a:lvl7pPr>
      <a:lvl8pPr marL="2727209" algn="l" defTabSz="779202" rtl="0" eaLnBrk="1" latinLnBrk="0" hangingPunct="1">
        <a:defRPr sz="1500" kern="1200">
          <a:solidFill>
            <a:schemeClr val="tx1"/>
          </a:solidFill>
          <a:latin typeface="+mn-lt"/>
          <a:ea typeface="+mn-ea"/>
          <a:cs typeface="+mn-cs"/>
        </a:defRPr>
      </a:lvl8pPr>
      <a:lvl9pPr marL="3116810" algn="l" defTabSz="779202"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19,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2"/>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5949"/>
            <a:ext cx="8229600" cy="5941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7" name="Rectangle 20"/>
          <p:cNvSpPr txBox="1">
            <a:spLocks noChangeArrowheads="1"/>
          </p:cNvSpPr>
          <p:nvPr/>
        </p:nvSpPr>
        <p:spPr>
          <a:xfrm>
            <a:off x="285720" y="4948186"/>
            <a:ext cx="1219200" cy="171450"/>
          </a:xfrm>
          <a:prstGeom prst="rect">
            <a:avLst/>
          </a:prstGeom>
          <a:noFill/>
        </p:spPr>
        <p:txBody>
          <a:bodyPr/>
          <a:lstStyle/>
          <a:p>
            <a:pPr marL="0" algn="l" defTabSz="914400" rtl="0" eaLnBrk="1" latinLnBrk="0" hangingPunct="1">
              <a:defRPr/>
            </a:pPr>
            <a:fld id="{634B1AA2-1421-4123-B46B-C773544C4A12}" type="datetime4">
              <a:rPr lang="en-US" sz="800" kern="1200">
                <a:solidFill>
                  <a:schemeClr val="bg1">
                    <a:lumMod val="50000"/>
                  </a:schemeClr>
                </a:solidFill>
                <a:latin typeface="Candara" panose="020E0502030303020204" pitchFamily="34" charset="0"/>
                <a:ea typeface="+mn-ea"/>
                <a:cs typeface="+mn-cs"/>
              </a:rPr>
              <a:pPr marL="0" algn="l" defTabSz="914400" rtl="0" eaLnBrk="1" latinLnBrk="0" hangingPunct="1">
                <a:defRPr/>
              </a:pPr>
              <a:t>November 19, 2019</a:t>
            </a:fld>
            <a:endParaRPr lang="en-US" sz="800" kern="1200" dirty="0">
              <a:solidFill>
                <a:schemeClr val="bg1">
                  <a:lumMod val="50000"/>
                </a:schemeClr>
              </a:solidFill>
              <a:latin typeface="Candara" panose="020E0502030303020204" pitchFamily="34" charset="0"/>
              <a:ea typeface="+mn-ea"/>
              <a:cs typeface="+mn-cs"/>
            </a:endParaRPr>
          </a:p>
        </p:txBody>
      </p:sp>
      <p:sp>
        <p:nvSpPr>
          <p:cNvPr id="8" name="Text Box 9"/>
          <p:cNvSpPr txBox="1">
            <a:spLocks noChangeArrowheads="1"/>
          </p:cNvSpPr>
          <p:nvPr/>
        </p:nvSpPr>
        <p:spPr bwMode="auto">
          <a:xfrm>
            <a:off x="1271234" y="4948186"/>
            <a:ext cx="1431802" cy="215444"/>
          </a:xfrm>
          <a:prstGeom prst="rect">
            <a:avLst/>
          </a:prstGeom>
          <a:noFill/>
          <a:ln w="9525">
            <a:noFill/>
            <a:miter lim="800000"/>
            <a:headEnd/>
            <a:tailEnd/>
          </a:ln>
        </p:spPr>
        <p:txBody>
          <a:bodyPr wrap="none">
            <a:spAutoFit/>
          </a:bodyPr>
          <a:lstStyle/>
          <a:p>
            <a:pPr marL="0" algn="l" defTabSz="914400" rtl="0" eaLnBrk="1" latinLnBrk="0" hangingPunct="1">
              <a:defRPr/>
            </a:pPr>
            <a:r>
              <a:rPr lang="en-US" altLang="ja-JP" sz="800" kern="1200" dirty="0">
                <a:solidFill>
                  <a:schemeClr val="bg1">
                    <a:lumMod val="50000"/>
                  </a:schemeClr>
                </a:solidFill>
                <a:latin typeface="Candara" panose="020E0502030303020204" pitchFamily="34" charset="0"/>
                <a:ea typeface="+mn-ea"/>
                <a:cs typeface="+mn-cs"/>
              </a:rPr>
              <a:t>Proprietary and Confidential </a:t>
            </a:r>
          </a:p>
        </p:txBody>
      </p:sp>
      <p:sp>
        <p:nvSpPr>
          <p:cNvPr id="9" name="Text Box 5"/>
          <p:cNvSpPr txBox="1">
            <a:spLocks noChangeArrowheads="1"/>
          </p:cNvSpPr>
          <p:nvPr/>
        </p:nvSpPr>
        <p:spPr bwMode="gray">
          <a:xfrm>
            <a:off x="2750256" y="4939151"/>
            <a:ext cx="237244" cy="138499"/>
          </a:xfrm>
          <a:prstGeom prst="rect">
            <a:avLst/>
          </a:prstGeom>
          <a:noFill/>
          <a:ln w="12700">
            <a:noFill/>
            <a:miter lim="800000"/>
            <a:headEnd/>
            <a:tailEnd/>
          </a:ln>
          <a:effectLst>
            <a:prstShdw prst="shdw17" dist="17961" dir="2700000">
              <a:srgbClr val="DDDDDD">
                <a:gamma/>
                <a:shade val="60000"/>
                <a:invGamma/>
              </a:srgbClr>
            </a:prstShdw>
          </a:effectLst>
        </p:spPr>
        <p:txBody>
          <a:bodyPr wrap="none" lIns="0" tIns="0" rIns="0" bIns="0" anchor="b" anchorCtr="1">
            <a:spAutoFit/>
          </a:bodyPr>
          <a:lstStyle/>
          <a:p>
            <a:pPr algn="ctr" eaLnBrk="0" hangingPunct="0">
              <a:buClr>
                <a:srgbClr val="000000"/>
              </a:buClr>
              <a:buSzPct val="65000"/>
              <a:buFont typeface="Wingdings" pitchFamily="2" charset="2"/>
              <a:buNone/>
              <a:defRPr/>
            </a:pPr>
            <a:r>
              <a:rPr lang="en-US" sz="800" dirty="0">
                <a:solidFill>
                  <a:schemeClr val="tx2"/>
                </a:solidFill>
                <a:latin typeface="Arial" pitchFamily="34" charset="0"/>
                <a:ea typeface="ＭＳ Ｐゴシック"/>
                <a:cs typeface="Arial" pitchFamily="34" charset="0"/>
              </a:rPr>
              <a:t>- </a:t>
            </a:r>
            <a:fld id="{F47D9766-21FB-48EB-955B-1DFC7B4C9F61}" type="slidenum">
              <a:rPr lang="en-US" sz="900" kern="1200">
                <a:solidFill>
                  <a:schemeClr val="bg1">
                    <a:lumMod val="50000"/>
                  </a:schemeClr>
                </a:solidFill>
                <a:latin typeface="Candara" panose="020E0502030303020204" pitchFamily="34" charset="0"/>
                <a:ea typeface="+mn-ea"/>
                <a:cs typeface="+mn-cs"/>
              </a:rPr>
              <a:pPr algn="ctr" eaLnBrk="0" hangingPunct="0">
                <a:buClr>
                  <a:srgbClr val="000000"/>
                </a:buClr>
                <a:buSzPct val="65000"/>
                <a:buFont typeface="Wingdings" pitchFamily="2" charset="2"/>
                <a:buNone/>
                <a:defRPr/>
              </a:pPr>
              <a:t>‹#›</a:t>
            </a:fld>
            <a:r>
              <a:rPr lang="en-US" sz="900" kern="1200" dirty="0">
                <a:solidFill>
                  <a:schemeClr val="bg1">
                    <a:lumMod val="50000"/>
                  </a:schemeClr>
                </a:solidFill>
                <a:latin typeface="Candara" panose="020E0502030303020204" pitchFamily="34" charset="0"/>
                <a:ea typeface="+mn-ea"/>
                <a:cs typeface="+mn-cs"/>
              </a:rPr>
              <a:t> </a:t>
            </a:r>
            <a:r>
              <a:rPr lang="en-US" sz="800" dirty="0">
                <a:solidFill>
                  <a:schemeClr val="tx2"/>
                </a:solidFill>
                <a:latin typeface="Arial" pitchFamily="34" charset="0"/>
                <a:ea typeface="ＭＳ Ｐゴシック"/>
                <a:cs typeface="Arial" pitchFamily="34" charset="0"/>
              </a:rPr>
              <a:t>-</a:t>
            </a:r>
          </a:p>
        </p:txBody>
      </p:sp>
      <p:cxnSp>
        <p:nvCxnSpPr>
          <p:cNvPr id="11" name="Straight Connector 10"/>
          <p:cNvCxnSpPr/>
          <p:nvPr/>
        </p:nvCxnSpPr>
        <p:spPr>
          <a:xfrm flipH="1">
            <a:off x="381000" y="4937149"/>
            <a:ext cx="7467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260144"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679678" y="4937307"/>
            <a:ext cx="0" cy="1735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514350"/>
            <a:ext cx="5600700" cy="278606"/>
          </a:xfrm>
          <a:prstGeom prst="rect">
            <a:avLst/>
          </a:prstGeom>
        </p:spPr>
      </p:pic>
    </p:spTree>
    <p:extLst>
      <p:ext uri="{BB962C8B-B14F-4D97-AF65-F5344CB8AC3E}">
        <p14:creationId xmlns:p14="http://schemas.microsoft.com/office/powerpoint/2010/main" val="242837754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hf sldNum="0" hdr="0" ftr="0" dt="0"/>
  <p:txStyles>
    <p:titleStyle>
      <a:lvl1pPr algn="l" defTabSz="914400" rtl="0" eaLnBrk="1" latinLnBrk="0" hangingPunct="1">
        <a:spcBef>
          <a:spcPct val="0"/>
        </a:spcBef>
        <a:buNone/>
        <a:defRPr sz="2800" kern="1200">
          <a:solidFill>
            <a:schemeClr val="tx1"/>
          </a:solidFill>
          <a:latin typeface="Candara" panose="020E0502030303020204" pitchFamily="34" charset="0"/>
          <a:ea typeface="+mj-ea"/>
          <a:cs typeface="+mj-cs"/>
        </a:defRPr>
      </a:lvl1pPr>
    </p:titleStyle>
    <p:bodyStyle>
      <a:lvl1pPr marL="342900" indent="-342900" algn="l" defTabSz="914400" rtl="0" eaLnBrk="1" latinLnBrk="0" hangingPunct="1">
        <a:spcBef>
          <a:spcPct val="20000"/>
        </a:spcBef>
        <a:buClr>
          <a:srgbClr val="00A1E4"/>
        </a:buClr>
        <a:buFont typeface="Wingdings" pitchFamily="2" charset="2"/>
        <a:buChar char="Ø"/>
        <a:defRPr sz="1800" b="1" kern="1200">
          <a:solidFill>
            <a:schemeClr val="tx1"/>
          </a:solidFill>
          <a:latin typeface="Candara" panose="020E0502030303020204" pitchFamily="34" charset="0"/>
          <a:ea typeface="+mn-ea"/>
          <a:cs typeface="+mn-cs"/>
        </a:defRPr>
      </a:lvl1pPr>
      <a:lvl2pPr marL="742950" indent="-285750" algn="l" defTabSz="914400" rtl="0" eaLnBrk="1" latinLnBrk="0" hangingPunct="1">
        <a:spcBef>
          <a:spcPct val="20000"/>
        </a:spcBef>
        <a:buClr>
          <a:srgbClr val="00A1E4"/>
        </a:buClr>
        <a:buFont typeface="Arial" panose="020B0604020202020204" pitchFamily="34" charset="0"/>
        <a:buChar char="–"/>
        <a:defRPr sz="1600" kern="1200">
          <a:solidFill>
            <a:schemeClr val="tx1"/>
          </a:solidFill>
          <a:latin typeface="Candara" panose="020E0502030303020204" pitchFamily="34" charset="0"/>
          <a:ea typeface="+mn-ea"/>
          <a:cs typeface="+mn-cs"/>
        </a:defRPr>
      </a:lvl2pPr>
      <a:lvl3pPr marL="1143000" indent="-228600" algn="l" defTabSz="914400" rtl="0" eaLnBrk="1" latinLnBrk="0" hangingPunct="1">
        <a:spcBef>
          <a:spcPct val="20000"/>
        </a:spcBef>
        <a:buClr>
          <a:srgbClr val="00A1E4"/>
        </a:buClr>
        <a:buFont typeface="Arial" panose="020B0604020202020204" pitchFamily="34" charset="0"/>
        <a:buChar char="•"/>
        <a:defRPr sz="1200" kern="1200">
          <a:solidFill>
            <a:schemeClr val="tx1"/>
          </a:solidFill>
          <a:latin typeface="Candara" panose="020E0502030303020204" pitchFamily="34" charset="0"/>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Candara" panose="020E0502030303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5"/>
            </p:custDataLst>
          </p:nvPr>
        </p:nvGraphicFramePr>
        <p:xfrm>
          <a:off x="0" y="0"/>
          <a:ext cx="146538" cy="119063"/>
        </p:xfrm>
        <a:graphic>
          <a:graphicData uri="http://schemas.openxmlformats.org/presentationml/2006/ole">
            <mc:AlternateContent xmlns:mc="http://schemas.openxmlformats.org/markup-compatibility/2006">
              <mc:Choice xmlns:v="urn:schemas-microsoft-com:vml" Requires="v">
                <p:oleObj spid="_x0000_s68635" name="think-cell Slide" r:id="rId14" imgW="360" imgH="360" progId="">
                  <p:embed/>
                </p:oleObj>
              </mc:Choice>
              <mc:Fallback>
                <p:oleObj name="think-cell Slide" r:id="rId14" imgW="360" imgH="360" progId="">
                  <p:embed/>
                  <p:pic>
                    <p:nvPicPr>
                      <p:cNvPr id="0" name="Picture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146538"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7" name="Rectangle 7"/>
          <p:cNvSpPr/>
          <p:nvPr>
            <p:custDataLst>
              <p:tags r:id="rId6"/>
            </p:custDataLst>
          </p:nvPr>
        </p:nvSpPr>
        <p:spPr bwMode="auto">
          <a:xfrm flipV="1">
            <a:off x="-1529" y="1258495"/>
            <a:ext cx="9145530" cy="3885005"/>
          </a:xfrm>
          <a:custGeom>
            <a:avLst/>
            <a:gdLst>
              <a:gd name="connsiteX0" fmla="*/ 0 w 10685085"/>
              <a:gd name="connsiteY0" fmla="*/ 0 h 684481"/>
              <a:gd name="connsiteX1" fmla="*/ 10685085 w 10685085"/>
              <a:gd name="connsiteY1" fmla="*/ 0 h 684481"/>
              <a:gd name="connsiteX2" fmla="*/ 10685085 w 10685085"/>
              <a:gd name="connsiteY2" fmla="*/ 684481 h 684481"/>
              <a:gd name="connsiteX3" fmla="*/ 0 w 10685085"/>
              <a:gd name="connsiteY3" fmla="*/ 684481 h 684481"/>
              <a:gd name="connsiteX4" fmla="*/ 0 w 10685085"/>
              <a:gd name="connsiteY4" fmla="*/ 0 h 684481"/>
              <a:gd name="connsiteX0" fmla="*/ 0 w 10685085"/>
              <a:gd name="connsiteY0" fmla="*/ 0 h 684481"/>
              <a:gd name="connsiteX1" fmla="*/ 10685085 w 10685085"/>
              <a:gd name="connsiteY1" fmla="*/ 0 h 684481"/>
              <a:gd name="connsiteX2" fmla="*/ 10685085 w 10685085"/>
              <a:gd name="connsiteY2" fmla="*/ 684481 h 684481"/>
              <a:gd name="connsiteX3" fmla="*/ 525849 w 10685085"/>
              <a:gd name="connsiteY3" fmla="*/ 678410 h 684481"/>
              <a:gd name="connsiteX4" fmla="*/ 0 w 10685085"/>
              <a:gd name="connsiteY4" fmla="*/ 684481 h 684481"/>
              <a:gd name="connsiteX5" fmla="*/ 0 w 10685085"/>
              <a:gd name="connsiteY5"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684481"/>
              <a:gd name="connsiteX1" fmla="*/ 10685085 w 10685085"/>
              <a:gd name="connsiteY1" fmla="*/ 0 h 684481"/>
              <a:gd name="connsiteX2" fmla="*/ 10685085 w 10685085"/>
              <a:gd name="connsiteY2" fmla="*/ 684481 h 684481"/>
              <a:gd name="connsiteX3" fmla="*/ 1063736 w 10685085"/>
              <a:gd name="connsiteY3" fmla="*/ 670939 h 684481"/>
              <a:gd name="connsiteX4" fmla="*/ 525849 w 10685085"/>
              <a:gd name="connsiteY4" fmla="*/ 678410 h 684481"/>
              <a:gd name="connsiteX5" fmla="*/ 0 w 10685085"/>
              <a:gd name="connsiteY5" fmla="*/ 684481 h 684481"/>
              <a:gd name="connsiteX6" fmla="*/ 0 w 10685085"/>
              <a:gd name="connsiteY6" fmla="*/ 0 h 684481"/>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63736 w 10685085"/>
              <a:gd name="connsiteY3" fmla="*/ 670939 h 1022049"/>
              <a:gd name="connsiteX4" fmla="*/ 533320 w 10685085"/>
              <a:gd name="connsiteY4" fmla="*/ 1022049 h 1022049"/>
              <a:gd name="connsiteX5" fmla="*/ 0 w 10685085"/>
              <a:gd name="connsiteY5" fmla="*/ 684481 h 1022049"/>
              <a:gd name="connsiteX6" fmla="*/ 0 w 10685085"/>
              <a:gd name="connsiteY6" fmla="*/ 0 h 1022049"/>
              <a:gd name="connsiteX0" fmla="*/ 0 w 10685085"/>
              <a:gd name="connsiteY0" fmla="*/ 0 h 1022049"/>
              <a:gd name="connsiteX1" fmla="*/ 10685085 w 10685085"/>
              <a:gd name="connsiteY1" fmla="*/ 0 h 1022049"/>
              <a:gd name="connsiteX2" fmla="*/ 10685085 w 10685085"/>
              <a:gd name="connsiteY2" fmla="*/ 68448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063736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0 w 10685085"/>
              <a:gd name="connsiteY6" fmla="*/ 684481 h 1022049"/>
              <a:gd name="connsiteX7" fmla="*/ 0 w 10685085"/>
              <a:gd name="connsiteY7" fmla="*/ 0 h 1022049"/>
              <a:gd name="connsiteX0" fmla="*/ 0 w 10685085"/>
              <a:gd name="connsiteY0" fmla="*/ 0 h 1022049"/>
              <a:gd name="connsiteX1" fmla="*/ 10685085 w 10685085"/>
              <a:gd name="connsiteY1" fmla="*/ 0 h 1022049"/>
              <a:gd name="connsiteX2" fmla="*/ 10685085 w 10685085"/>
              <a:gd name="connsiteY2" fmla="*/ 303491 h 1022049"/>
              <a:gd name="connsiteX3" fmla="*/ 10222758 w 10685085"/>
              <a:gd name="connsiteY3" fmla="*/ 678410 h 1022049"/>
              <a:gd name="connsiteX4" fmla="*/ 1157465 w 10685085"/>
              <a:gd name="connsiteY4" fmla="*/ 670939 h 1022049"/>
              <a:gd name="connsiteX5" fmla="*/ 533320 w 10685085"/>
              <a:gd name="connsiteY5" fmla="*/ 1022049 h 1022049"/>
              <a:gd name="connsiteX6" fmla="*/ 23183 w 10685085"/>
              <a:gd name="connsiteY6" fmla="*/ 684481 h 1022049"/>
              <a:gd name="connsiteX7" fmla="*/ 0 w 10685085"/>
              <a:gd name="connsiteY7" fmla="*/ 0 h 1022049"/>
              <a:gd name="connsiteX0" fmla="*/ 0 w 10673494"/>
              <a:gd name="connsiteY0" fmla="*/ 5825 h 1022049"/>
              <a:gd name="connsiteX1" fmla="*/ 10673494 w 10673494"/>
              <a:gd name="connsiteY1" fmla="*/ 0 h 1022049"/>
              <a:gd name="connsiteX2" fmla="*/ 10673494 w 10673494"/>
              <a:gd name="connsiteY2" fmla="*/ 303491 h 1022049"/>
              <a:gd name="connsiteX3" fmla="*/ 10211167 w 10673494"/>
              <a:gd name="connsiteY3" fmla="*/ 678410 h 1022049"/>
              <a:gd name="connsiteX4" fmla="*/ 1145874 w 10673494"/>
              <a:gd name="connsiteY4" fmla="*/ 670939 h 1022049"/>
              <a:gd name="connsiteX5" fmla="*/ 521729 w 10673494"/>
              <a:gd name="connsiteY5" fmla="*/ 1022049 h 1022049"/>
              <a:gd name="connsiteX6" fmla="*/ 11592 w 10673494"/>
              <a:gd name="connsiteY6" fmla="*/ 684481 h 1022049"/>
              <a:gd name="connsiteX7" fmla="*/ 0 w 10673494"/>
              <a:gd name="connsiteY7" fmla="*/ 5825 h 1022049"/>
              <a:gd name="connsiteX0" fmla="*/ 0 w 10673494"/>
              <a:gd name="connsiteY0" fmla="*/ 0 h 1045351"/>
              <a:gd name="connsiteX1" fmla="*/ 10673494 w 10673494"/>
              <a:gd name="connsiteY1" fmla="*/ 23302 h 1045351"/>
              <a:gd name="connsiteX2" fmla="*/ 10673494 w 10673494"/>
              <a:gd name="connsiteY2" fmla="*/ 326793 h 1045351"/>
              <a:gd name="connsiteX3" fmla="*/ 10211167 w 10673494"/>
              <a:gd name="connsiteY3" fmla="*/ 701712 h 1045351"/>
              <a:gd name="connsiteX4" fmla="*/ 1145874 w 10673494"/>
              <a:gd name="connsiteY4" fmla="*/ 694241 h 1045351"/>
              <a:gd name="connsiteX5" fmla="*/ 521729 w 10673494"/>
              <a:gd name="connsiteY5" fmla="*/ 1045351 h 1045351"/>
              <a:gd name="connsiteX6" fmla="*/ 11592 w 10673494"/>
              <a:gd name="connsiteY6" fmla="*/ 707783 h 1045351"/>
              <a:gd name="connsiteX7" fmla="*/ 0 w 10673494"/>
              <a:gd name="connsiteY7" fmla="*/ 0 h 1045351"/>
              <a:gd name="connsiteX0" fmla="*/ 0 w 10667698"/>
              <a:gd name="connsiteY0" fmla="*/ 0 h 1027875"/>
              <a:gd name="connsiteX1" fmla="*/ 10667698 w 10667698"/>
              <a:gd name="connsiteY1" fmla="*/ 5826 h 1027875"/>
              <a:gd name="connsiteX2" fmla="*/ 10667698 w 10667698"/>
              <a:gd name="connsiteY2" fmla="*/ 309317 h 1027875"/>
              <a:gd name="connsiteX3" fmla="*/ 10205371 w 10667698"/>
              <a:gd name="connsiteY3" fmla="*/ 684236 h 1027875"/>
              <a:gd name="connsiteX4" fmla="*/ 1140078 w 10667698"/>
              <a:gd name="connsiteY4" fmla="*/ 676765 h 1027875"/>
              <a:gd name="connsiteX5" fmla="*/ 515933 w 10667698"/>
              <a:gd name="connsiteY5" fmla="*/ 1027875 h 1027875"/>
              <a:gd name="connsiteX6" fmla="*/ 5796 w 10667698"/>
              <a:gd name="connsiteY6" fmla="*/ 690307 h 1027875"/>
              <a:gd name="connsiteX7" fmla="*/ 0 w 10667698"/>
              <a:gd name="connsiteY7" fmla="*/ 0 h 1027875"/>
              <a:gd name="connsiteX0" fmla="*/ 5796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5796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10137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4282 w 10661902"/>
              <a:gd name="connsiteY4" fmla="*/ 6767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37441 w 10661902"/>
              <a:gd name="connsiteY4" fmla="*/ 689465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3758 w 10661902"/>
              <a:gd name="connsiteY4" fmla="*/ 62914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1 w 10661902"/>
              <a:gd name="connsiteY0" fmla="*/ 0 h 1027875"/>
              <a:gd name="connsiteX1" fmla="*/ 10661902 w 10661902"/>
              <a:gd name="connsiteY1" fmla="*/ 5826 h 1027875"/>
              <a:gd name="connsiteX2" fmla="*/ 10661902 w 10661902"/>
              <a:gd name="connsiteY2" fmla="*/ 309317 h 1027875"/>
              <a:gd name="connsiteX3" fmla="*/ 10199575 w 10661902"/>
              <a:gd name="connsiteY3" fmla="*/ 684236 h 1027875"/>
              <a:gd name="connsiteX4" fmla="*/ 1140599 w 10661902"/>
              <a:gd name="connsiteY4" fmla="*/ 686290 h 1027875"/>
              <a:gd name="connsiteX5" fmla="*/ 560676 w 10661902"/>
              <a:gd name="connsiteY5" fmla="*/ 1027875 h 1027875"/>
              <a:gd name="connsiteX6" fmla="*/ 0 w 10661902"/>
              <a:gd name="connsiteY6" fmla="*/ 690307 h 1027875"/>
              <a:gd name="connsiteX7" fmla="*/ 1 w 10661902"/>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74432 h 1027875"/>
              <a:gd name="connsiteX7" fmla="*/ 0 w 10661901"/>
              <a:gd name="connsiteY7" fmla="*/ 0 h 1027875"/>
              <a:gd name="connsiteX0" fmla="*/ 0 w 10661901"/>
              <a:gd name="connsiteY0" fmla="*/ 0 h 1027875"/>
              <a:gd name="connsiteX1" fmla="*/ 10661901 w 10661901"/>
              <a:gd name="connsiteY1" fmla="*/ 5826 h 1027875"/>
              <a:gd name="connsiteX2" fmla="*/ 10661901 w 10661901"/>
              <a:gd name="connsiteY2" fmla="*/ 309317 h 1027875"/>
              <a:gd name="connsiteX3" fmla="*/ 10199574 w 10661901"/>
              <a:gd name="connsiteY3" fmla="*/ 684236 h 1027875"/>
              <a:gd name="connsiteX4" fmla="*/ 1140598 w 10661901"/>
              <a:gd name="connsiteY4" fmla="*/ 686290 h 1027875"/>
              <a:gd name="connsiteX5" fmla="*/ 560675 w 10661901"/>
              <a:gd name="connsiteY5" fmla="*/ 1027875 h 1027875"/>
              <a:gd name="connsiteX6" fmla="*/ 3158 w 10661901"/>
              <a:gd name="connsiteY6" fmla="*/ 683957 h 1027875"/>
              <a:gd name="connsiteX7" fmla="*/ 0 w 10661901"/>
              <a:gd name="connsiteY7" fmla="*/ 0 h 1027875"/>
              <a:gd name="connsiteX0" fmla="*/ 0 w 10710088"/>
              <a:gd name="connsiteY0" fmla="*/ 0 h 1027875"/>
              <a:gd name="connsiteX1" fmla="*/ 10661901 w 10710088"/>
              <a:gd name="connsiteY1" fmla="*/ 5826 h 1027875"/>
              <a:gd name="connsiteX2" fmla="*/ 10661901 w 10710088"/>
              <a:gd name="connsiteY2" fmla="*/ 309317 h 1027875"/>
              <a:gd name="connsiteX3" fmla="*/ 10668871 w 10710088"/>
              <a:gd name="connsiteY3" fmla="*/ 684236 h 1027875"/>
              <a:gd name="connsiteX4" fmla="*/ 1140598 w 10710088"/>
              <a:gd name="connsiteY4" fmla="*/ 686290 h 1027875"/>
              <a:gd name="connsiteX5" fmla="*/ 560675 w 10710088"/>
              <a:gd name="connsiteY5" fmla="*/ 1027875 h 1027875"/>
              <a:gd name="connsiteX6" fmla="*/ 3158 w 10710088"/>
              <a:gd name="connsiteY6" fmla="*/ 683957 h 1027875"/>
              <a:gd name="connsiteX7" fmla="*/ 0 w 10710088"/>
              <a:gd name="connsiteY7" fmla="*/ 0 h 1027875"/>
              <a:gd name="connsiteX0" fmla="*/ 0 w 10668871"/>
              <a:gd name="connsiteY0" fmla="*/ 0 h 1027875"/>
              <a:gd name="connsiteX1" fmla="*/ 10661901 w 10668871"/>
              <a:gd name="connsiteY1" fmla="*/ 5826 h 1027875"/>
              <a:gd name="connsiteX2" fmla="*/ 10668871 w 10668871"/>
              <a:gd name="connsiteY2" fmla="*/ 684236 h 1027875"/>
              <a:gd name="connsiteX3" fmla="*/ 1140598 w 10668871"/>
              <a:gd name="connsiteY3" fmla="*/ 686290 h 1027875"/>
              <a:gd name="connsiteX4" fmla="*/ 560675 w 10668871"/>
              <a:gd name="connsiteY4" fmla="*/ 1027875 h 1027875"/>
              <a:gd name="connsiteX5" fmla="*/ 3158 w 10668871"/>
              <a:gd name="connsiteY5" fmla="*/ 683957 h 1027875"/>
              <a:gd name="connsiteX6" fmla="*/ 0 w 10668871"/>
              <a:gd name="connsiteY6" fmla="*/ 0 h 1027875"/>
              <a:gd name="connsiteX0" fmla="*/ 0 w 10662015"/>
              <a:gd name="connsiteY0" fmla="*/ 0 h 1027875"/>
              <a:gd name="connsiteX1" fmla="*/ 10661901 w 10662015"/>
              <a:gd name="connsiteY1" fmla="*/ 5826 h 1027875"/>
              <a:gd name="connsiteX2" fmla="*/ 10632772 w 10662015"/>
              <a:gd name="connsiteY2" fmla="*/ 684236 h 1027875"/>
              <a:gd name="connsiteX3" fmla="*/ 1140598 w 10662015"/>
              <a:gd name="connsiteY3" fmla="*/ 686290 h 1027875"/>
              <a:gd name="connsiteX4" fmla="*/ 560675 w 10662015"/>
              <a:gd name="connsiteY4" fmla="*/ 1027875 h 1027875"/>
              <a:gd name="connsiteX5" fmla="*/ 3158 w 10662015"/>
              <a:gd name="connsiteY5" fmla="*/ 683957 h 1027875"/>
              <a:gd name="connsiteX6" fmla="*/ 0 w 10662015"/>
              <a:gd name="connsiteY6" fmla="*/ 0 h 1027875"/>
              <a:gd name="connsiteX0" fmla="*/ 0 w 10632772"/>
              <a:gd name="connsiteY0" fmla="*/ 0 h 1027875"/>
              <a:gd name="connsiteX1" fmla="*/ 10616776 w 10632772"/>
              <a:gd name="connsiteY1" fmla="*/ 559150 h 1027875"/>
              <a:gd name="connsiteX2" fmla="*/ 10632772 w 10632772"/>
              <a:gd name="connsiteY2" fmla="*/ 684236 h 1027875"/>
              <a:gd name="connsiteX3" fmla="*/ 1140598 w 10632772"/>
              <a:gd name="connsiteY3" fmla="*/ 686290 h 1027875"/>
              <a:gd name="connsiteX4" fmla="*/ 560675 w 10632772"/>
              <a:gd name="connsiteY4" fmla="*/ 1027875 h 1027875"/>
              <a:gd name="connsiteX5" fmla="*/ 3158 w 10632772"/>
              <a:gd name="connsiteY5" fmla="*/ 683957 h 1027875"/>
              <a:gd name="connsiteX6" fmla="*/ 0 w 10632772"/>
              <a:gd name="connsiteY6" fmla="*/ 0 h 1027875"/>
              <a:gd name="connsiteX0" fmla="*/ 5867 w 10629614"/>
              <a:gd name="connsiteY0" fmla="*/ 12316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5867 w 10629614"/>
              <a:gd name="connsiteY6" fmla="*/ 12316 h 468725"/>
              <a:gd name="connsiteX0" fmla="*/ 0 w 10636382"/>
              <a:gd name="connsiteY0" fmla="*/ 12316 h 468725"/>
              <a:gd name="connsiteX1" fmla="*/ 10620386 w 10636382"/>
              <a:gd name="connsiteY1" fmla="*/ 0 h 468725"/>
              <a:gd name="connsiteX2" fmla="*/ 10636382 w 10636382"/>
              <a:gd name="connsiteY2" fmla="*/ 125086 h 468725"/>
              <a:gd name="connsiteX3" fmla="*/ 1144208 w 10636382"/>
              <a:gd name="connsiteY3" fmla="*/ 127140 h 468725"/>
              <a:gd name="connsiteX4" fmla="*/ 564285 w 10636382"/>
              <a:gd name="connsiteY4" fmla="*/ 468725 h 468725"/>
              <a:gd name="connsiteX5" fmla="*/ 6768 w 10636382"/>
              <a:gd name="connsiteY5" fmla="*/ 124807 h 468725"/>
              <a:gd name="connsiteX6" fmla="*/ 0 w 10636382"/>
              <a:gd name="connsiteY6" fmla="*/ 12316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239608 w 10629614"/>
              <a:gd name="connsiteY0" fmla="*/ 21841 h 468725"/>
              <a:gd name="connsiteX1" fmla="*/ 10613618 w 10629614"/>
              <a:gd name="connsiteY1" fmla="*/ 0 h 468725"/>
              <a:gd name="connsiteX2" fmla="*/ 10629614 w 10629614"/>
              <a:gd name="connsiteY2" fmla="*/ 125086 h 468725"/>
              <a:gd name="connsiteX3" fmla="*/ 1137440 w 10629614"/>
              <a:gd name="connsiteY3" fmla="*/ 127140 h 468725"/>
              <a:gd name="connsiteX4" fmla="*/ 557517 w 10629614"/>
              <a:gd name="connsiteY4" fmla="*/ 468725 h 468725"/>
              <a:gd name="connsiteX5" fmla="*/ 0 w 10629614"/>
              <a:gd name="connsiteY5" fmla="*/ 124807 h 468725"/>
              <a:gd name="connsiteX6" fmla="*/ 239608 w 10629614"/>
              <a:gd name="connsiteY6" fmla="*/ 2184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065"/>
              <a:gd name="connsiteY0" fmla="*/ 2791 h 468725"/>
              <a:gd name="connsiteX1" fmla="*/ 10614069 w 10630065"/>
              <a:gd name="connsiteY1" fmla="*/ 0 h 468725"/>
              <a:gd name="connsiteX2" fmla="*/ 10630065 w 10630065"/>
              <a:gd name="connsiteY2" fmla="*/ 125086 h 468725"/>
              <a:gd name="connsiteX3" fmla="*/ 1137891 w 10630065"/>
              <a:gd name="connsiteY3" fmla="*/ 127140 h 468725"/>
              <a:gd name="connsiteX4" fmla="*/ 557968 w 10630065"/>
              <a:gd name="connsiteY4" fmla="*/ 468725 h 468725"/>
              <a:gd name="connsiteX5" fmla="*/ 451 w 10630065"/>
              <a:gd name="connsiteY5" fmla="*/ 124807 h 468725"/>
              <a:gd name="connsiteX6" fmla="*/ 0 w 10630065"/>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451 w 10630556"/>
              <a:gd name="connsiteY5" fmla="*/ 124807 h 468725"/>
              <a:gd name="connsiteX6" fmla="*/ 0 w 10630556"/>
              <a:gd name="connsiteY6"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0 w 10630556"/>
              <a:gd name="connsiteY0" fmla="*/ 2791 h 468725"/>
              <a:gd name="connsiteX1" fmla="*/ 10629862 w 10630556"/>
              <a:gd name="connsiteY1" fmla="*/ 0 h 468725"/>
              <a:gd name="connsiteX2" fmla="*/ 10630065 w 10630556"/>
              <a:gd name="connsiteY2" fmla="*/ 125086 h 468725"/>
              <a:gd name="connsiteX3" fmla="*/ 1137891 w 10630556"/>
              <a:gd name="connsiteY3" fmla="*/ 127140 h 468725"/>
              <a:gd name="connsiteX4" fmla="*/ 557968 w 10630556"/>
              <a:gd name="connsiteY4" fmla="*/ 468725 h 468725"/>
              <a:gd name="connsiteX5" fmla="*/ 75946 w 10630556"/>
              <a:gd name="connsiteY5" fmla="*/ 125867 h 468725"/>
              <a:gd name="connsiteX6" fmla="*/ 451 w 10630556"/>
              <a:gd name="connsiteY6" fmla="*/ 124807 h 468725"/>
              <a:gd name="connsiteX7" fmla="*/ 0 w 10630556"/>
              <a:gd name="connsiteY7" fmla="*/ 2791 h 468725"/>
              <a:gd name="connsiteX0" fmla="*/ 782750 w 11413306"/>
              <a:gd name="connsiteY0" fmla="*/ 2791 h 468725"/>
              <a:gd name="connsiteX1" fmla="*/ 11412612 w 11413306"/>
              <a:gd name="connsiteY1" fmla="*/ 0 h 468725"/>
              <a:gd name="connsiteX2" fmla="*/ 11412815 w 11413306"/>
              <a:gd name="connsiteY2" fmla="*/ 125086 h 468725"/>
              <a:gd name="connsiteX3" fmla="*/ 1920641 w 11413306"/>
              <a:gd name="connsiteY3" fmla="*/ 127140 h 468725"/>
              <a:gd name="connsiteX4" fmla="*/ 1340718 w 11413306"/>
              <a:gd name="connsiteY4" fmla="*/ 468725 h 468725"/>
              <a:gd name="connsiteX5" fmla="*/ 858696 w 11413306"/>
              <a:gd name="connsiteY5" fmla="*/ 125867 h 468725"/>
              <a:gd name="connsiteX6" fmla="*/ 782750 w 11413306"/>
              <a:gd name="connsiteY6" fmla="*/ 2791 h 468725"/>
              <a:gd name="connsiteX0" fmla="*/ 802813 w 11357561"/>
              <a:gd name="connsiteY0" fmla="*/ 2791 h 468725"/>
              <a:gd name="connsiteX1" fmla="*/ 11356867 w 11357561"/>
              <a:gd name="connsiteY1" fmla="*/ 0 h 468725"/>
              <a:gd name="connsiteX2" fmla="*/ 11357070 w 11357561"/>
              <a:gd name="connsiteY2" fmla="*/ 125086 h 468725"/>
              <a:gd name="connsiteX3" fmla="*/ 1864896 w 11357561"/>
              <a:gd name="connsiteY3" fmla="*/ 127140 h 468725"/>
              <a:gd name="connsiteX4" fmla="*/ 1284973 w 11357561"/>
              <a:gd name="connsiteY4" fmla="*/ 468725 h 468725"/>
              <a:gd name="connsiteX5" fmla="*/ 802951 w 11357561"/>
              <a:gd name="connsiteY5" fmla="*/ 125867 h 468725"/>
              <a:gd name="connsiteX6" fmla="*/ 802813 w 11357561"/>
              <a:gd name="connsiteY6" fmla="*/ 2791 h 468725"/>
              <a:gd name="connsiteX0" fmla="*/ 341552 w 10896300"/>
              <a:gd name="connsiteY0" fmla="*/ 2791 h 468725"/>
              <a:gd name="connsiteX1" fmla="*/ 10895606 w 10896300"/>
              <a:gd name="connsiteY1" fmla="*/ 0 h 468725"/>
              <a:gd name="connsiteX2" fmla="*/ 10895809 w 10896300"/>
              <a:gd name="connsiteY2" fmla="*/ 125086 h 468725"/>
              <a:gd name="connsiteX3" fmla="*/ 1403635 w 10896300"/>
              <a:gd name="connsiteY3" fmla="*/ 127140 h 468725"/>
              <a:gd name="connsiteX4" fmla="*/ 823712 w 10896300"/>
              <a:gd name="connsiteY4" fmla="*/ 468725 h 468725"/>
              <a:gd name="connsiteX5" fmla="*/ 341690 w 10896300"/>
              <a:gd name="connsiteY5" fmla="*/ 125867 h 468725"/>
              <a:gd name="connsiteX6" fmla="*/ 341552 w 10896300"/>
              <a:gd name="connsiteY6" fmla="*/ 2791 h 468725"/>
              <a:gd name="connsiteX0" fmla="*/ 41143 w 10595891"/>
              <a:gd name="connsiteY0" fmla="*/ 2791 h 468725"/>
              <a:gd name="connsiteX1" fmla="*/ 10595197 w 10595891"/>
              <a:gd name="connsiteY1" fmla="*/ 0 h 468725"/>
              <a:gd name="connsiteX2" fmla="*/ 10595400 w 10595891"/>
              <a:gd name="connsiteY2" fmla="*/ 125086 h 468725"/>
              <a:gd name="connsiteX3" fmla="*/ 1103226 w 10595891"/>
              <a:gd name="connsiteY3" fmla="*/ 127140 h 468725"/>
              <a:gd name="connsiteX4" fmla="*/ 523303 w 10595891"/>
              <a:gd name="connsiteY4" fmla="*/ 468725 h 468725"/>
              <a:gd name="connsiteX5" fmla="*/ 41281 w 10595891"/>
              <a:gd name="connsiteY5" fmla="*/ 125867 h 468725"/>
              <a:gd name="connsiteX6" fmla="*/ 41143 w 1059589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25867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2791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2791 h 468725"/>
              <a:gd name="connsiteX0" fmla="*/ 433 w 10555181"/>
              <a:gd name="connsiteY0" fmla="*/ 44066 h 468725"/>
              <a:gd name="connsiteX1" fmla="*/ 10554487 w 10555181"/>
              <a:gd name="connsiteY1" fmla="*/ 0 h 468725"/>
              <a:gd name="connsiteX2" fmla="*/ 10554690 w 10555181"/>
              <a:gd name="connsiteY2" fmla="*/ 125086 h 468725"/>
              <a:gd name="connsiteX3" fmla="*/ 1062516 w 10555181"/>
              <a:gd name="connsiteY3" fmla="*/ 127140 h 468725"/>
              <a:gd name="connsiteX4" fmla="*/ 482593 w 10555181"/>
              <a:gd name="connsiteY4" fmla="*/ 468725 h 468725"/>
              <a:gd name="connsiteX5" fmla="*/ 571 w 10555181"/>
              <a:gd name="connsiteY5" fmla="*/ 139671 h 468725"/>
              <a:gd name="connsiteX6" fmla="*/ 433 w 10555181"/>
              <a:gd name="connsiteY6" fmla="*/ 44066 h 468725"/>
              <a:gd name="connsiteX0" fmla="*/ 433 w 10554690"/>
              <a:gd name="connsiteY0" fmla="*/ 5966 h 430625"/>
              <a:gd name="connsiteX1" fmla="*/ 10551351 w 10554690"/>
              <a:gd name="connsiteY1" fmla="*/ 0 h 430625"/>
              <a:gd name="connsiteX2" fmla="*/ 10554690 w 10554690"/>
              <a:gd name="connsiteY2" fmla="*/ 86986 h 430625"/>
              <a:gd name="connsiteX3" fmla="*/ 1062516 w 10554690"/>
              <a:gd name="connsiteY3" fmla="*/ 89040 h 430625"/>
              <a:gd name="connsiteX4" fmla="*/ 482593 w 10554690"/>
              <a:gd name="connsiteY4" fmla="*/ 430625 h 430625"/>
              <a:gd name="connsiteX5" fmla="*/ 571 w 10554690"/>
              <a:gd name="connsiteY5" fmla="*/ 101571 h 430625"/>
              <a:gd name="connsiteX6" fmla="*/ 433 w 10554690"/>
              <a:gd name="connsiteY6" fmla="*/ 5966 h 430625"/>
              <a:gd name="connsiteX0" fmla="*/ 433 w 10554690"/>
              <a:gd name="connsiteY0" fmla="*/ 5966 h 427450"/>
              <a:gd name="connsiteX1" fmla="*/ 10551351 w 10554690"/>
              <a:gd name="connsiteY1" fmla="*/ 0 h 427450"/>
              <a:gd name="connsiteX2" fmla="*/ 10554690 w 10554690"/>
              <a:gd name="connsiteY2" fmla="*/ 86986 h 427450"/>
              <a:gd name="connsiteX3" fmla="*/ 1062516 w 10554690"/>
              <a:gd name="connsiteY3" fmla="*/ 89040 h 427450"/>
              <a:gd name="connsiteX4" fmla="*/ 482593 w 10554690"/>
              <a:gd name="connsiteY4" fmla="*/ 427450 h 427450"/>
              <a:gd name="connsiteX5" fmla="*/ 571 w 10554690"/>
              <a:gd name="connsiteY5" fmla="*/ 101571 h 427450"/>
              <a:gd name="connsiteX6" fmla="*/ 433 w 10554690"/>
              <a:gd name="connsiteY6" fmla="*/ 5966 h 427450"/>
              <a:gd name="connsiteX0" fmla="*/ 433 w 10554690"/>
              <a:gd name="connsiteY0" fmla="*/ 5966 h 427450"/>
              <a:gd name="connsiteX1" fmla="*/ 10551351 w 10554690"/>
              <a:gd name="connsiteY1" fmla="*/ 0 h 427450"/>
              <a:gd name="connsiteX2" fmla="*/ 10554690 w 10554690"/>
              <a:gd name="connsiteY2" fmla="*/ 86986 h 427450"/>
              <a:gd name="connsiteX3" fmla="*/ 10274940 w 10554690"/>
              <a:gd name="connsiteY3" fmla="*/ 87717 h 427450"/>
              <a:gd name="connsiteX4" fmla="*/ 1062516 w 10554690"/>
              <a:gd name="connsiteY4" fmla="*/ 89040 h 427450"/>
              <a:gd name="connsiteX5" fmla="*/ 482593 w 10554690"/>
              <a:gd name="connsiteY5" fmla="*/ 427450 h 427450"/>
              <a:gd name="connsiteX6" fmla="*/ 571 w 10554690"/>
              <a:gd name="connsiteY6" fmla="*/ 101571 h 427450"/>
              <a:gd name="connsiteX7" fmla="*/ 433 w 10554690"/>
              <a:gd name="connsiteY7" fmla="*/ 5966 h 427450"/>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75754 h 497238"/>
              <a:gd name="connsiteX1" fmla="*/ 10551351 w 10554691"/>
              <a:gd name="connsiteY1" fmla="*/ 69788 h 497238"/>
              <a:gd name="connsiteX2" fmla="*/ 10554691 w 10554691"/>
              <a:gd name="connsiteY2" fmla="*/ 64699 h 497238"/>
              <a:gd name="connsiteX3" fmla="*/ 10274940 w 10554691"/>
              <a:gd name="connsiteY3" fmla="*/ 157505 h 497238"/>
              <a:gd name="connsiteX4" fmla="*/ 1062516 w 10554691"/>
              <a:gd name="connsiteY4" fmla="*/ 158828 h 497238"/>
              <a:gd name="connsiteX5" fmla="*/ 482593 w 10554691"/>
              <a:gd name="connsiteY5" fmla="*/ 497238 h 497238"/>
              <a:gd name="connsiteX6" fmla="*/ 571 w 10554691"/>
              <a:gd name="connsiteY6" fmla="*/ 171359 h 497238"/>
              <a:gd name="connsiteX7" fmla="*/ 433 w 10554691"/>
              <a:gd name="connsiteY7" fmla="*/ 75754 h 497238"/>
              <a:gd name="connsiteX0" fmla="*/ 433 w 10554691"/>
              <a:gd name="connsiteY0" fmla="*/ 60438 h 481922"/>
              <a:gd name="connsiteX1" fmla="*/ 10551351 w 10554691"/>
              <a:gd name="connsiteY1" fmla="*/ 54472 h 481922"/>
              <a:gd name="connsiteX2" fmla="*/ 10554691 w 10554691"/>
              <a:gd name="connsiteY2" fmla="*/ 49383 h 481922"/>
              <a:gd name="connsiteX3" fmla="*/ 10274940 w 10554691"/>
              <a:gd name="connsiteY3" fmla="*/ 142189 h 481922"/>
              <a:gd name="connsiteX4" fmla="*/ 1062516 w 10554691"/>
              <a:gd name="connsiteY4" fmla="*/ 143512 h 481922"/>
              <a:gd name="connsiteX5" fmla="*/ 482593 w 10554691"/>
              <a:gd name="connsiteY5" fmla="*/ 481922 h 481922"/>
              <a:gd name="connsiteX6" fmla="*/ 571 w 10554691"/>
              <a:gd name="connsiteY6" fmla="*/ 156043 h 481922"/>
              <a:gd name="connsiteX7" fmla="*/ 433 w 10554691"/>
              <a:gd name="connsiteY7" fmla="*/ 60438 h 481922"/>
              <a:gd name="connsiteX0" fmla="*/ 433 w 11661532"/>
              <a:gd name="connsiteY0" fmla="*/ 5966 h 427450"/>
              <a:gd name="connsiteX1" fmla="*/ 10551351 w 11661532"/>
              <a:gd name="connsiteY1" fmla="*/ 0 h 427450"/>
              <a:gd name="connsiteX2" fmla="*/ 10274940 w 11661532"/>
              <a:gd name="connsiteY2" fmla="*/ 87717 h 427450"/>
              <a:gd name="connsiteX3" fmla="*/ 1062516 w 11661532"/>
              <a:gd name="connsiteY3" fmla="*/ 89040 h 427450"/>
              <a:gd name="connsiteX4" fmla="*/ 482593 w 11661532"/>
              <a:gd name="connsiteY4" fmla="*/ 427450 h 427450"/>
              <a:gd name="connsiteX5" fmla="*/ 571 w 11661532"/>
              <a:gd name="connsiteY5" fmla="*/ 101571 h 427450"/>
              <a:gd name="connsiteX6" fmla="*/ 433 w 11661532"/>
              <a:gd name="connsiteY6" fmla="*/ 5966 h 427450"/>
              <a:gd name="connsiteX0" fmla="*/ 433 w 11071037"/>
              <a:gd name="connsiteY0" fmla="*/ 6015 h 427499"/>
              <a:gd name="connsiteX1" fmla="*/ 10551351 w 11071037"/>
              <a:gd name="connsiteY1" fmla="*/ 49 h 427499"/>
              <a:gd name="connsiteX2" fmla="*/ 10274940 w 11071037"/>
              <a:gd name="connsiteY2" fmla="*/ 87766 h 427499"/>
              <a:gd name="connsiteX3" fmla="*/ 1062516 w 11071037"/>
              <a:gd name="connsiteY3" fmla="*/ 89089 h 427499"/>
              <a:gd name="connsiteX4" fmla="*/ 482593 w 11071037"/>
              <a:gd name="connsiteY4" fmla="*/ 427499 h 427499"/>
              <a:gd name="connsiteX5" fmla="*/ 571 w 11071037"/>
              <a:gd name="connsiteY5" fmla="*/ 101620 h 427499"/>
              <a:gd name="connsiteX6" fmla="*/ 433 w 11071037"/>
              <a:gd name="connsiteY6" fmla="*/ 6015 h 427499"/>
              <a:gd name="connsiteX0" fmla="*/ 433 w 11057538"/>
              <a:gd name="connsiteY0" fmla="*/ 5966 h 427450"/>
              <a:gd name="connsiteX1" fmla="*/ 10551351 w 11057538"/>
              <a:gd name="connsiteY1" fmla="*/ 0 h 427450"/>
              <a:gd name="connsiteX2" fmla="*/ 10274940 w 11057538"/>
              <a:gd name="connsiteY2" fmla="*/ 87717 h 427450"/>
              <a:gd name="connsiteX3" fmla="*/ 1062516 w 11057538"/>
              <a:gd name="connsiteY3" fmla="*/ 89040 h 427450"/>
              <a:gd name="connsiteX4" fmla="*/ 482593 w 11057538"/>
              <a:gd name="connsiteY4" fmla="*/ 427450 h 427450"/>
              <a:gd name="connsiteX5" fmla="*/ 571 w 11057538"/>
              <a:gd name="connsiteY5" fmla="*/ 101571 h 427450"/>
              <a:gd name="connsiteX6" fmla="*/ 433 w 11057538"/>
              <a:gd name="connsiteY6" fmla="*/ 5966 h 427450"/>
              <a:gd name="connsiteX0" fmla="*/ 433 w 10551351"/>
              <a:gd name="connsiteY0" fmla="*/ 5966 h 427450"/>
              <a:gd name="connsiteX1" fmla="*/ 10551351 w 10551351"/>
              <a:gd name="connsiteY1" fmla="*/ 0 h 427450"/>
              <a:gd name="connsiteX2" fmla="*/ 10274940 w 10551351"/>
              <a:gd name="connsiteY2" fmla="*/ 87717 h 427450"/>
              <a:gd name="connsiteX3" fmla="*/ 1062516 w 10551351"/>
              <a:gd name="connsiteY3" fmla="*/ 89040 h 427450"/>
              <a:gd name="connsiteX4" fmla="*/ 482593 w 10551351"/>
              <a:gd name="connsiteY4" fmla="*/ 427450 h 427450"/>
              <a:gd name="connsiteX5" fmla="*/ 571 w 10551351"/>
              <a:gd name="connsiteY5" fmla="*/ 101571 h 427450"/>
              <a:gd name="connsiteX6" fmla="*/ 433 w 10551351"/>
              <a:gd name="connsiteY6" fmla="*/ 5966 h 427450"/>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433 w 10551351"/>
              <a:gd name="connsiteY0" fmla="*/ 5966 h 341725"/>
              <a:gd name="connsiteX1" fmla="*/ 10551351 w 10551351"/>
              <a:gd name="connsiteY1" fmla="*/ 0 h 341725"/>
              <a:gd name="connsiteX2" fmla="*/ 10274940 w 10551351"/>
              <a:gd name="connsiteY2" fmla="*/ 87717 h 341725"/>
              <a:gd name="connsiteX3" fmla="*/ 1062516 w 10551351"/>
              <a:gd name="connsiteY3" fmla="*/ 89040 h 341725"/>
              <a:gd name="connsiteX4" fmla="*/ 482593 w 10551351"/>
              <a:gd name="connsiteY4" fmla="*/ 341725 h 341725"/>
              <a:gd name="connsiteX5" fmla="*/ 571 w 10551351"/>
              <a:gd name="connsiteY5" fmla="*/ 101571 h 341725"/>
              <a:gd name="connsiteX6" fmla="*/ 433 w 10551351"/>
              <a:gd name="connsiteY6" fmla="*/ 5966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0 w 11177990"/>
              <a:gd name="connsiteY6" fmla="*/ 2791 h 341725"/>
              <a:gd name="connsiteX0" fmla="*/ 780014 w 11958004"/>
              <a:gd name="connsiteY0" fmla="*/ 2791 h 341725"/>
              <a:gd name="connsiteX1" fmla="*/ 11958004 w 11958004"/>
              <a:gd name="connsiteY1" fmla="*/ 0 h 341725"/>
              <a:gd name="connsiteX2" fmla="*/ 11681593 w 11958004"/>
              <a:gd name="connsiteY2" fmla="*/ 87717 h 341725"/>
              <a:gd name="connsiteX3" fmla="*/ 2469169 w 11958004"/>
              <a:gd name="connsiteY3" fmla="*/ 89040 h 341725"/>
              <a:gd name="connsiteX4" fmla="*/ 1889246 w 11958004"/>
              <a:gd name="connsiteY4" fmla="*/ 341725 h 341725"/>
              <a:gd name="connsiteX5" fmla="*/ 1407224 w 11958004"/>
              <a:gd name="connsiteY5" fmla="*/ 101571 h 341725"/>
              <a:gd name="connsiteX6" fmla="*/ 998158 w 11958004"/>
              <a:gd name="connsiteY6" fmla="*/ 40093 h 341725"/>
              <a:gd name="connsiteX7" fmla="*/ 780014 w 11958004"/>
              <a:gd name="connsiteY7" fmla="*/ 2791 h 341725"/>
              <a:gd name="connsiteX0" fmla="*/ 758495 w 11936485"/>
              <a:gd name="connsiteY0" fmla="*/ 2791 h 341725"/>
              <a:gd name="connsiteX1" fmla="*/ 11936485 w 11936485"/>
              <a:gd name="connsiteY1" fmla="*/ 0 h 341725"/>
              <a:gd name="connsiteX2" fmla="*/ 11660074 w 11936485"/>
              <a:gd name="connsiteY2" fmla="*/ 87717 h 341725"/>
              <a:gd name="connsiteX3" fmla="*/ 2447650 w 11936485"/>
              <a:gd name="connsiteY3" fmla="*/ 89040 h 341725"/>
              <a:gd name="connsiteX4" fmla="*/ 1867727 w 11936485"/>
              <a:gd name="connsiteY4" fmla="*/ 341725 h 341725"/>
              <a:gd name="connsiteX5" fmla="*/ 1385705 w 11936485"/>
              <a:gd name="connsiteY5" fmla="*/ 101571 h 341725"/>
              <a:gd name="connsiteX6" fmla="*/ 976639 w 11936485"/>
              <a:gd name="connsiteY6" fmla="*/ 40093 h 341725"/>
              <a:gd name="connsiteX7" fmla="*/ 758495 w 11936485"/>
              <a:gd name="connsiteY7" fmla="*/ 2791 h 341725"/>
              <a:gd name="connsiteX0" fmla="*/ 0 w 11177990"/>
              <a:gd name="connsiteY0" fmla="*/ 2791 h 341725"/>
              <a:gd name="connsiteX1" fmla="*/ 11177990 w 11177990"/>
              <a:gd name="connsiteY1" fmla="*/ 0 h 341725"/>
              <a:gd name="connsiteX2" fmla="*/ 10901579 w 11177990"/>
              <a:gd name="connsiteY2" fmla="*/ 87717 h 341725"/>
              <a:gd name="connsiteX3" fmla="*/ 1689155 w 11177990"/>
              <a:gd name="connsiteY3" fmla="*/ 89040 h 341725"/>
              <a:gd name="connsiteX4" fmla="*/ 1109232 w 11177990"/>
              <a:gd name="connsiteY4" fmla="*/ 341725 h 341725"/>
              <a:gd name="connsiteX5" fmla="*/ 627210 w 11177990"/>
              <a:gd name="connsiteY5" fmla="*/ 101571 h 341725"/>
              <a:gd name="connsiteX6" fmla="*/ 218144 w 11177990"/>
              <a:gd name="connsiteY6" fmla="*/ 40093 h 341725"/>
              <a:gd name="connsiteX7" fmla="*/ 0 w 11177990"/>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94068 h 341725"/>
              <a:gd name="connsiteX7" fmla="*/ 1331 w 11179321"/>
              <a:gd name="connsiteY7" fmla="*/ 2791 h 341725"/>
              <a:gd name="connsiteX0" fmla="*/ 1331 w 11179321"/>
              <a:gd name="connsiteY0" fmla="*/ 2791 h 341725"/>
              <a:gd name="connsiteX1" fmla="*/ 11179321 w 11179321"/>
              <a:gd name="connsiteY1" fmla="*/ 0 h 341725"/>
              <a:gd name="connsiteX2" fmla="*/ 10902910 w 11179321"/>
              <a:gd name="connsiteY2" fmla="*/ 87717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1179321"/>
              <a:gd name="connsiteY0" fmla="*/ 2791 h 341725"/>
              <a:gd name="connsiteX1" fmla="*/ 11179321 w 11179321"/>
              <a:gd name="connsiteY1" fmla="*/ 0 h 341725"/>
              <a:gd name="connsiteX2" fmla="*/ 10567427 w 11179321"/>
              <a:gd name="connsiteY2" fmla="*/ 90892 h 341725"/>
              <a:gd name="connsiteX3" fmla="*/ 1690486 w 11179321"/>
              <a:gd name="connsiteY3" fmla="*/ 89040 h 341725"/>
              <a:gd name="connsiteX4" fmla="*/ 1110563 w 11179321"/>
              <a:gd name="connsiteY4" fmla="*/ 341725 h 341725"/>
              <a:gd name="connsiteX5" fmla="*/ 628541 w 11179321"/>
              <a:gd name="connsiteY5" fmla="*/ 101571 h 341725"/>
              <a:gd name="connsiteX6" fmla="*/ 0 w 11179321"/>
              <a:gd name="connsiteY6" fmla="*/ 103593 h 341725"/>
              <a:gd name="connsiteX7" fmla="*/ 1331 w 11179321"/>
              <a:gd name="connsiteY7" fmla="*/ 2791 h 341725"/>
              <a:gd name="connsiteX0" fmla="*/ 1331 w 10600099"/>
              <a:gd name="connsiteY0" fmla="*/ 2791 h 341725"/>
              <a:gd name="connsiteX1" fmla="*/ 10561656 w 10600099"/>
              <a:gd name="connsiteY1" fmla="*/ 0 h 341725"/>
              <a:gd name="connsiteX2" fmla="*/ 10567427 w 10600099"/>
              <a:gd name="connsiteY2" fmla="*/ 90892 h 341725"/>
              <a:gd name="connsiteX3" fmla="*/ 1690486 w 10600099"/>
              <a:gd name="connsiteY3" fmla="*/ 89040 h 341725"/>
              <a:gd name="connsiteX4" fmla="*/ 1110563 w 10600099"/>
              <a:gd name="connsiteY4" fmla="*/ 341725 h 341725"/>
              <a:gd name="connsiteX5" fmla="*/ 628541 w 10600099"/>
              <a:gd name="connsiteY5" fmla="*/ 101571 h 341725"/>
              <a:gd name="connsiteX6" fmla="*/ 0 w 10600099"/>
              <a:gd name="connsiteY6" fmla="*/ 103593 h 341725"/>
              <a:gd name="connsiteX7" fmla="*/ 1331 w 10600099"/>
              <a:gd name="connsiteY7" fmla="*/ 2791 h 341725"/>
              <a:gd name="connsiteX0" fmla="*/ 1331 w 10567427"/>
              <a:gd name="connsiteY0" fmla="*/ 2791 h 341725"/>
              <a:gd name="connsiteX1" fmla="*/ 10561656 w 10567427"/>
              <a:gd name="connsiteY1" fmla="*/ 0 h 341725"/>
              <a:gd name="connsiteX2" fmla="*/ 10567427 w 10567427"/>
              <a:gd name="connsiteY2" fmla="*/ 90892 h 341725"/>
              <a:gd name="connsiteX3" fmla="*/ 1690486 w 10567427"/>
              <a:gd name="connsiteY3" fmla="*/ 89040 h 341725"/>
              <a:gd name="connsiteX4" fmla="*/ 1110563 w 10567427"/>
              <a:gd name="connsiteY4" fmla="*/ 341725 h 341725"/>
              <a:gd name="connsiteX5" fmla="*/ 628541 w 10567427"/>
              <a:gd name="connsiteY5" fmla="*/ 101571 h 341725"/>
              <a:gd name="connsiteX6" fmla="*/ 0 w 10567427"/>
              <a:gd name="connsiteY6" fmla="*/ 103593 h 341725"/>
              <a:gd name="connsiteX7" fmla="*/ 1331 w 10567427"/>
              <a:gd name="connsiteY7" fmla="*/ 2791 h 341725"/>
              <a:gd name="connsiteX0" fmla="*/ 1331 w 10561687"/>
              <a:gd name="connsiteY0" fmla="*/ 2791 h 341725"/>
              <a:gd name="connsiteX1" fmla="*/ 10561656 w 10561687"/>
              <a:gd name="connsiteY1" fmla="*/ 0 h 341725"/>
              <a:gd name="connsiteX2" fmla="*/ 10561157 w 10561687"/>
              <a:gd name="connsiteY2" fmla="*/ 90892 h 341725"/>
              <a:gd name="connsiteX3" fmla="*/ 1690486 w 10561687"/>
              <a:gd name="connsiteY3" fmla="*/ 89040 h 341725"/>
              <a:gd name="connsiteX4" fmla="*/ 1110563 w 10561687"/>
              <a:gd name="connsiteY4" fmla="*/ 341725 h 341725"/>
              <a:gd name="connsiteX5" fmla="*/ 628541 w 10561687"/>
              <a:gd name="connsiteY5" fmla="*/ 101571 h 341725"/>
              <a:gd name="connsiteX6" fmla="*/ 0 w 10561687"/>
              <a:gd name="connsiteY6" fmla="*/ 103593 h 341725"/>
              <a:gd name="connsiteX7" fmla="*/ 1331 w 10561687"/>
              <a:gd name="connsiteY7" fmla="*/ 2791 h 341725"/>
              <a:gd name="connsiteX0" fmla="*/ 1331 w 10562072"/>
              <a:gd name="connsiteY0" fmla="*/ 2791 h 341725"/>
              <a:gd name="connsiteX1" fmla="*/ 10561656 w 10562072"/>
              <a:gd name="connsiteY1" fmla="*/ 0 h 341725"/>
              <a:gd name="connsiteX2" fmla="*/ 10561157 w 10562072"/>
              <a:gd name="connsiteY2" fmla="*/ 90892 h 341725"/>
              <a:gd name="connsiteX3" fmla="*/ 1690486 w 10562072"/>
              <a:gd name="connsiteY3" fmla="*/ 89040 h 341725"/>
              <a:gd name="connsiteX4" fmla="*/ 1110563 w 10562072"/>
              <a:gd name="connsiteY4" fmla="*/ 341725 h 341725"/>
              <a:gd name="connsiteX5" fmla="*/ 628541 w 10562072"/>
              <a:gd name="connsiteY5" fmla="*/ 101571 h 341725"/>
              <a:gd name="connsiteX6" fmla="*/ 0 w 10562072"/>
              <a:gd name="connsiteY6" fmla="*/ 103593 h 341725"/>
              <a:gd name="connsiteX7" fmla="*/ 1331 w 10562072"/>
              <a:gd name="connsiteY7" fmla="*/ 2791 h 341725"/>
              <a:gd name="connsiteX0" fmla="*/ 1331 w 10562072"/>
              <a:gd name="connsiteY0" fmla="*/ 2791 h 887696"/>
              <a:gd name="connsiteX1" fmla="*/ 10561656 w 10562072"/>
              <a:gd name="connsiteY1" fmla="*/ 0 h 887696"/>
              <a:gd name="connsiteX2" fmla="*/ 10561157 w 10562072"/>
              <a:gd name="connsiteY2" fmla="*/ 90892 h 887696"/>
              <a:gd name="connsiteX3" fmla="*/ 1690486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628541 w 10562072"/>
              <a:gd name="connsiteY5" fmla="*/ 101571 h 887696"/>
              <a:gd name="connsiteX6" fmla="*/ 0 w 10562072"/>
              <a:gd name="connsiteY6" fmla="*/ 103593 h 887696"/>
              <a:gd name="connsiteX7" fmla="*/ 1331 w 10562072"/>
              <a:gd name="connsiteY7" fmla="*/ 2791 h 887696"/>
              <a:gd name="connsiteX0" fmla="*/ 1331 w 10562072"/>
              <a:gd name="connsiteY0" fmla="*/ 2791 h 887702"/>
              <a:gd name="connsiteX1" fmla="*/ 10561656 w 10562072"/>
              <a:gd name="connsiteY1" fmla="*/ 0 h 887702"/>
              <a:gd name="connsiteX2" fmla="*/ 10561157 w 10562072"/>
              <a:gd name="connsiteY2" fmla="*/ 90892 h 887702"/>
              <a:gd name="connsiteX3" fmla="*/ 2317558 w 10562072"/>
              <a:gd name="connsiteY3" fmla="*/ 89040 h 887702"/>
              <a:gd name="connsiteX4" fmla="*/ 1180889 w 10562072"/>
              <a:gd name="connsiteY4" fmla="*/ 887696 h 887702"/>
              <a:gd name="connsiteX5" fmla="*/ 0 w 10562072"/>
              <a:gd name="connsiteY5" fmla="*/ 103593 h 887702"/>
              <a:gd name="connsiteX6" fmla="*/ 1331 w 10562072"/>
              <a:gd name="connsiteY6" fmla="*/ 2791 h 887702"/>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1331 w 10562072"/>
              <a:gd name="connsiteY0" fmla="*/ 2791 h 887696"/>
              <a:gd name="connsiteX1" fmla="*/ 10561656 w 10562072"/>
              <a:gd name="connsiteY1" fmla="*/ 0 h 887696"/>
              <a:gd name="connsiteX2" fmla="*/ 10561157 w 10562072"/>
              <a:gd name="connsiteY2" fmla="*/ 90892 h 887696"/>
              <a:gd name="connsiteX3" fmla="*/ 2317558 w 10562072"/>
              <a:gd name="connsiteY3" fmla="*/ 89040 h 887696"/>
              <a:gd name="connsiteX4" fmla="*/ 1180889 w 10562072"/>
              <a:gd name="connsiteY4" fmla="*/ 887696 h 887696"/>
              <a:gd name="connsiteX5" fmla="*/ 0 w 10562072"/>
              <a:gd name="connsiteY5" fmla="*/ 103593 h 887696"/>
              <a:gd name="connsiteX6" fmla="*/ 1331 w 10562072"/>
              <a:gd name="connsiteY6" fmla="*/ 2791 h 887696"/>
              <a:gd name="connsiteX0" fmla="*/ 0 w 10568342"/>
              <a:gd name="connsiteY0" fmla="*/ 0 h 2916892"/>
              <a:gd name="connsiteX1" fmla="*/ 10567926 w 10568342"/>
              <a:gd name="connsiteY1" fmla="*/ 2029196 h 2916892"/>
              <a:gd name="connsiteX2" fmla="*/ 10567427 w 10568342"/>
              <a:gd name="connsiteY2" fmla="*/ 2120088 h 2916892"/>
              <a:gd name="connsiteX3" fmla="*/ 2323828 w 10568342"/>
              <a:gd name="connsiteY3" fmla="*/ 2118236 h 2916892"/>
              <a:gd name="connsiteX4" fmla="*/ 1187159 w 10568342"/>
              <a:gd name="connsiteY4" fmla="*/ 2916892 h 2916892"/>
              <a:gd name="connsiteX5" fmla="*/ 6270 w 10568342"/>
              <a:gd name="connsiteY5" fmla="*/ 2132789 h 2916892"/>
              <a:gd name="connsiteX6" fmla="*/ 0 w 10568342"/>
              <a:gd name="connsiteY6" fmla="*/ 0 h 2916892"/>
              <a:gd name="connsiteX0" fmla="*/ 0 w 10575943"/>
              <a:gd name="connsiteY0" fmla="*/ 0 h 2955377"/>
              <a:gd name="connsiteX1" fmla="*/ 10575527 w 10575943"/>
              <a:gd name="connsiteY1" fmla="*/ 2067681 h 2955377"/>
              <a:gd name="connsiteX2" fmla="*/ 10575028 w 10575943"/>
              <a:gd name="connsiteY2" fmla="*/ 2158573 h 2955377"/>
              <a:gd name="connsiteX3" fmla="*/ 2331429 w 10575943"/>
              <a:gd name="connsiteY3" fmla="*/ 2156721 h 2955377"/>
              <a:gd name="connsiteX4" fmla="*/ 1194760 w 10575943"/>
              <a:gd name="connsiteY4" fmla="*/ 2955377 h 2955377"/>
              <a:gd name="connsiteX5" fmla="*/ 13871 w 10575943"/>
              <a:gd name="connsiteY5" fmla="*/ 2171274 h 2955377"/>
              <a:gd name="connsiteX6" fmla="*/ 0 w 10575943"/>
              <a:gd name="connsiteY6" fmla="*/ 0 h 2955377"/>
              <a:gd name="connsiteX0" fmla="*/ 267371 w 10562072"/>
              <a:gd name="connsiteY0" fmla="*/ 0 h 2685985"/>
              <a:gd name="connsiteX1" fmla="*/ 10561656 w 10562072"/>
              <a:gd name="connsiteY1" fmla="*/ 1798289 h 2685985"/>
              <a:gd name="connsiteX2" fmla="*/ 10561157 w 10562072"/>
              <a:gd name="connsiteY2" fmla="*/ 1889181 h 2685985"/>
              <a:gd name="connsiteX3" fmla="*/ 2317558 w 10562072"/>
              <a:gd name="connsiteY3" fmla="*/ 1887329 h 2685985"/>
              <a:gd name="connsiteX4" fmla="*/ 1180889 w 10562072"/>
              <a:gd name="connsiteY4" fmla="*/ 2685985 h 2685985"/>
              <a:gd name="connsiteX5" fmla="*/ 0 w 10562072"/>
              <a:gd name="connsiteY5" fmla="*/ 1901882 h 2685985"/>
              <a:gd name="connsiteX6" fmla="*/ 267371 w 10562072"/>
              <a:gd name="connsiteY6" fmla="*/ 0 h 2685985"/>
              <a:gd name="connsiteX0" fmla="*/ 1331 w 10562072"/>
              <a:gd name="connsiteY0" fmla="*/ 0 h 2955377"/>
              <a:gd name="connsiteX1" fmla="*/ 10561656 w 10562072"/>
              <a:gd name="connsiteY1" fmla="*/ 2067681 h 2955377"/>
              <a:gd name="connsiteX2" fmla="*/ 10561157 w 10562072"/>
              <a:gd name="connsiteY2" fmla="*/ 2158573 h 2955377"/>
              <a:gd name="connsiteX3" fmla="*/ 2317558 w 10562072"/>
              <a:gd name="connsiteY3" fmla="*/ 2156721 h 2955377"/>
              <a:gd name="connsiteX4" fmla="*/ 1180889 w 10562072"/>
              <a:gd name="connsiteY4" fmla="*/ 2955377 h 2955377"/>
              <a:gd name="connsiteX5" fmla="*/ 0 w 10562072"/>
              <a:gd name="connsiteY5" fmla="*/ 2171274 h 2955377"/>
              <a:gd name="connsiteX6" fmla="*/ 1331 w 10562072"/>
              <a:gd name="connsiteY6" fmla="*/ 0 h 2955377"/>
              <a:gd name="connsiteX0" fmla="*/ 1331 w 10562072"/>
              <a:gd name="connsiteY0" fmla="*/ 2791 h 2958168"/>
              <a:gd name="connsiteX1" fmla="*/ 10561655 w 10562072"/>
              <a:gd name="connsiteY1" fmla="*/ 0 h 2958168"/>
              <a:gd name="connsiteX2" fmla="*/ 10561157 w 10562072"/>
              <a:gd name="connsiteY2" fmla="*/ 2161364 h 2958168"/>
              <a:gd name="connsiteX3" fmla="*/ 2317558 w 10562072"/>
              <a:gd name="connsiteY3" fmla="*/ 2159512 h 2958168"/>
              <a:gd name="connsiteX4" fmla="*/ 1180889 w 10562072"/>
              <a:gd name="connsiteY4" fmla="*/ 2958168 h 2958168"/>
              <a:gd name="connsiteX5" fmla="*/ 0 w 10562072"/>
              <a:gd name="connsiteY5" fmla="*/ 2174065 h 2958168"/>
              <a:gd name="connsiteX6" fmla="*/ 1331 w 10562072"/>
              <a:gd name="connsiteY6" fmla="*/ 2791 h 2958168"/>
              <a:gd name="connsiteX0" fmla="*/ 1331 w 10562072"/>
              <a:gd name="connsiteY0" fmla="*/ 2791 h 2958168"/>
              <a:gd name="connsiteX1" fmla="*/ 10561655 w 10562072"/>
              <a:gd name="connsiteY1" fmla="*/ 0 h 2958168"/>
              <a:gd name="connsiteX2" fmla="*/ 10561157 w 10562072"/>
              <a:gd name="connsiteY2" fmla="*/ 2161364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7"/>
              <a:gd name="connsiteY0" fmla="*/ 2791 h 2958168"/>
              <a:gd name="connsiteX1" fmla="*/ 10561655 w 10561657"/>
              <a:gd name="connsiteY1" fmla="*/ 0 h 2958168"/>
              <a:gd name="connsiteX2" fmla="*/ 10469943 w 10561657"/>
              <a:gd name="connsiteY2" fmla="*/ 668161 h 2958168"/>
              <a:gd name="connsiteX3" fmla="*/ 9288594 w 10561657"/>
              <a:gd name="connsiteY3" fmla="*/ 2153103 h 2958168"/>
              <a:gd name="connsiteX4" fmla="*/ 2317558 w 10561657"/>
              <a:gd name="connsiteY4" fmla="*/ 2159512 h 2958168"/>
              <a:gd name="connsiteX5" fmla="*/ 1180889 w 10561657"/>
              <a:gd name="connsiteY5" fmla="*/ 2958168 h 2958168"/>
              <a:gd name="connsiteX6" fmla="*/ 0 w 10561657"/>
              <a:gd name="connsiteY6" fmla="*/ 2174065 h 2958168"/>
              <a:gd name="connsiteX7" fmla="*/ 1331 w 10561657"/>
              <a:gd name="connsiteY7" fmla="*/ 2791 h 2958168"/>
              <a:gd name="connsiteX0" fmla="*/ 1331 w 10562072"/>
              <a:gd name="connsiteY0" fmla="*/ 2791 h 2958168"/>
              <a:gd name="connsiteX1" fmla="*/ 10561655 w 10562072"/>
              <a:gd name="connsiteY1" fmla="*/ 0 h 2958168"/>
              <a:gd name="connsiteX2" fmla="*/ 10561157 w 10562072"/>
              <a:gd name="connsiteY2" fmla="*/ 1468641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1655"/>
              <a:gd name="connsiteY0" fmla="*/ 2791 h 2958168"/>
              <a:gd name="connsiteX1" fmla="*/ 10561655 w 10561655"/>
              <a:gd name="connsiteY1" fmla="*/ 0 h 2958168"/>
              <a:gd name="connsiteX2" fmla="*/ 10196302 w 10561655"/>
              <a:gd name="connsiteY2" fmla="*/ 1183855 h 2958168"/>
              <a:gd name="connsiteX3" fmla="*/ 9288594 w 10561655"/>
              <a:gd name="connsiteY3" fmla="*/ 2153103 h 2958168"/>
              <a:gd name="connsiteX4" fmla="*/ 2317558 w 10561655"/>
              <a:gd name="connsiteY4" fmla="*/ 2159512 h 2958168"/>
              <a:gd name="connsiteX5" fmla="*/ 1180889 w 10561655"/>
              <a:gd name="connsiteY5" fmla="*/ 2958168 h 2958168"/>
              <a:gd name="connsiteX6" fmla="*/ 0 w 10561655"/>
              <a:gd name="connsiteY6" fmla="*/ 2174065 h 2958168"/>
              <a:gd name="connsiteX7" fmla="*/ 1331 w 10561655"/>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072"/>
              <a:gd name="connsiteY0" fmla="*/ 2791 h 2958168"/>
              <a:gd name="connsiteX1" fmla="*/ 10561655 w 10562072"/>
              <a:gd name="connsiteY1" fmla="*/ 0 h 2958168"/>
              <a:gd name="connsiteX2" fmla="*/ 10561157 w 10562072"/>
              <a:gd name="connsiteY2" fmla="*/ 1476338 h 2958168"/>
              <a:gd name="connsiteX3" fmla="*/ 9288594 w 10562072"/>
              <a:gd name="connsiteY3" fmla="*/ 2153103 h 2958168"/>
              <a:gd name="connsiteX4" fmla="*/ 2317558 w 10562072"/>
              <a:gd name="connsiteY4" fmla="*/ 2159512 h 2958168"/>
              <a:gd name="connsiteX5" fmla="*/ 1180889 w 10562072"/>
              <a:gd name="connsiteY5" fmla="*/ 2958168 h 2958168"/>
              <a:gd name="connsiteX6" fmla="*/ 0 w 10562072"/>
              <a:gd name="connsiteY6" fmla="*/ 2174065 h 2958168"/>
              <a:gd name="connsiteX7" fmla="*/ 1331 w 10562072"/>
              <a:gd name="connsiteY7" fmla="*/ 2791 h 2958168"/>
              <a:gd name="connsiteX0" fmla="*/ 1331 w 10562411"/>
              <a:gd name="connsiteY0" fmla="*/ 2791 h 3881172"/>
              <a:gd name="connsiteX1" fmla="*/ 10561655 w 10562411"/>
              <a:gd name="connsiteY1" fmla="*/ 0 h 3881172"/>
              <a:gd name="connsiteX2" fmla="*/ 10561157 w 10562411"/>
              <a:gd name="connsiteY2" fmla="*/ 1476338 h 3881172"/>
              <a:gd name="connsiteX3" fmla="*/ 9288594 w 10562411"/>
              <a:gd name="connsiteY3" fmla="*/ 2153103 h 3881172"/>
              <a:gd name="connsiteX4" fmla="*/ 2317558 w 10562411"/>
              <a:gd name="connsiteY4" fmla="*/ 2159512 h 3881172"/>
              <a:gd name="connsiteX5" fmla="*/ 1180889 w 10562411"/>
              <a:gd name="connsiteY5" fmla="*/ 2958168 h 3881172"/>
              <a:gd name="connsiteX6" fmla="*/ 0 w 10562411"/>
              <a:gd name="connsiteY6" fmla="*/ 2174065 h 3881172"/>
              <a:gd name="connsiteX7" fmla="*/ 1331 w 10562411"/>
              <a:gd name="connsiteY7" fmla="*/ 2791 h 3881172"/>
              <a:gd name="connsiteX0" fmla="*/ 1331 w 10562411"/>
              <a:gd name="connsiteY0" fmla="*/ 2791 h 4143392"/>
              <a:gd name="connsiteX1" fmla="*/ 10561655 w 10562411"/>
              <a:gd name="connsiteY1" fmla="*/ 0 h 4143392"/>
              <a:gd name="connsiteX2" fmla="*/ 10561157 w 10562411"/>
              <a:gd name="connsiteY2" fmla="*/ 1476338 h 4143392"/>
              <a:gd name="connsiteX3" fmla="*/ 9288594 w 10562411"/>
              <a:gd name="connsiteY3" fmla="*/ 2153103 h 4143392"/>
              <a:gd name="connsiteX4" fmla="*/ 2317558 w 10562411"/>
              <a:gd name="connsiteY4" fmla="*/ 2159512 h 4143392"/>
              <a:gd name="connsiteX5" fmla="*/ 1180889 w 10562411"/>
              <a:gd name="connsiteY5" fmla="*/ 2958168 h 4143392"/>
              <a:gd name="connsiteX6" fmla="*/ 0 w 10562411"/>
              <a:gd name="connsiteY6" fmla="*/ 2174065 h 4143392"/>
              <a:gd name="connsiteX7" fmla="*/ 1331 w 10562411"/>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336031 w 10580884"/>
              <a:gd name="connsiteY4" fmla="*/ 2159512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307067 w 10580884"/>
              <a:gd name="connsiteY3" fmla="*/ 2153103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884"/>
              <a:gd name="connsiteY0" fmla="*/ 2791 h 4143392"/>
              <a:gd name="connsiteX1" fmla="*/ 10580128 w 10580884"/>
              <a:gd name="connsiteY1" fmla="*/ 0 h 4143392"/>
              <a:gd name="connsiteX2" fmla="*/ 10579630 w 10580884"/>
              <a:gd name="connsiteY2" fmla="*/ 1476338 h 4143392"/>
              <a:gd name="connsiteX3" fmla="*/ 9013072 w 10580884"/>
              <a:gd name="connsiteY3" fmla="*/ 3716089 h 4143392"/>
              <a:gd name="connsiteX4" fmla="*/ 2283533 w 10580884"/>
              <a:gd name="connsiteY4" fmla="*/ 3711866 h 4143392"/>
              <a:gd name="connsiteX5" fmla="*/ 1199362 w 10580884"/>
              <a:gd name="connsiteY5" fmla="*/ 2958168 h 4143392"/>
              <a:gd name="connsiteX6" fmla="*/ 0 w 10580884"/>
              <a:gd name="connsiteY6" fmla="*/ 3726419 h 4143392"/>
              <a:gd name="connsiteX7" fmla="*/ 19804 w 10580884"/>
              <a:gd name="connsiteY7" fmla="*/ 2791 h 4143392"/>
              <a:gd name="connsiteX0" fmla="*/ 19804 w 10580641"/>
              <a:gd name="connsiteY0" fmla="*/ 2791 h 4143392"/>
              <a:gd name="connsiteX1" fmla="*/ 10580128 w 10580641"/>
              <a:gd name="connsiteY1" fmla="*/ 0 h 4143392"/>
              <a:gd name="connsiteX2" fmla="*/ 10559884 w 10580641"/>
              <a:gd name="connsiteY2" fmla="*/ 3400831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625733"/>
              <a:gd name="connsiteX1" fmla="*/ 10580128 w 10580641"/>
              <a:gd name="connsiteY1" fmla="*/ 0 h 4625733"/>
              <a:gd name="connsiteX2" fmla="*/ 10559883 w 10580641"/>
              <a:gd name="connsiteY2" fmla="*/ 3953724 h 4625733"/>
              <a:gd name="connsiteX3" fmla="*/ 9013072 w 10580641"/>
              <a:gd name="connsiteY3" fmla="*/ 3716089 h 4625733"/>
              <a:gd name="connsiteX4" fmla="*/ 2283533 w 10580641"/>
              <a:gd name="connsiteY4" fmla="*/ 3711866 h 4625733"/>
              <a:gd name="connsiteX5" fmla="*/ 1199362 w 10580641"/>
              <a:gd name="connsiteY5" fmla="*/ 2958168 h 4625733"/>
              <a:gd name="connsiteX6" fmla="*/ 0 w 10580641"/>
              <a:gd name="connsiteY6" fmla="*/ 3726419 h 4625733"/>
              <a:gd name="connsiteX7" fmla="*/ 19804 w 10580641"/>
              <a:gd name="connsiteY7" fmla="*/ 2791 h 4625733"/>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4143392"/>
              <a:gd name="connsiteX1" fmla="*/ 10580128 w 10580641"/>
              <a:gd name="connsiteY1" fmla="*/ 0 h 4143392"/>
              <a:gd name="connsiteX2" fmla="*/ 10559883 w 10580641"/>
              <a:gd name="connsiteY2" fmla="*/ 3953724 h 4143392"/>
              <a:gd name="connsiteX3" fmla="*/ 9013072 w 10580641"/>
              <a:gd name="connsiteY3" fmla="*/ 3716089 h 4143392"/>
              <a:gd name="connsiteX4" fmla="*/ 2283533 w 10580641"/>
              <a:gd name="connsiteY4" fmla="*/ 3711866 h 4143392"/>
              <a:gd name="connsiteX5" fmla="*/ 1199362 w 10580641"/>
              <a:gd name="connsiteY5" fmla="*/ 2958168 h 4143392"/>
              <a:gd name="connsiteX6" fmla="*/ 0 w 10580641"/>
              <a:gd name="connsiteY6" fmla="*/ 3726419 h 4143392"/>
              <a:gd name="connsiteX7" fmla="*/ 19804 w 10580641"/>
              <a:gd name="connsiteY7" fmla="*/ 2791 h 4143392"/>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26419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79582 h 3953724"/>
              <a:gd name="connsiteX7" fmla="*/ 19804 w 10580641"/>
              <a:gd name="connsiteY7" fmla="*/ 2791 h 3953724"/>
              <a:gd name="connsiteX0" fmla="*/ 19804 w 10580641"/>
              <a:gd name="connsiteY0" fmla="*/ 2791 h 3953724"/>
              <a:gd name="connsiteX1" fmla="*/ 10580128 w 10580641"/>
              <a:gd name="connsiteY1" fmla="*/ 0 h 3953724"/>
              <a:gd name="connsiteX2" fmla="*/ 10559883 w 10580641"/>
              <a:gd name="connsiteY2" fmla="*/ 3953724 h 3953724"/>
              <a:gd name="connsiteX3" fmla="*/ 9013072 w 10580641"/>
              <a:gd name="connsiteY3" fmla="*/ 3716089 h 3953724"/>
              <a:gd name="connsiteX4" fmla="*/ 2283533 w 10580641"/>
              <a:gd name="connsiteY4" fmla="*/ 3711866 h 3953724"/>
              <a:gd name="connsiteX5" fmla="*/ 1199362 w 10580641"/>
              <a:gd name="connsiteY5" fmla="*/ 2958168 h 3953724"/>
              <a:gd name="connsiteX6" fmla="*/ 0 w 10580641"/>
              <a:gd name="connsiteY6" fmla="*/ 3737052 h 3953724"/>
              <a:gd name="connsiteX7" fmla="*/ 19804 w 10580641"/>
              <a:gd name="connsiteY7" fmla="*/ 2791 h 3953724"/>
              <a:gd name="connsiteX0" fmla="*/ 0 w 10581837"/>
              <a:gd name="connsiteY0" fmla="*/ 13424 h 3953724"/>
              <a:gd name="connsiteX1" fmla="*/ 10581324 w 10581837"/>
              <a:gd name="connsiteY1" fmla="*/ 0 h 3953724"/>
              <a:gd name="connsiteX2" fmla="*/ 10561079 w 10581837"/>
              <a:gd name="connsiteY2" fmla="*/ 3953724 h 3953724"/>
              <a:gd name="connsiteX3" fmla="*/ 9014268 w 10581837"/>
              <a:gd name="connsiteY3" fmla="*/ 3716089 h 3953724"/>
              <a:gd name="connsiteX4" fmla="*/ 2284729 w 10581837"/>
              <a:gd name="connsiteY4" fmla="*/ 3711866 h 3953724"/>
              <a:gd name="connsiteX5" fmla="*/ 1200558 w 10581837"/>
              <a:gd name="connsiteY5" fmla="*/ 2958168 h 3953724"/>
              <a:gd name="connsiteX6" fmla="*/ 1196 w 10581837"/>
              <a:gd name="connsiteY6" fmla="*/ 3737052 h 3953724"/>
              <a:gd name="connsiteX7" fmla="*/ 0 w 10581837"/>
              <a:gd name="connsiteY7" fmla="*/ 13424 h 3953724"/>
              <a:gd name="connsiteX0" fmla="*/ 0 w 10562333"/>
              <a:gd name="connsiteY0" fmla="*/ 24056 h 3964356"/>
              <a:gd name="connsiteX1" fmla="*/ 10549824 w 10562333"/>
              <a:gd name="connsiteY1" fmla="*/ 0 h 3964356"/>
              <a:gd name="connsiteX2" fmla="*/ 10561079 w 10562333"/>
              <a:gd name="connsiteY2" fmla="*/ 3964356 h 3964356"/>
              <a:gd name="connsiteX3" fmla="*/ 9014268 w 10562333"/>
              <a:gd name="connsiteY3" fmla="*/ 3726721 h 3964356"/>
              <a:gd name="connsiteX4" fmla="*/ 2284729 w 10562333"/>
              <a:gd name="connsiteY4" fmla="*/ 3722498 h 3964356"/>
              <a:gd name="connsiteX5" fmla="*/ 1200558 w 10562333"/>
              <a:gd name="connsiteY5" fmla="*/ 2968800 h 3964356"/>
              <a:gd name="connsiteX6" fmla="*/ 1196 w 10562333"/>
              <a:gd name="connsiteY6" fmla="*/ 3747684 h 3964356"/>
              <a:gd name="connsiteX7" fmla="*/ 0 w 10562333"/>
              <a:gd name="connsiteY7" fmla="*/ 24056 h 3964356"/>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628158 h 4568458"/>
              <a:gd name="connsiteX1" fmla="*/ 10518325 w 10562333"/>
              <a:gd name="connsiteY1" fmla="*/ 582837 h 4568458"/>
              <a:gd name="connsiteX2" fmla="*/ 10561079 w 10562333"/>
              <a:gd name="connsiteY2" fmla="*/ 4568458 h 4568458"/>
              <a:gd name="connsiteX3" fmla="*/ 9014268 w 10562333"/>
              <a:gd name="connsiteY3" fmla="*/ 4330823 h 4568458"/>
              <a:gd name="connsiteX4" fmla="*/ 2284729 w 10562333"/>
              <a:gd name="connsiteY4" fmla="*/ 4326600 h 4568458"/>
              <a:gd name="connsiteX5" fmla="*/ 1200558 w 10562333"/>
              <a:gd name="connsiteY5" fmla="*/ 3572902 h 4568458"/>
              <a:gd name="connsiteX6" fmla="*/ 1196 w 10562333"/>
              <a:gd name="connsiteY6" fmla="*/ 4351786 h 4568458"/>
              <a:gd name="connsiteX7" fmla="*/ 0 w 10562333"/>
              <a:gd name="connsiteY7" fmla="*/ 628158 h 4568458"/>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112921 h 4053221"/>
              <a:gd name="connsiteX1" fmla="*/ 10518325 w 10562333"/>
              <a:gd name="connsiteY1" fmla="*/ 67600 h 4053221"/>
              <a:gd name="connsiteX2" fmla="*/ 10561079 w 10562333"/>
              <a:gd name="connsiteY2" fmla="*/ 4053221 h 4053221"/>
              <a:gd name="connsiteX3" fmla="*/ 9014268 w 10562333"/>
              <a:gd name="connsiteY3" fmla="*/ 3815586 h 4053221"/>
              <a:gd name="connsiteX4" fmla="*/ 2284729 w 10562333"/>
              <a:gd name="connsiteY4" fmla="*/ 3811363 h 4053221"/>
              <a:gd name="connsiteX5" fmla="*/ 1200558 w 10562333"/>
              <a:gd name="connsiteY5" fmla="*/ 3057665 h 4053221"/>
              <a:gd name="connsiteX6" fmla="*/ 1196 w 10562333"/>
              <a:gd name="connsiteY6" fmla="*/ 3836549 h 4053221"/>
              <a:gd name="connsiteX7" fmla="*/ 0 w 10562333"/>
              <a:gd name="connsiteY7" fmla="*/ 112921 h 40532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1196 w 10562333"/>
              <a:gd name="connsiteY6" fmla="*/ 3768949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84729 w 10562333"/>
              <a:gd name="connsiteY4" fmla="*/ 3743763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14268 w 10562333"/>
              <a:gd name="connsiteY3" fmla="*/ 3747986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45321 h 3985621"/>
              <a:gd name="connsiteX1" fmla="*/ 10518325 w 10562333"/>
              <a:gd name="connsiteY1" fmla="*/ 0 h 3985621"/>
              <a:gd name="connsiteX2" fmla="*/ 10561079 w 10562333"/>
              <a:gd name="connsiteY2" fmla="*/ 3985621 h 3985621"/>
              <a:gd name="connsiteX3" fmla="*/ 9024769 w 10562333"/>
              <a:gd name="connsiteY3" fmla="*/ 3726721 h 3985621"/>
              <a:gd name="connsiteX4" fmla="*/ 2295230 w 10562333"/>
              <a:gd name="connsiteY4" fmla="*/ 3711865 h 3985621"/>
              <a:gd name="connsiteX5" fmla="*/ 1200558 w 10562333"/>
              <a:gd name="connsiteY5" fmla="*/ 2990065 h 3985621"/>
              <a:gd name="connsiteX6" fmla="*/ 0 w 10562333"/>
              <a:gd name="connsiteY6" fmla="*/ 3705154 h 3985621"/>
              <a:gd name="connsiteX7" fmla="*/ 0 w 10562333"/>
              <a:gd name="connsiteY7" fmla="*/ 45321 h 3985621"/>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4689 h 3974989"/>
              <a:gd name="connsiteX1" fmla="*/ 10559884 w 10562333"/>
              <a:gd name="connsiteY1" fmla="*/ 0 h 3974989"/>
              <a:gd name="connsiteX2" fmla="*/ 10561079 w 10562333"/>
              <a:gd name="connsiteY2" fmla="*/ 3974989 h 3974989"/>
              <a:gd name="connsiteX3" fmla="*/ 9024769 w 10562333"/>
              <a:gd name="connsiteY3" fmla="*/ 3716089 h 3974989"/>
              <a:gd name="connsiteX4" fmla="*/ 2295230 w 10562333"/>
              <a:gd name="connsiteY4" fmla="*/ 3701233 h 3974989"/>
              <a:gd name="connsiteX5" fmla="*/ 1200558 w 10562333"/>
              <a:gd name="connsiteY5" fmla="*/ 2979433 h 3974989"/>
              <a:gd name="connsiteX6" fmla="*/ 0 w 10562333"/>
              <a:gd name="connsiteY6" fmla="*/ 3694522 h 3974989"/>
              <a:gd name="connsiteX7" fmla="*/ 0 w 10562333"/>
              <a:gd name="connsiteY7" fmla="*/ 34689 h 3974989"/>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0 w 10562333"/>
              <a:gd name="connsiteY0" fmla="*/ 32735 h 4026198"/>
              <a:gd name="connsiteX1" fmla="*/ 10559884 w 10562333"/>
              <a:gd name="connsiteY1" fmla="*/ 51209 h 4026198"/>
              <a:gd name="connsiteX2" fmla="*/ 10561079 w 10562333"/>
              <a:gd name="connsiteY2" fmla="*/ 4026198 h 4026198"/>
              <a:gd name="connsiteX3" fmla="*/ 9024769 w 10562333"/>
              <a:gd name="connsiteY3" fmla="*/ 3767298 h 4026198"/>
              <a:gd name="connsiteX4" fmla="*/ 2295230 w 10562333"/>
              <a:gd name="connsiteY4" fmla="*/ 3752442 h 4026198"/>
              <a:gd name="connsiteX5" fmla="*/ 1200558 w 10562333"/>
              <a:gd name="connsiteY5" fmla="*/ 3030642 h 4026198"/>
              <a:gd name="connsiteX6" fmla="*/ 0 w 10562333"/>
              <a:gd name="connsiteY6" fmla="*/ 3745731 h 4026198"/>
              <a:gd name="connsiteX7" fmla="*/ 0 w 10562333"/>
              <a:gd name="connsiteY7" fmla="*/ 32735 h 4026198"/>
              <a:gd name="connsiteX0" fmla="*/ 10559884 w 10650182"/>
              <a:gd name="connsiteY0" fmla="*/ 18474 h 3993463"/>
              <a:gd name="connsiteX1" fmla="*/ 10561079 w 10650182"/>
              <a:gd name="connsiteY1" fmla="*/ 3993463 h 3993463"/>
              <a:gd name="connsiteX2" fmla="*/ 9024769 w 10650182"/>
              <a:gd name="connsiteY2" fmla="*/ 3734563 h 3993463"/>
              <a:gd name="connsiteX3" fmla="*/ 2295230 w 10650182"/>
              <a:gd name="connsiteY3" fmla="*/ 3719707 h 3993463"/>
              <a:gd name="connsiteX4" fmla="*/ 1200558 w 10650182"/>
              <a:gd name="connsiteY4" fmla="*/ 2997907 h 3993463"/>
              <a:gd name="connsiteX5" fmla="*/ 0 w 10650182"/>
              <a:gd name="connsiteY5" fmla="*/ 3712996 h 3993463"/>
              <a:gd name="connsiteX6" fmla="*/ 0 w 10650182"/>
              <a:gd name="connsiteY6" fmla="*/ 0 h 3993463"/>
              <a:gd name="connsiteX7" fmla="*/ 10650182 w 10650182"/>
              <a:gd name="connsiteY7" fmla="*/ 109914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10285606 w 10562333"/>
              <a:gd name="connsiteY7" fmla="*/ 418258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7" fmla="*/ 9991611 w 10562333"/>
              <a:gd name="connsiteY7" fmla="*/ 56751 h 3993463"/>
              <a:gd name="connsiteX0" fmla="*/ 10559884 w 10562333"/>
              <a:gd name="connsiteY0" fmla="*/ 18474 h 3993463"/>
              <a:gd name="connsiteX1" fmla="*/ 10561079 w 10562333"/>
              <a:gd name="connsiteY1" fmla="*/ 3993463 h 3993463"/>
              <a:gd name="connsiteX2" fmla="*/ 9024769 w 10562333"/>
              <a:gd name="connsiteY2" fmla="*/ 3734563 h 3993463"/>
              <a:gd name="connsiteX3" fmla="*/ 2295230 w 10562333"/>
              <a:gd name="connsiteY3" fmla="*/ 3719707 h 3993463"/>
              <a:gd name="connsiteX4" fmla="*/ 1200558 w 10562333"/>
              <a:gd name="connsiteY4" fmla="*/ 2997907 h 3993463"/>
              <a:gd name="connsiteX5" fmla="*/ 0 w 10562333"/>
              <a:gd name="connsiteY5" fmla="*/ 3712996 h 3993463"/>
              <a:gd name="connsiteX6" fmla="*/ 0 w 10562333"/>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0 w 10562846"/>
              <a:gd name="connsiteY5" fmla="*/ 3712996 h 3993463"/>
              <a:gd name="connsiteX6" fmla="*/ 0 w 10562846"/>
              <a:gd name="connsiteY6" fmla="*/ 0 h 3993463"/>
              <a:gd name="connsiteX0" fmla="*/ 10562333 w 10562846"/>
              <a:gd name="connsiteY0" fmla="*/ 0 h 3993463"/>
              <a:gd name="connsiteX1" fmla="*/ 10561079 w 10562846"/>
              <a:gd name="connsiteY1" fmla="*/ 3993463 h 3993463"/>
              <a:gd name="connsiteX2" fmla="*/ 9024769 w 10562846"/>
              <a:gd name="connsiteY2" fmla="*/ 3734563 h 3993463"/>
              <a:gd name="connsiteX3" fmla="*/ 2295230 w 10562846"/>
              <a:gd name="connsiteY3" fmla="*/ 3719707 h 3993463"/>
              <a:gd name="connsiteX4" fmla="*/ 1200558 w 10562846"/>
              <a:gd name="connsiteY4" fmla="*/ 2997907 h 3993463"/>
              <a:gd name="connsiteX5" fmla="*/ 2449 w 10562846"/>
              <a:gd name="connsiteY5" fmla="*/ 3734261 h 3993463"/>
              <a:gd name="connsiteX6" fmla="*/ 0 w 10562846"/>
              <a:gd name="connsiteY6" fmla="*/ 0 h 3993463"/>
              <a:gd name="connsiteX0" fmla="*/ 10562334 w 10562847"/>
              <a:gd name="connsiteY0" fmla="*/ 1074357 h 5067820"/>
              <a:gd name="connsiteX1" fmla="*/ 10561080 w 10562847"/>
              <a:gd name="connsiteY1" fmla="*/ 5067820 h 5067820"/>
              <a:gd name="connsiteX2" fmla="*/ 9024770 w 10562847"/>
              <a:gd name="connsiteY2" fmla="*/ 4808920 h 5067820"/>
              <a:gd name="connsiteX3" fmla="*/ 2295231 w 10562847"/>
              <a:gd name="connsiteY3" fmla="*/ 4794064 h 5067820"/>
              <a:gd name="connsiteX4" fmla="*/ 1200559 w 10562847"/>
              <a:gd name="connsiteY4" fmla="*/ 4072264 h 5067820"/>
              <a:gd name="connsiteX5" fmla="*/ 2450 w 10562847"/>
              <a:gd name="connsiteY5" fmla="*/ 4808618 h 5067820"/>
              <a:gd name="connsiteX6" fmla="*/ 0 w 10562847"/>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2450 w 10563360"/>
              <a:gd name="connsiteY5" fmla="*/ 4808618 h 5067820"/>
              <a:gd name="connsiteX6" fmla="*/ 0 w 10563360"/>
              <a:gd name="connsiteY6" fmla="*/ 0 h 5067820"/>
              <a:gd name="connsiteX0" fmla="*/ 10562847 w 10563360"/>
              <a:gd name="connsiteY0" fmla="*/ 0 h 5067820"/>
              <a:gd name="connsiteX1" fmla="*/ 10561080 w 10563360"/>
              <a:gd name="connsiteY1" fmla="*/ 5067820 h 5067820"/>
              <a:gd name="connsiteX2" fmla="*/ 9024770 w 10563360"/>
              <a:gd name="connsiteY2" fmla="*/ 4808920 h 5067820"/>
              <a:gd name="connsiteX3" fmla="*/ 2295231 w 10563360"/>
              <a:gd name="connsiteY3" fmla="*/ 4794064 h 5067820"/>
              <a:gd name="connsiteX4" fmla="*/ 1200559 w 10563360"/>
              <a:gd name="connsiteY4" fmla="*/ 4072264 h 5067820"/>
              <a:gd name="connsiteX5" fmla="*/ 514 w 10563360"/>
              <a:gd name="connsiteY5" fmla="*/ 4819150 h 5067820"/>
              <a:gd name="connsiteX6" fmla="*/ 0 w 10563360"/>
              <a:gd name="connsiteY6" fmla="*/ 0 h 5067820"/>
              <a:gd name="connsiteX0" fmla="*/ 10562847 w 10564614"/>
              <a:gd name="connsiteY0" fmla="*/ 0 h 5152083"/>
              <a:gd name="connsiteX1" fmla="*/ 10563360 w 10564614"/>
              <a:gd name="connsiteY1" fmla="*/ 5152083 h 5152083"/>
              <a:gd name="connsiteX2" fmla="*/ 9024770 w 10564614"/>
              <a:gd name="connsiteY2" fmla="*/ 4808920 h 5152083"/>
              <a:gd name="connsiteX3" fmla="*/ 2295231 w 10564614"/>
              <a:gd name="connsiteY3" fmla="*/ 4794064 h 5152083"/>
              <a:gd name="connsiteX4" fmla="*/ 1200559 w 10564614"/>
              <a:gd name="connsiteY4" fmla="*/ 4072264 h 5152083"/>
              <a:gd name="connsiteX5" fmla="*/ 514 w 10564614"/>
              <a:gd name="connsiteY5" fmla="*/ 4819150 h 5152083"/>
              <a:gd name="connsiteX6" fmla="*/ 0 w 10564614"/>
              <a:gd name="connsiteY6" fmla="*/ 0 h 5152083"/>
              <a:gd name="connsiteX0" fmla="*/ 10562847 w 10564614"/>
              <a:gd name="connsiteY0" fmla="*/ 0 h 5183681"/>
              <a:gd name="connsiteX1" fmla="*/ 10563360 w 10564614"/>
              <a:gd name="connsiteY1" fmla="*/ 5183681 h 5183681"/>
              <a:gd name="connsiteX2" fmla="*/ 9024770 w 10564614"/>
              <a:gd name="connsiteY2" fmla="*/ 4808920 h 5183681"/>
              <a:gd name="connsiteX3" fmla="*/ 2295231 w 10564614"/>
              <a:gd name="connsiteY3" fmla="*/ 4794064 h 5183681"/>
              <a:gd name="connsiteX4" fmla="*/ 1200559 w 10564614"/>
              <a:gd name="connsiteY4" fmla="*/ 4072264 h 5183681"/>
              <a:gd name="connsiteX5" fmla="*/ 514 w 10564614"/>
              <a:gd name="connsiteY5" fmla="*/ 4819150 h 5183681"/>
              <a:gd name="connsiteX6" fmla="*/ 0 w 10564614"/>
              <a:gd name="connsiteY6" fmla="*/ 0 h 518368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819150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87552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 name="connsiteX0" fmla="*/ 10562847 w 10564614"/>
              <a:gd name="connsiteY0" fmla="*/ 0 h 5657661"/>
              <a:gd name="connsiteX1" fmla="*/ 10563360 w 10564614"/>
              <a:gd name="connsiteY1" fmla="*/ 5657661 h 5657661"/>
              <a:gd name="connsiteX2" fmla="*/ 9024770 w 10564614"/>
              <a:gd name="connsiteY2" fmla="*/ 4808920 h 5657661"/>
              <a:gd name="connsiteX3" fmla="*/ 2295231 w 10564614"/>
              <a:gd name="connsiteY3" fmla="*/ 4794064 h 5657661"/>
              <a:gd name="connsiteX4" fmla="*/ 1200559 w 10564614"/>
              <a:gd name="connsiteY4" fmla="*/ 4072264 h 5657661"/>
              <a:gd name="connsiteX5" fmla="*/ 514 w 10564614"/>
              <a:gd name="connsiteY5" fmla="*/ 4798085 h 5657661"/>
              <a:gd name="connsiteX6" fmla="*/ 0 w 10564614"/>
              <a:gd name="connsiteY6" fmla="*/ 0 h 5657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64614" h="5657661">
                <a:moveTo>
                  <a:pt x="10562847" y="0"/>
                </a:moveTo>
                <a:cubicBezTo>
                  <a:pt x="10563360" y="67600"/>
                  <a:pt x="10564614" y="5614246"/>
                  <a:pt x="10563360" y="5657661"/>
                </a:cubicBezTo>
                <a:cubicBezTo>
                  <a:pt x="10190941" y="4920324"/>
                  <a:pt x="9462356" y="4792975"/>
                  <a:pt x="9024770" y="4808920"/>
                </a:cubicBezTo>
                <a:lnTo>
                  <a:pt x="2295231" y="4794064"/>
                </a:lnTo>
                <a:cubicBezTo>
                  <a:pt x="1854598" y="4794612"/>
                  <a:pt x="1423669" y="4544310"/>
                  <a:pt x="1200559" y="4072264"/>
                </a:cubicBezTo>
                <a:cubicBezTo>
                  <a:pt x="965203" y="4750718"/>
                  <a:pt x="279154" y="4797207"/>
                  <a:pt x="514" y="4798085"/>
                </a:cubicBezTo>
                <a:cubicBezTo>
                  <a:pt x="2581" y="4762572"/>
                  <a:pt x="1272" y="95582"/>
                  <a:pt x="0" y="0"/>
                </a:cubicBezTo>
              </a:path>
            </a:pathLst>
          </a:custGeom>
          <a:gradFill flip="none" rotWithShape="1">
            <a:gsLst>
              <a:gs pos="0">
                <a:srgbClr val="005B7C"/>
              </a:gs>
              <a:gs pos="50000">
                <a:srgbClr val="0085B3"/>
              </a:gs>
              <a:gs pos="100000">
                <a:srgbClr val="00A0D6"/>
              </a:gs>
            </a:gsLst>
            <a:lin ang="18900000" scaled="1"/>
            <a:tileRect/>
          </a:gradFill>
          <a:ln w="12700" cmpd="sng" algn="ctr">
            <a:noFill/>
            <a:miter lim="800000"/>
            <a:headEnd/>
            <a:tailEnd/>
          </a:ln>
          <a:effectLst>
            <a:outerShdw blurRad="41275" dist="38100" dir="5400000" algn="t" rotWithShape="0">
              <a:schemeClr val="bg1">
                <a:lumMod val="65000"/>
                <a:alpha val="25000"/>
              </a:schemeClr>
            </a:outerShdw>
          </a:effectLst>
        </p:spPr>
        <p:txBody>
          <a:bodyPr wrap="square" lIns="28173" tIns="36624" rIns="28173" bIns="36624" rtlCol="0" anchor="ctr"/>
          <a:lstStyle/>
          <a:p>
            <a:pPr algn="ctr" fontAlgn="auto">
              <a:spcBef>
                <a:spcPts val="0"/>
              </a:spcBef>
              <a:spcAft>
                <a:spcPts val="0"/>
              </a:spcAft>
            </a:pPr>
            <a:endParaRPr lang="en-US" sz="900" dirty="0">
              <a:solidFill>
                <a:schemeClr val="bg1"/>
              </a:solidFill>
              <a:latin typeface="Arial"/>
              <a:cs typeface="Arial"/>
            </a:endParaRPr>
          </a:p>
        </p:txBody>
      </p:sp>
      <p:pic>
        <p:nvPicPr>
          <p:cNvPr id="9" name="Picture 104" descr="C:\Users\UserSim\Desktop\Capgemini\moto.emf"/>
          <p:cNvPicPr>
            <a:picLocks noChangeAspect="1" noChangeArrowheads="1"/>
          </p:cNvPicPr>
          <p:nvPr>
            <p:custDataLst>
              <p:tags r:id="rId7"/>
            </p:custDataLst>
          </p:nvPr>
        </p:nvPicPr>
        <p:blipFill>
          <a:blip r:embed="rId16" cstate="email"/>
          <a:srcRect/>
          <a:stretch>
            <a:fillRect/>
          </a:stretch>
        </p:blipFill>
        <p:spPr bwMode="auto">
          <a:xfrm>
            <a:off x="5914038" y="906941"/>
            <a:ext cx="2658462" cy="172015"/>
          </a:xfrm>
          <a:prstGeom prst="rect">
            <a:avLst/>
          </a:prstGeom>
          <a:noFill/>
        </p:spPr>
      </p:pic>
      <p:sp>
        <p:nvSpPr>
          <p:cNvPr id="15" name="Rectangle 14"/>
          <p:cNvSpPr/>
          <p:nvPr>
            <p:custDataLst>
              <p:tags r:id="rId8"/>
            </p:custDataLst>
          </p:nvPr>
        </p:nvSpPr>
        <p:spPr>
          <a:xfrm>
            <a:off x="6419731" y="4055244"/>
            <a:ext cx="2152769" cy="323567"/>
          </a:xfrm>
          <a:prstGeom prst="rect">
            <a:avLst/>
          </a:prstGeom>
        </p:spPr>
        <p:txBody>
          <a:bodyPr wrap="none" lIns="0" tIns="30679" rIns="0" bIns="30679" anchor="b" anchorCtr="0">
            <a:spAutoFit/>
          </a:bodyPr>
          <a:lstStyle/>
          <a:p>
            <a:pPr algn="r"/>
            <a:r>
              <a:rPr lang="en-US" sz="1700" b="1" dirty="0">
                <a:solidFill>
                  <a:schemeClr val="bg1"/>
                </a:solidFill>
                <a:latin typeface="Arial" pitchFamily="34" charset="0"/>
                <a:cs typeface="Arial" pitchFamily="34" charset="0"/>
              </a:rPr>
              <a:t>www.capgemini.com</a:t>
            </a:r>
          </a:p>
        </p:txBody>
      </p:sp>
      <p:pic>
        <p:nvPicPr>
          <p:cNvPr id="16" name="Picture 3" descr="C:\Users\UserSim\Desktop\DS_icons\128x128 shadows\facebook.png">
            <a:hlinkClick r:id="rId17"/>
          </p:cNvPr>
          <p:cNvPicPr>
            <a:picLocks noChangeAspect="1" noChangeArrowheads="1"/>
          </p:cNvPicPr>
          <p:nvPr>
            <p:custDataLst>
              <p:tags r:id="rId9"/>
            </p:custDataLst>
          </p:nvPr>
        </p:nvPicPr>
        <p:blipFill>
          <a:blip r:embed="rId18" cstate="email"/>
          <a:srcRect/>
          <a:stretch>
            <a:fillRect/>
          </a:stretch>
        </p:blipFill>
        <p:spPr bwMode="auto">
          <a:xfrm>
            <a:off x="7098349" y="4449410"/>
            <a:ext cx="256821" cy="197828"/>
          </a:xfrm>
          <a:prstGeom prst="rect">
            <a:avLst/>
          </a:prstGeom>
          <a:noFill/>
        </p:spPr>
      </p:pic>
      <p:pic>
        <p:nvPicPr>
          <p:cNvPr id="17" name="Picture 4" descr="C:\Users\UserSim\Desktop\DS_icons\128x128 shadows\linkedin.png">
            <a:hlinkClick r:id="rId19"/>
          </p:cNvPr>
          <p:cNvPicPr>
            <a:picLocks noChangeAspect="1" noChangeArrowheads="1"/>
          </p:cNvPicPr>
          <p:nvPr>
            <p:custDataLst>
              <p:tags r:id="rId10"/>
            </p:custDataLst>
          </p:nvPr>
        </p:nvPicPr>
        <p:blipFill>
          <a:blip r:embed="rId20" cstate="email"/>
          <a:srcRect/>
          <a:stretch>
            <a:fillRect/>
          </a:stretch>
        </p:blipFill>
        <p:spPr bwMode="auto">
          <a:xfrm>
            <a:off x="7407960" y="4449410"/>
            <a:ext cx="259674" cy="200025"/>
          </a:xfrm>
          <a:prstGeom prst="rect">
            <a:avLst/>
          </a:prstGeom>
          <a:noFill/>
        </p:spPr>
      </p:pic>
      <p:pic>
        <p:nvPicPr>
          <p:cNvPr id="18" name="Picture 5" descr="C:\Users\UserSim\Desktop\DS_icons\128x128 shadows\twitter.png">
            <a:hlinkClick r:id="rId21"/>
          </p:cNvPr>
          <p:cNvPicPr>
            <a:picLocks noChangeAspect="1" noChangeArrowheads="1"/>
          </p:cNvPicPr>
          <p:nvPr>
            <p:custDataLst>
              <p:tags r:id="rId11"/>
            </p:custDataLst>
          </p:nvPr>
        </p:nvPicPr>
        <p:blipFill>
          <a:blip r:embed="rId22" cstate="email"/>
          <a:srcRect/>
          <a:stretch>
            <a:fillRect/>
          </a:stretch>
        </p:blipFill>
        <p:spPr bwMode="auto">
          <a:xfrm>
            <a:off x="7988626" y="4449410"/>
            <a:ext cx="259674" cy="200025"/>
          </a:xfrm>
          <a:prstGeom prst="rect">
            <a:avLst/>
          </a:prstGeom>
          <a:noFill/>
        </p:spPr>
      </p:pic>
      <p:pic>
        <p:nvPicPr>
          <p:cNvPr id="19" name="Picture 6" descr="C:\Users\UserSim\Desktop\DS_icons\128x128 shadows\youtube.png">
            <a:hlinkClick r:id="rId23"/>
          </p:cNvPr>
          <p:cNvPicPr>
            <a:picLocks noChangeAspect="1" noChangeArrowheads="1"/>
          </p:cNvPicPr>
          <p:nvPr>
            <p:custDataLst>
              <p:tags r:id="rId12"/>
            </p:custDataLst>
          </p:nvPr>
        </p:nvPicPr>
        <p:blipFill>
          <a:blip r:embed="rId24" cstate="email"/>
          <a:srcRect/>
          <a:stretch>
            <a:fillRect/>
          </a:stretch>
        </p:blipFill>
        <p:spPr bwMode="auto">
          <a:xfrm>
            <a:off x="8301091" y="4449410"/>
            <a:ext cx="259674" cy="200025"/>
          </a:xfrm>
          <a:prstGeom prst="rect">
            <a:avLst/>
          </a:prstGeom>
          <a:noFill/>
        </p:spPr>
      </p:pic>
      <p:pic>
        <p:nvPicPr>
          <p:cNvPr id="20" name="Image 22" descr="Picto_Slideshare.gif">
            <a:hlinkClick r:id="rId25"/>
          </p:cNvPr>
          <p:cNvPicPr preferRelativeResize="0">
            <a:picLocks/>
          </p:cNvPicPr>
          <p:nvPr>
            <p:custDataLst>
              <p:tags r:id="rId13"/>
            </p:custDataLst>
          </p:nvPr>
        </p:nvPicPr>
        <p:blipFill>
          <a:blip r:embed="rId26" cstate="email"/>
          <a:srcRect l="4793" t="6316" r="5718" b="7969"/>
          <a:stretch>
            <a:fillRect/>
          </a:stretch>
        </p:blipFill>
        <p:spPr>
          <a:xfrm>
            <a:off x="7720424" y="4449411"/>
            <a:ext cx="215411" cy="178594"/>
          </a:xfrm>
          <a:prstGeom prst="roundRect">
            <a:avLst/>
          </a:prstGeom>
          <a:effectLst>
            <a:outerShdw blurRad="38100" dist="25400" dir="5400000" sx="98000" sy="98000" algn="t" rotWithShape="0">
              <a:schemeClr val="tx2">
                <a:alpha val="51000"/>
              </a:schemeClr>
            </a:outerShdw>
          </a:effectLst>
        </p:spPr>
      </p:pic>
      <p:pic>
        <p:nvPicPr>
          <p:cNvPr id="13" name="Image 12" descr="Capgemini_logo.jpg"/>
          <p:cNvPicPr>
            <a:picLocks noChangeAspect="1"/>
          </p:cNvPicPr>
          <p:nvPr/>
        </p:nvPicPr>
        <p:blipFill>
          <a:blip r:embed="rId27" cstate="print"/>
          <a:stretch>
            <a:fillRect/>
          </a:stretch>
        </p:blipFill>
        <p:spPr>
          <a:xfrm>
            <a:off x="690062" y="761224"/>
            <a:ext cx="2658462" cy="514535"/>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Lst>
  <p:hf hdr="0" ftr="0" dt="0"/>
  <p:txStyles>
    <p:titleStyle>
      <a:lvl1pPr algn="ctr" defTabSz="715587" rtl="0" eaLnBrk="1" latinLnBrk="0" hangingPunct="1">
        <a:spcBef>
          <a:spcPct val="0"/>
        </a:spcBef>
        <a:buNone/>
        <a:defRPr sz="3400" kern="1200">
          <a:solidFill>
            <a:schemeClr val="tx1"/>
          </a:solidFill>
          <a:latin typeface="+mj-lt"/>
          <a:ea typeface="+mj-ea"/>
          <a:cs typeface="+mj-cs"/>
        </a:defRPr>
      </a:lvl1pPr>
    </p:titleStyle>
    <p:bodyStyle>
      <a:lvl1pPr marL="268345" indent="-268345" algn="l" defTabSz="715587" rtl="0" eaLnBrk="1" latinLnBrk="0" hangingPunct="1">
        <a:spcBef>
          <a:spcPct val="20000"/>
        </a:spcBef>
        <a:buFont typeface="Arial" pitchFamily="34" charset="0"/>
        <a:buChar char="•"/>
        <a:defRPr sz="2500" kern="1200">
          <a:solidFill>
            <a:schemeClr val="tx1"/>
          </a:solidFill>
          <a:latin typeface="+mn-lt"/>
          <a:ea typeface="+mn-ea"/>
          <a:cs typeface="+mn-cs"/>
        </a:defRPr>
      </a:lvl1pPr>
      <a:lvl2pPr marL="581414" indent="-223621" algn="l" defTabSz="715587" rtl="0" eaLnBrk="1" latinLnBrk="0" hangingPunct="1">
        <a:spcBef>
          <a:spcPct val="20000"/>
        </a:spcBef>
        <a:buFont typeface="Arial" pitchFamily="34" charset="0"/>
        <a:buChar char="–"/>
        <a:defRPr sz="2200" kern="1200">
          <a:solidFill>
            <a:schemeClr val="tx1"/>
          </a:solidFill>
          <a:latin typeface="+mn-lt"/>
          <a:ea typeface="+mn-ea"/>
          <a:cs typeface="+mn-cs"/>
        </a:defRPr>
      </a:lvl2pPr>
      <a:lvl3pPr marL="894484" indent="-178896" algn="l" defTabSz="715587" rtl="0" eaLnBrk="1" latinLnBrk="0" hangingPunct="1">
        <a:spcBef>
          <a:spcPct val="20000"/>
        </a:spcBef>
        <a:buFont typeface="Arial" pitchFamily="34" charset="0"/>
        <a:buChar char="•"/>
        <a:defRPr sz="1900" kern="1200">
          <a:solidFill>
            <a:schemeClr val="tx1"/>
          </a:solidFill>
          <a:latin typeface="+mn-lt"/>
          <a:ea typeface="+mn-ea"/>
          <a:cs typeface="+mn-cs"/>
        </a:defRPr>
      </a:lvl3pPr>
      <a:lvl4pPr marL="125227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610070"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96786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325657"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683451"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3041244" indent="-178896" algn="l" defTabSz="71558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fr-FR"/>
      </a:defPPr>
      <a:lvl1pPr marL="0" algn="l" defTabSz="715587" rtl="0" eaLnBrk="1" latinLnBrk="0" hangingPunct="1">
        <a:defRPr sz="1400" kern="1200">
          <a:solidFill>
            <a:schemeClr val="tx1"/>
          </a:solidFill>
          <a:latin typeface="+mn-lt"/>
          <a:ea typeface="+mn-ea"/>
          <a:cs typeface="+mn-cs"/>
        </a:defRPr>
      </a:lvl1pPr>
      <a:lvl2pPr marL="357794" algn="l" defTabSz="715587" rtl="0" eaLnBrk="1" latinLnBrk="0" hangingPunct="1">
        <a:defRPr sz="1400" kern="1200">
          <a:solidFill>
            <a:schemeClr val="tx1"/>
          </a:solidFill>
          <a:latin typeface="+mn-lt"/>
          <a:ea typeface="+mn-ea"/>
          <a:cs typeface="+mn-cs"/>
        </a:defRPr>
      </a:lvl2pPr>
      <a:lvl3pPr marL="715587" algn="l" defTabSz="715587" rtl="0" eaLnBrk="1" latinLnBrk="0" hangingPunct="1">
        <a:defRPr sz="1400" kern="1200">
          <a:solidFill>
            <a:schemeClr val="tx1"/>
          </a:solidFill>
          <a:latin typeface="+mn-lt"/>
          <a:ea typeface="+mn-ea"/>
          <a:cs typeface="+mn-cs"/>
        </a:defRPr>
      </a:lvl3pPr>
      <a:lvl4pPr marL="1073380" algn="l" defTabSz="715587" rtl="0" eaLnBrk="1" latinLnBrk="0" hangingPunct="1">
        <a:defRPr sz="1400" kern="1200">
          <a:solidFill>
            <a:schemeClr val="tx1"/>
          </a:solidFill>
          <a:latin typeface="+mn-lt"/>
          <a:ea typeface="+mn-ea"/>
          <a:cs typeface="+mn-cs"/>
        </a:defRPr>
      </a:lvl4pPr>
      <a:lvl5pPr marL="1431174" algn="l" defTabSz="715587" rtl="0" eaLnBrk="1" latinLnBrk="0" hangingPunct="1">
        <a:defRPr sz="1400" kern="1200">
          <a:solidFill>
            <a:schemeClr val="tx1"/>
          </a:solidFill>
          <a:latin typeface="+mn-lt"/>
          <a:ea typeface="+mn-ea"/>
          <a:cs typeface="+mn-cs"/>
        </a:defRPr>
      </a:lvl5pPr>
      <a:lvl6pPr marL="1788967" algn="l" defTabSz="715587" rtl="0" eaLnBrk="1" latinLnBrk="0" hangingPunct="1">
        <a:defRPr sz="1400" kern="1200">
          <a:solidFill>
            <a:schemeClr val="tx1"/>
          </a:solidFill>
          <a:latin typeface="+mn-lt"/>
          <a:ea typeface="+mn-ea"/>
          <a:cs typeface="+mn-cs"/>
        </a:defRPr>
      </a:lvl6pPr>
      <a:lvl7pPr marL="2146761" algn="l" defTabSz="715587" rtl="0" eaLnBrk="1" latinLnBrk="0" hangingPunct="1">
        <a:defRPr sz="1400" kern="1200">
          <a:solidFill>
            <a:schemeClr val="tx1"/>
          </a:solidFill>
          <a:latin typeface="+mn-lt"/>
          <a:ea typeface="+mn-ea"/>
          <a:cs typeface="+mn-cs"/>
        </a:defRPr>
      </a:lvl7pPr>
      <a:lvl8pPr marL="2504554" algn="l" defTabSz="715587" rtl="0" eaLnBrk="1" latinLnBrk="0" hangingPunct="1">
        <a:defRPr sz="1400" kern="1200">
          <a:solidFill>
            <a:schemeClr val="tx1"/>
          </a:solidFill>
          <a:latin typeface="+mn-lt"/>
          <a:ea typeface="+mn-ea"/>
          <a:cs typeface="+mn-cs"/>
        </a:defRPr>
      </a:lvl8pPr>
      <a:lvl9pPr marL="2862347" algn="l" defTabSz="715587"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custDataLst>
              <p:tags r:id="rId1"/>
            </p:custDataLst>
          </p:nvPr>
        </p:nvSpPr>
        <p:spPr>
          <a:xfrm>
            <a:off x="4943238" y="2208806"/>
            <a:ext cx="4915261" cy="823618"/>
          </a:xfrm>
        </p:spPr>
        <p:txBody>
          <a:bodyPr vert="horz" lIns="0" tIns="28173" rIns="28173" bIns="28173" rtlCol="0" anchor="t">
            <a:noAutofit/>
          </a:bodyPr>
          <a:lstStyle>
            <a:lvl1pPr marL="0" indent="0" algn="l" defTabSz="914342" rtl="0" eaLnBrk="1" latinLnBrk="0" hangingPunct="1">
              <a:lnSpc>
                <a:spcPct val="85000"/>
              </a:lnSpc>
              <a:spcBef>
                <a:spcPct val="0"/>
              </a:spcBef>
              <a:buNone/>
              <a:defRPr lang="en-US" sz="4400" b="0" kern="1200" dirty="0">
                <a:solidFill>
                  <a:schemeClr val="tx1"/>
                </a:solidFill>
                <a:latin typeface="+mj-lt"/>
                <a:ea typeface="+mj-ea"/>
                <a:cs typeface="+mj-cs"/>
              </a:defRPr>
            </a:lvl1pPr>
          </a:lstStyle>
          <a:p>
            <a:r>
              <a:rPr lang="en-US" dirty="0"/>
              <a:t>Advanced PLSQL</a:t>
            </a:r>
          </a:p>
        </p:txBody>
      </p:sp>
      <p:sp>
        <p:nvSpPr>
          <p:cNvPr id="5" name="Subtitle 2"/>
          <p:cNvSpPr>
            <a:spLocks noGrp="1"/>
          </p:cNvSpPr>
          <p:nvPr>
            <p:ph type="subTitle" idx="1"/>
            <p:custDataLst>
              <p:tags r:id="rId2"/>
            </p:custDataLst>
          </p:nvPr>
        </p:nvSpPr>
        <p:spPr>
          <a:xfrm>
            <a:off x="4940137" y="3324784"/>
            <a:ext cx="4918363" cy="710813"/>
          </a:xfrm>
        </p:spPr>
        <p:txBody>
          <a:bodyPr lIns="0" tIns="28173" rIns="28173" bIns="28173"/>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sz="2000" dirty="0" err="1"/>
              <a:t>Lesson</a:t>
            </a:r>
            <a:r>
              <a:rPr lang="fr-FR" sz="2000" dirty="0"/>
              <a:t>  –  </a:t>
            </a:r>
            <a:r>
              <a:rPr lang="fr-FR" sz="2000" dirty="0" err="1"/>
              <a:t>Bulk</a:t>
            </a:r>
            <a:r>
              <a:rPr lang="fr-FR" sz="2000" dirty="0"/>
              <a:t> </a:t>
            </a:r>
            <a:r>
              <a:rPr lang="fr-FR" sz="2000" dirty="0" err="1"/>
              <a:t>Collect</a:t>
            </a:r>
            <a:r>
              <a:rPr lang="fr-FR" sz="2000" dirty="0"/>
              <a:t> and </a:t>
            </a:r>
            <a:r>
              <a:rPr lang="fr-FR" sz="2000" dirty="0" err="1"/>
              <a:t>Bulk</a:t>
            </a:r>
            <a:r>
              <a:rPr lang="fr-FR" sz="2000" dirty="0"/>
              <a:t> </a:t>
            </a:r>
            <a:r>
              <a:rPr lang="fr-FR" sz="2000" dirty="0" err="1"/>
              <a:t>Bind</a:t>
            </a:r>
            <a:endParaRPr lang="fr-F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p:cNvSpPr>
          <p:nvPr/>
        </p:nvSpPr>
        <p:spPr bwMode="auto">
          <a:xfrm>
            <a:off x="390525" y="129781"/>
            <a:ext cx="8153400" cy="536972"/>
          </a:xfrm>
          <a:prstGeom prst="rect">
            <a:avLst/>
          </a:prstGeom>
          <a:noFill/>
          <a:ln w="9525">
            <a:noFill/>
            <a:miter lim="800000"/>
            <a:headEnd/>
            <a:tailEnd/>
          </a:ln>
        </p:spPr>
        <p:txBody>
          <a:bodyPr anchor="ctr"/>
          <a:lstStyle/>
          <a:p>
            <a:pPr eaLnBrk="0" hangingPunct="0">
              <a:lnSpc>
                <a:spcPct val="80000"/>
              </a:lnSpc>
            </a:pPr>
            <a:r>
              <a:rPr lang="en-US" sz="2800" b="1" dirty="0">
                <a:latin typeface="Candara"/>
                <a:ea typeface="+mj-ea"/>
                <a:cs typeface="Arial" pitchFamily="34" charset="0"/>
              </a:rPr>
              <a:t>Lesson Objectives</a:t>
            </a:r>
          </a:p>
        </p:txBody>
      </p:sp>
      <p:sp>
        <p:nvSpPr>
          <p:cNvPr id="5123" name="Content Placeholder 12"/>
          <p:cNvSpPr>
            <a:spLocks/>
          </p:cNvSpPr>
          <p:nvPr/>
        </p:nvSpPr>
        <p:spPr bwMode="auto">
          <a:xfrm>
            <a:off x="319088" y="925116"/>
            <a:ext cx="6157912" cy="3770709"/>
          </a:xfrm>
          <a:prstGeom prst="rect">
            <a:avLst/>
          </a:prstGeom>
          <a:noFill/>
          <a:ln w="9525">
            <a:noFill/>
            <a:miter lim="800000"/>
            <a:headEnd/>
            <a:tailEnd/>
          </a:ln>
        </p:spPr>
        <p:txBody>
          <a:bodyPr/>
          <a:lstStyle/>
          <a:p>
            <a:r>
              <a:rPr lang="en-US" dirty="0"/>
              <a:t>On completion of this lesson on  Bulk-Operations, you will be able to:</a:t>
            </a:r>
          </a:p>
          <a:p>
            <a:pPr lvl="1"/>
            <a:r>
              <a:rPr lang="en-US" dirty="0"/>
              <a:t>State the need for Bulk Binding </a:t>
            </a:r>
          </a:p>
          <a:p>
            <a:pPr lvl="1"/>
            <a:r>
              <a:rPr lang="en-US" dirty="0"/>
              <a:t>Understand the advantages of Bulk Binding</a:t>
            </a:r>
          </a:p>
          <a:p>
            <a:pPr lvl="1"/>
            <a:r>
              <a:rPr lang="en-US" dirty="0"/>
              <a:t>Understand the use of Bulk-Collect and Bulk-Bind</a:t>
            </a:r>
          </a:p>
          <a:p>
            <a:pPr lvl="1"/>
            <a:endParaRPr lang="en-US" dirty="0"/>
          </a:p>
        </p:txBody>
      </p:sp>
      <p:grpSp>
        <p:nvGrpSpPr>
          <p:cNvPr id="2" name="Group 17"/>
          <p:cNvGrpSpPr>
            <a:grpSpLocks/>
          </p:cNvGrpSpPr>
          <p:nvPr/>
        </p:nvGrpSpPr>
        <p:grpSpPr bwMode="auto">
          <a:xfrm>
            <a:off x="6934200" y="1182291"/>
            <a:ext cx="1716088" cy="1103709"/>
            <a:chOff x="4176" y="993"/>
            <a:chExt cx="1273" cy="1119"/>
          </a:xfrm>
        </p:grpSpPr>
        <p:sp>
          <p:nvSpPr>
            <p:cNvPr id="5125" name="Rectangle 14"/>
            <p:cNvSpPr>
              <a:spLocks noChangeArrowheads="1"/>
            </p:cNvSpPr>
            <p:nvPr/>
          </p:nvSpPr>
          <p:spPr bwMode="auto">
            <a:xfrm>
              <a:off x="4176" y="993"/>
              <a:ext cx="1273" cy="1119"/>
            </a:xfrm>
            <a:prstGeom prst="rect">
              <a:avLst/>
            </a:prstGeom>
            <a:solidFill>
              <a:srgbClr val="FFC979"/>
            </a:solidFill>
            <a:ln w="12700">
              <a:solidFill>
                <a:srgbClr val="408585"/>
              </a:solidFill>
              <a:miter lim="800000"/>
              <a:headEnd/>
              <a:tailEnd/>
            </a:ln>
          </p:spPr>
          <p:txBody>
            <a:bodyPr wrap="none" anchor="ctr"/>
            <a:lstStyle/>
            <a:p>
              <a:endParaRPr lang="en-US"/>
            </a:p>
          </p:txBody>
        </p:sp>
        <p:pic>
          <p:nvPicPr>
            <p:cNvPr id="5126" name="Picture 16" descr="objectives"/>
            <p:cNvPicPr>
              <a:picLocks noChangeAspect="1" noChangeArrowheads="1"/>
            </p:cNvPicPr>
            <p:nvPr/>
          </p:nvPicPr>
          <p:blipFill>
            <a:blip r:embed="rId3" cstate="print"/>
            <a:srcRect/>
            <a:stretch>
              <a:fillRect/>
            </a:stretch>
          </p:blipFill>
          <p:spPr bwMode="auto">
            <a:xfrm>
              <a:off x="4284" y="1080"/>
              <a:ext cx="1056" cy="960"/>
            </a:xfrm>
            <a:prstGeom prst="rect">
              <a:avLst/>
            </a:prstGeom>
            <a:noFill/>
            <a:ln w="9525">
              <a:noFill/>
              <a:miter lim="800000"/>
              <a:headEnd/>
              <a:tailEnd/>
            </a:ln>
          </p:spPr>
        </p:pic>
      </p:grpSp>
    </p:spTree>
    <p:extLst>
      <p:ext uri="{BB962C8B-B14F-4D97-AF65-F5344CB8AC3E}">
        <p14:creationId xmlns:p14="http://schemas.microsoft.com/office/powerpoint/2010/main" val="210533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6" y="926306"/>
            <a:ext cx="3709904" cy="3771900"/>
          </a:xfrm>
        </p:spPr>
        <p:txBody>
          <a:bodyPr>
            <a:normAutofit/>
          </a:bodyPr>
          <a:lstStyle/>
          <a:p>
            <a:pPr algn="just">
              <a:defRPr/>
            </a:pPr>
            <a:r>
              <a:rPr lang="en-US" dirty="0"/>
              <a:t>Embedded in the Oracle RDBMS, the PL/SQL engine accepts any valid PL/SQL block or subprogram. As the figure shows, the PL/SQL engine executes procedural statements but sends SQL statements to the SQL engine, which executes the SQL statements and, in some cases, returns data to the PL/SQL engine.</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dirty="0">
                <a:latin typeface="Candara"/>
              </a:rPr>
              <a:t>2</a:t>
            </a:r>
            <a:r>
              <a:rPr lang="en-US" sz="1400" b="1" dirty="0">
                <a:latin typeface="Candara"/>
              </a:rPr>
              <a:t>.1: </a:t>
            </a:r>
            <a:r>
              <a:rPr lang="en-US" sz="1400" dirty="0">
                <a:latin typeface="Candara"/>
              </a:rPr>
              <a:t>Need for BULK operations</a:t>
            </a:r>
            <a:br>
              <a:rPr lang="en-US" sz="1200" b="1" dirty="0">
                <a:latin typeface="Candara"/>
              </a:rPr>
            </a:br>
            <a:r>
              <a:rPr lang="en-US" b="1" dirty="0">
                <a:latin typeface="Candara"/>
              </a:rPr>
              <a:t>Working of SQL statements through PLSQL blocks</a:t>
            </a:r>
            <a:endParaRPr lang="en-US" sz="2400" b="1" dirty="0">
              <a:latin typeface="Candara"/>
            </a:endParaRPr>
          </a:p>
        </p:txBody>
      </p:sp>
      <p:pic>
        <p:nvPicPr>
          <p:cNvPr id="4" name="Picture 3"/>
          <p:cNvPicPr/>
          <p:nvPr/>
        </p:nvPicPr>
        <p:blipFill>
          <a:blip r:embed="rId3" cstate="print"/>
          <a:srcRect/>
          <a:stretch>
            <a:fillRect/>
          </a:stretch>
        </p:blipFill>
        <p:spPr bwMode="auto">
          <a:xfrm>
            <a:off x="4150895" y="926429"/>
            <a:ext cx="4993105" cy="3597442"/>
          </a:xfrm>
          <a:prstGeom prst="rect">
            <a:avLst/>
          </a:prstGeom>
          <a:noFill/>
          <a:ln w="9525">
            <a:noFill/>
            <a:miter lim="800000"/>
            <a:headEnd/>
            <a:tailEnd/>
          </a:ln>
        </p:spPr>
      </p:pic>
    </p:spTree>
    <p:extLst>
      <p:ext uri="{BB962C8B-B14F-4D97-AF65-F5344CB8AC3E}">
        <p14:creationId xmlns:p14="http://schemas.microsoft.com/office/powerpoint/2010/main" val="1118155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926306"/>
            <a:ext cx="8823325" cy="3771900"/>
          </a:xfrm>
        </p:spPr>
        <p:txBody>
          <a:bodyPr>
            <a:normAutofit lnSpcReduction="10000"/>
          </a:bodyPr>
          <a:lstStyle/>
          <a:p>
            <a:pPr algn="just"/>
            <a:r>
              <a:rPr lang="en-US" dirty="0"/>
              <a:t>Each context switch between the PL/SQL and SQL engines adds to overhead.   So, if many switches are required, performance suffers. That can happen when SQL statements execute inside a loop using collection elements as bind variables.  For example, the following DELETE statement is sent to the SQL engine with each iteration of the FOR loop:</a:t>
            </a:r>
          </a:p>
          <a:p>
            <a:pPr marL="141626" lvl="3" indent="-141626">
              <a:lnSpc>
                <a:spcPct val="100000"/>
              </a:lnSpc>
              <a:buClr>
                <a:schemeClr val="accent5"/>
              </a:buClr>
              <a:buNone/>
            </a:pPr>
            <a:r>
              <a:rPr lang="en-US" sz="1400" dirty="0">
                <a:ln>
                  <a:solidFill>
                    <a:srgbClr val="00B0F0"/>
                  </a:solidFill>
                </a:ln>
                <a:solidFill>
                  <a:srgbClr val="00B0F0"/>
                </a:solidFill>
                <a:latin typeface="+mn-lt"/>
              </a:rPr>
              <a:t>		DECLARE</a:t>
            </a:r>
          </a:p>
          <a:p>
            <a:pPr marL="141626" lvl="3" indent="-141626">
              <a:lnSpc>
                <a:spcPct val="100000"/>
              </a:lnSpc>
              <a:buClr>
                <a:schemeClr val="accent5"/>
              </a:buClr>
              <a:buNone/>
            </a:pPr>
            <a:r>
              <a:rPr lang="en-US" sz="1400" dirty="0">
                <a:ln>
                  <a:solidFill>
                    <a:srgbClr val="00B0F0"/>
                  </a:solidFill>
                </a:ln>
                <a:solidFill>
                  <a:srgbClr val="00B0F0"/>
                </a:solidFill>
                <a:latin typeface="+mn-lt"/>
              </a:rPr>
              <a:t>			TYPE </a:t>
            </a:r>
            <a:r>
              <a:rPr lang="en-US" sz="1400" dirty="0" err="1">
                <a:ln>
                  <a:solidFill>
                    <a:srgbClr val="00B0F0"/>
                  </a:solidFill>
                </a:ln>
                <a:solidFill>
                  <a:srgbClr val="00B0F0"/>
                </a:solidFill>
                <a:latin typeface="+mn-lt"/>
              </a:rPr>
              <a:t>NumList</a:t>
            </a:r>
            <a:r>
              <a:rPr lang="en-US" sz="1400" dirty="0">
                <a:ln>
                  <a:solidFill>
                    <a:srgbClr val="00B0F0"/>
                  </a:solidFill>
                </a:ln>
                <a:solidFill>
                  <a:srgbClr val="00B0F0"/>
                </a:solidFill>
                <a:latin typeface="+mn-lt"/>
              </a:rPr>
              <a:t> IS VARRAY(20) OF NUMBER;</a:t>
            </a:r>
          </a:p>
          <a:p>
            <a:pPr marL="141626" lvl="3" indent="-141626">
              <a:lnSpc>
                <a:spcPct val="100000"/>
              </a:lnSpc>
              <a:buClr>
                <a:schemeClr val="accent5"/>
              </a:buClr>
              <a:buNone/>
            </a:pPr>
            <a:r>
              <a:rPr lang="en-US" sz="1400" dirty="0">
                <a:ln>
                  <a:solidFill>
                    <a:srgbClr val="00B0F0"/>
                  </a:solidFill>
                </a:ln>
                <a:solidFill>
                  <a:srgbClr val="00B0F0"/>
                </a:solidFill>
                <a:latin typeface="+mn-lt"/>
              </a:rPr>
              <a:t>			</a:t>
            </a:r>
            <a:r>
              <a:rPr lang="en-US" sz="1400" dirty="0" err="1">
                <a:ln>
                  <a:solidFill>
                    <a:srgbClr val="00B0F0"/>
                  </a:solidFill>
                </a:ln>
                <a:solidFill>
                  <a:srgbClr val="00B0F0"/>
                </a:solidFill>
                <a:latin typeface="+mn-lt"/>
              </a:rPr>
              <a:t>depts</a:t>
            </a:r>
            <a:r>
              <a:rPr lang="en-US" sz="1400" dirty="0">
                <a:ln>
                  <a:solidFill>
                    <a:srgbClr val="00B0F0"/>
                  </a:solidFill>
                </a:ln>
                <a:solidFill>
                  <a:srgbClr val="00B0F0"/>
                </a:solidFill>
                <a:latin typeface="+mn-lt"/>
              </a:rPr>
              <a:t> </a:t>
            </a:r>
            <a:r>
              <a:rPr lang="en-US" sz="1400" dirty="0" err="1">
                <a:ln>
                  <a:solidFill>
                    <a:srgbClr val="00B0F0"/>
                  </a:solidFill>
                </a:ln>
                <a:solidFill>
                  <a:srgbClr val="00B0F0"/>
                </a:solidFill>
                <a:latin typeface="+mn-lt"/>
              </a:rPr>
              <a:t>NumList</a:t>
            </a:r>
            <a:r>
              <a:rPr lang="en-US" sz="1400" dirty="0">
                <a:ln>
                  <a:solidFill>
                    <a:srgbClr val="00B0F0"/>
                  </a:solidFill>
                </a:ln>
                <a:solidFill>
                  <a:srgbClr val="00B0F0"/>
                </a:solidFill>
                <a:latin typeface="+mn-lt"/>
              </a:rPr>
              <a:t> := </a:t>
            </a:r>
            <a:r>
              <a:rPr lang="en-US" sz="1400" dirty="0" err="1">
                <a:ln>
                  <a:solidFill>
                    <a:srgbClr val="00B0F0"/>
                  </a:solidFill>
                </a:ln>
                <a:solidFill>
                  <a:srgbClr val="00B0F0"/>
                </a:solidFill>
                <a:latin typeface="+mn-lt"/>
              </a:rPr>
              <a:t>NumList</a:t>
            </a:r>
            <a:r>
              <a:rPr lang="en-US" sz="1400" dirty="0">
                <a:ln>
                  <a:solidFill>
                    <a:srgbClr val="00B0F0"/>
                  </a:solidFill>
                </a:ln>
                <a:solidFill>
                  <a:srgbClr val="00B0F0"/>
                </a:solidFill>
                <a:latin typeface="+mn-lt"/>
              </a:rPr>
              <a:t>(10, 30, 70); -- department numbers</a:t>
            </a:r>
          </a:p>
          <a:p>
            <a:pPr marL="141626" lvl="3" indent="-141626">
              <a:lnSpc>
                <a:spcPct val="100000"/>
              </a:lnSpc>
              <a:buClr>
                <a:schemeClr val="accent5"/>
              </a:buClr>
              <a:buNone/>
            </a:pPr>
            <a:r>
              <a:rPr lang="en-US" sz="1400" dirty="0">
                <a:ln>
                  <a:solidFill>
                    <a:srgbClr val="00B0F0"/>
                  </a:solidFill>
                </a:ln>
                <a:solidFill>
                  <a:srgbClr val="00B0F0"/>
                </a:solidFill>
                <a:latin typeface="+mn-lt"/>
              </a:rPr>
              <a:t>		BEGIN</a:t>
            </a:r>
          </a:p>
          <a:p>
            <a:pPr marL="141626" lvl="3" indent="-141626">
              <a:lnSpc>
                <a:spcPct val="100000"/>
              </a:lnSpc>
              <a:buClr>
                <a:schemeClr val="accent5"/>
              </a:buClr>
              <a:buNone/>
            </a:pPr>
            <a:r>
              <a:rPr lang="en-US" sz="1400" dirty="0">
                <a:ln>
                  <a:solidFill>
                    <a:srgbClr val="00B0F0"/>
                  </a:solidFill>
                </a:ln>
                <a:solidFill>
                  <a:srgbClr val="00B0F0"/>
                </a:solidFill>
                <a:latin typeface="+mn-lt"/>
              </a:rPr>
              <a:t>			FOR </a:t>
            </a:r>
            <a:r>
              <a:rPr lang="en-US" sz="1400" dirty="0" err="1">
                <a:ln>
                  <a:solidFill>
                    <a:srgbClr val="00B0F0"/>
                  </a:solidFill>
                </a:ln>
                <a:solidFill>
                  <a:srgbClr val="00B0F0"/>
                </a:solidFill>
                <a:latin typeface="+mn-lt"/>
              </a:rPr>
              <a:t>i</a:t>
            </a:r>
            <a:r>
              <a:rPr lang="en-US" sz="1400" dirty="0">
                <a:ln>
                  <a:solidFill>
                    <a:srgbClr val="00B0F0"/>
                  </a:solidFill>
                </a:ln>
                <a:solidFill>
                  <a:srgbClr val="00B0F0"/>
                </a:solidFill>
                <a:latin typeface="+mn-lt"/>
              </a:rPr>
              <a:t> IN </a:t>
            </a:r>
            <a:r>
              <a:rPr lang="en-US" sz="1400" dirty="0" err="1">
                <a:ln>
                  <a:solidFill>
                    <a:srgbClr val="00B0F0"/>
                  </a:solidFill>
                </a:ln>
                <a:solidFill>
                  <a:srgbClr val="00B0F0"/>
                </a:solidFill>
                <a:latin typeface="+mn-lt"/>
              </a:rPr>
              <a:t>depts.FIRST</a:t>
            </a:r>
            <a:r>
              <a:rPr lang="en-US" sz="1400" dirty="0">
                <a:ln>
                  <a:solidFill>
                    <a:srgbClr val="00B0F0"/>
                  </a:solidFill>
                </a:ln>
                <a:solidFill>
                  <a:srgbClr val="00B0F0"/>
                </a:solidFill>
                <a:latin typeface="+mn-lt"/>
              </a:rPr>
              <a:t>..</a:t>
            </a:r>
            <a:r>
              <a:rPr lang="en-US" sz="1400" dirty="0" err="1">
                <a:ln>
                  <a:solidFill>
                    <a:srgbClr val="00B0F0"/>
                  </a:solidFill>
                </a:ln>
                <a:solidFill>
                  <a:srgbClr val="00B0F0"/>
                </a:solidFill>
                <a:latin typeface="+mn-lt"/>
              </a:rPr>
              <a:t>depts.LAST</a:t>
            </a:r>
            <a:r>
              <a:rPr lang="en-US" sz="1400" dirty="0">
                <a:ln>
                  <a:solidFill>
                    <a:srgbClr val="00B0F0"/>
                  </a:solidFill>
                </a:ln>
                <a:solidFill>
                  <a:srgbClr val="00B0F0"/>
                </a:solidFill>
                <a:latin typeface="+mn-lt"/>
              </a:rPr>
              <a:t> LOOP</a:t>
            </a:r>
          </a:p>
          <a:p>
            <a:pPr marL="141626" lvl="3" indent="-141626">
              <a:lnSpc>
                <a:spcPct val="100000"/>
              </a:lnSpc>
              <a:buClr>
                <a:schemeClr val="accent5"/>
              </a:buClr>
              <a:buNone/>
            </a:pPr>
            <a:r>
              <a:rPr lang="en-US" sz="1400" dirty="0">
                <a:ln>
                  <a:solidFill>
                    <a:srgbClr val="00B0F0"/>
                  </a:solidFill>
                </a:ln>
                <a:solidFill>
                  <a:srgbClr val="00B0F0"/>
                </a:solidFill>
                <a:latin typeface="+mn-lt"/>
              </a:rPr>
              <a:t>				DELETE FROM emp WHERE </a:t>
            </a:r>
            <a:r>
              <a:rPr lang="en-US" sz="1400" dirty="0" err="1">
                <a:ln>
                  <a:solidFill>
                    <a:srgbClr val="00B0F0"/>
                  </a:solidFill>
                </a:ln>
                <a:solidFill>
                  <a:srgbClr val="00B0F0"/>
                </a:solidFill>
                <a:latin typeface="+mn-lt"/>
              </a:rPr>
              <a:t>deptno</a:t>
            </a:r>
            <a:r>
              <a:rPr lang="en-US" sz="1400" dirty="0">
                <a:ln>
                  <a:solidFill>
                    <a:srgbClr val="00B0F0"/>
                  </a:solidFill>
                </a:ln>
                <a:solidFill>
                  <a:srgbClr val="00B0F0"/>
                </a:solidFill>
                <a:latin typeface="+mn-lt"/>
              </a:rPr>
              <a:t> = depts(i);</a:t>
            </a:r>
          </a:p>
          <a:p>
            <a:pPr marL="141626" lvl="3" indent="-141626">
              <a:lnSpc>
                <a:spcPct val="100000"/>
              </a:lnSpc>
              <a:buClr>
                <a:schemeClr val="accent5"/>
              </a:buClr>
              <a:buNone/>
            </a:pPr>
            <a:r>
              <a:rPr lang="en-US" sz="1400" dirty="0">
                <a:ln>
                  <a:solidFill>
                    <a:srgbClr val="00B0F0"/>
                  </a:solidFill>
                </a:ln>
                <a:solidFill>
                  <a:srgbClr val="00B0F0"/>
                </a:solidFill>
                <a:latin typeface="+mn-lt"/>
              </a:rPr>
              <a:t>			END LOOP;</a:t>
            </a:r>
          </a:p>
          <a:p>
            <a:pPr marL="141626" lvl="3" indent="-141626">
              <a:lnSpc>
                <a:spcPct val="100000"/>
              </a:lnSpc>
              <a:buClr>
                <a:schemeClr val="accent5"/>
              </a:buClr>
              <a:buNone/>
            </a:pPr>
            <a:r>
              <a:rPr lang="en-US" sz="1400" dirty="0">
                <a:ln>
                  <a:solidFill>
                    <a:srgbClr val="00B0F0"/>
                  </a:solidFill>
                </a:ln>
                <a:solidFill>
                  <a:srgbClr val="00B0F0"/>
                </a:solidFill>
                <a:latin typeface="+mn-lt"/>
              </a:rPr>
              <a:t>		END;</a:t>
            </a:r>
          </a:p>
          <a:p>
            <a:pPr marL="141626" lvl="3" indent="-141626">
              <a:lnSpc>
                <a:spcPct val="100000"/>
              </a:lnSpc>
              <a:buClr>
                <a:schemeClr val="accent5"/>
              </a:buClr>
              <a:buNone/>
            </a:pPr>
            <a:r>
              <a:rPr lang="en-US" sz="1400" dirty="0">
                <a:ln>
                  <a:solidFill>
                    <a:srgbClr val="00B0F0"/>
                  </a:solidFill>
                </a:ln>
                <a:solidFill>
                  <a:srgbClr val="00B0F0"/>
                </a:solidFill>
                <a:latin typeface="+mn-lt"/>
              </a:rPr>
              <a:t>		/</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dirty="0">
                <a:latin typeface="Candara"/>
              </a:rPr>
              <a:t>2</a:t>
            </a:r>
            <a:r>
              <a:rPr lang="en-US" sz="1400" b="1" dirty="0">
                <a:latin typeface="Candara"/>
              </a:rPr>
              <a:t>.1: </a:t>
            </a:r>
            <a:r>
              <a:rPr lang="en-US" sz="1400" dirty="0">
                <a:latin typeface="Candara"/>
              </a:rPr>
              <a:t>Need for Bulk Operations						…….</a:t>
            </a:r>
            <a:r>
              <a:rPr lang="en-US" sz="1400" dirty="0" err="1">
                <a:latin typeface="Candara"/>
              </a:rPr>
              <a:t>contd</a:t>
            </a:r>
            <a:br>
              <a:rPr lang="en-US" sz="1200" b="1" dirty="0">
                <a:latin typeface="Candara"/>
              </a:rPr>
            </a:br>
            <a:r>
              <a:rPr lang="en-US" dirty="0">
                <a:latin typeface="Candara"/>
              </a:rPr>
              <a:t>How context-switches degrades performance</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26306"/>
            <a:ext cx="8570662" cy="3771900"/>
          </a:xfrm>
        </p:spPr>
        <p:txBody>
          <a:bodyPr>
            <a:normAutofit/>
          </a:bodyPr>
          <a:lstStyle/>
          <a:p>
            <a:pPr algn="just"/>
            <a:r>
              <a:rPr lang="en-US" b="1" dirty="0"/>
              <a:t>The binding of an entire collection with a SQL-statement at once is called </a:t>
            </a:r>
            <a:r>
              <a:rPr lang="en-US" b="1" i="1" dirty="0"/>
              <a:t>bulk binding</a:t>
            </a:r>
            <a:r>
              <a:rPr lang="en-US" dirty="0"/>
              <a:t>. Bulk binds improve performance by minimizing the number of context switches between the PL/SQL and SQL engines. With bulk binds, entire collections, not just individual elements, are passed back and forth. For example, the following DELETE statement is sent to the SQL engine just once, with an entire </a:t>
            </a:r>
            <a:r>
              <a:rPr lang="en-US" dirty="0" err="1"/>
              <a:t>varray</a:t>
            </a:r>
            <a:r>
              <a:rPr lang="en-US" b="1" dirty="0"/>
              <a:t>:</a:t>
            </a:r>
          </a:p>
          <a:p>
            <a:pPr marL="907263" lvl="4" indent="-141626">
              <a:lnSpc>
                <a:spcPct val="110000"/>
              </a:lnSpc>
              <a:buClr>
                <a:schemeClr val="accent5"/>
              </a:buClr>
              <a:buNone/>
            </a:pPr>
            <a:r>
              <a:rPr lang="en-US" sz="1500" dirty="0">
                <a:ln>
                  <a:solidFill>
                    <a:srgbClr val="00B0F0"/>
                  </a:solidFill>
                </a:ln>
                <a:solidFill>
                  <a:srgbClr val="00B0F0"/>
                </a:solidFill>
                <a:latin typeface="+mn-lt"/>
              </a:rPr>
              <a:t>DECLARE</a:t>
            </a:r>
          </a:p>
          <a:p>
            <a:pPr marL="907263" lvl="4" indent="-141626">
              <a:lnSpc>
                <a:spcPct val="110000"/>
              </a:lnSpc>
              <a:buClr>
                <a:schemeClr val="accent5"/>
              </a:buClr>
              <a:buNone/>
            </a:pPr>
            <a:r>
              <a:rPr lang="en-US" sz="1500" dirty="0">
                <a:ln>
                  <a:solidFill>
                    <a:srgbClr val="00B0F0"/>
                  </a:solidFill>
                </a:ln>
                <a:solidFill>
                  <a:srgbClr val="00B0F0"/>
                </a:solidFill>
                <a:latin typeface="+mn-lt"/>
              </a:rPr>
              <a:t>		TYPE </a:t>
            </a:r>
            <a:r>
              <a:rPr lang="en-US" sz="1500" dirty="0" err="1">
                <a:ln>
                  <a:solidFill>
                    <a:srgbClr val="00B0F0"/>
                  </a:solidFill>
                </a:ln>
                <a:solidFill>
                  <a:srgbClr val="00B0F0"/>
                </a:solidFill>
                <a:latin typeface="+mn-lt"/>
              </a:rPr>
              <a:t>NumList</a:t>
            </a:r>
            <a:r>
              <a:rPr lang="en-US" sz="1500" dirty="0">
                <a:ln>
                  <a:solidFill>
                    <a:srgbClr val="00B0F0"/>
                  </a:solidFill>
                </a:ln>
                <a:solidFill>
                  <a:srgbClr val="00B0F0"/>
                </a:solidFill>
                <a:latin typeface="+mn-lt"/>
              </a:rPr>
              <a:t> IS VARRAY(20) OF NUMBER;</a:t>
            </a:r>
          </a:p>
          <a:p>
            <a:pPr marL="907263" lvl="4" indent="-141626">
              <a:lnSpc>
                <a:spcPct val="110000"/>
              </a:lnSpc>
              <a:buClr>
                <a:schemeClr val="accent5"/>
              </a:buClr>
              <a:buNone/>
            </a:pPr>
            <a:r>
              <a:rPr lang="en-US" sz="1500" dirty="0">
                <a:ln>
                  <a:solidFill>
                    <a:srgbClr val="00B0F0"/>
                  </a:solidFill>
                </a:ln>
                <a:solidFill>
                  <a:srgbClr val="00B0F0"/>
                </a:solidFill>
                <a:latin typeface="+mn-lt"/>
              </a:rPr>
              <a:t>		</a:t>
            </a:r>
            <a:r>
              <a:rPr lang="en-US" sz="1500" dirty="0" err="1">
                <a:ln>
                  <a:solidFill>
                    <a:srgbClr val="00B0F0"/>
                  </a:solidFill>
                </a:ln>
                <a:solidFill>
                  <a:srgbClr val="00B0F0"/>
                </a:solidFill>
                <a:latin typeface="+mn-lt"/>
              </a:rPr>
              <a:t>depts</a:t>
            </a:r>
            <a:r>
              <a:rPr lang="en-US" sz="1500" dirty="0">
                <a:ln>
                  <a:solidFill>
                    <a:srgbClr val="00B0F0"/>
                  </a:solidFill>
                </a:ln>
                <a:solidFill>
                  <a:srgbClr val="00B0F0"/>
                </a:solidFill>
                <a:latin typeface="+mn-lt"/>
              </a:rPr>
              <a:t> </a:t>
            </a:r>
            <a:r>
              <a:rPr lang="en-US" sz="1500" dirty="0" err="1">
                <a:ln>
                  <a:solidFill>
                    <a:srgbClr val="00B0F0"/>
                  </a:solidFill>
                </a:ln>
                <a:solidFill>
                  <a:srgbClr val="00B0F0"/>
                </a:solidFill>
                <a:latin typeface="+mn-lt"/>
              </a:rPr>
              <a:t>NumList</a:t>
            </a:r>
            <a:r>
              <a:rPr lang="en-US" sz="1500" dirty="0">
                <a:ln>
                  <a:solidFill>
                    <a:srgbClr val="00B0F0"/>
                  </a:solidFill>
                </a:ln>
                <a:solidFill>
                  <a:srgbClr val="00B0F0"/>
                </a:solidFill>
                <a:latin typeface="+mn-lt"/>
              </a:rPr>
              <a:t> := </a:t>
            </a:r>
            <a:r>
              <a:rPr lang="en-US" sz="1500" dirty="0" err="1">
                <a:ln>
                  <a:solidFill>
                    <a:srgbClr val="00B0F0"/>
                  </a:solidFill>
                </a:ln>
                <a:solidFill>
                  <a:srgbClr val="00B0F0"/>
                </a:solidFill>
                <a:latin typeface="+mn-lt"/>
              </a:rPr>
              <a:t>NumList</a:t>
            </a:r>
            <a:r>
              <a:rPr lang="en-US" sz="1500" dirty="0">
                <a:ln>
                  <a:solidFill>
                    <a:srgbClr val="00B0F0"/>
                  </a:solidFill>
                </a:ln>
                <a:solidFill>
                  <a:srgbClr val="00B0F0"/>
                </a:solidFill>
                <a:latin typeface="+mn-lt"/>
              </a:rPr>
              <a:t>(10, 30, 70); -- department numbers</a:t>
            </a:r>
          </a:p>
          <a:p>
            <a:pPr marL="907263" lvl="4" indent="-141626">
              <a:lnSpc>
                <a:spcPct val="110000"/>
              </a:lnSpc>
              <a:buClr>
                <a:schemeClr val="accent5"/>
              </a:buClr>
              <a:buNone/>
            </a:pPr>
            <a:r>
              <a:rPr lang="en-US" sz="1500" dirty="0">
                <a:ln>
                  <a:solidFill>
                    <a:srgbClr val="00B0F0"/>
                  </a:solidFill>
                </a:ln>
                <a:solidFill>
                  <a:srgbClr val="00B0F0"/>
                </a:solidFill>
                <a:latin typeface="+mn-lt"/>
              </a:rPr>
              <a:t>BEGIN</a:t>
            </a:r>
          </a:p>
          <a:p>
            <a:pPr marL="907263" lvl="4" indent="-141626">
              <a:lnSpc>
                <a:spcPct val="110000"/>
              </a:lnSpc>
              <a:buClr>
                <a:schemeClr val="accent5"/>
              </a:buClr>
              <a:buNone/>
            </a:pPr>
            <a:r>
              <a:rPr lang="en-US" sz="1500" dirty="0">
                <a:ln>
                  <a:solidFill>
                    <a:srgbClr val="00B0F0"/>
                  </a:solidFill>
                </a:ln>
                <a:solidFill>
                  <a:srgbClr val="00B0F0"/>
                </a:solidFill>
                <a:latin typeface="+mn-lt"/>
              </a:rPr>
              <a:t>		FORALL </a:t>
            </a:r>
            <a:r>
              <a:rPr lang="en-US" sz="1500" dirty="0" err="1">
                <a:ln>
                  <a:solidFill>
                    <a:srgbClr val="00B0F0"/>
                  </a:solidFill>
                </a:ln>
                <a:solidFill>
                  <a:srgbClr val="00B0F0"/>
                </a:solidFill>
                <a:latin typeface="+mn-lt"/>
              </a:rPr>
              <a:t>i</a:t>
            </a:r>
            <a:r>
              <a:rPr lang="en-US" sz="1500" dirty="0">
                <a:ln>
                  <a:solidFill>
                    <a:srgbClr val="00B0F0"/>
                  </a:solidFill>
                </a:ln>
                <a:solidFill>
                  <a:srgbClr val="00B0F0"/>
                </a:solidFill>
                <a:latin typeface="+mn-lt"/>
              </a:rPr>
              <a:t> IN </a:t>
            </a:r>
            <a:r>
              <a:rPr lang="en-US" sz="1500" dirty="0" err="1">
                <a:ln>
                  <a:solidFill>
                    <a:srgbClr val="00B0F0"/>
                  </a:solidFill>
                </a:ln>
                <a:solidFill>
                  <a:srgbClr val="00B0F0"/>
                </a:solidFill>
                <a:latin typeface="+mn-lt"/>
              </a:rPr>
              <a:t>depts.FIRST</a:t>
            </a:r>
            <a:r>
              <a:rPr lang="en-US" sz="1500" dirty="0">
                <a:ln>
                  <a:solidFill>
                    <a:srgbClr val="00B0F0"/>
                  </a:solidFill>
                </a:ln>
                <a:solidFill>
                  <a:srgbClr val="00B0F0"/>
                </a:solidFill>
                <a:latin typeface="+mn-lt"/>
              </a:rPr>
              <a:t>..</a:t>
            </a:r>
            <a:r>
              <a:rPr lang="en-US" sz="1500" dirty="0" err="1">
                <a:ln>
                  <a:solidFill>
                    <a:srgbClr val="00B0F0"/>
                  </a:solidFill>
                </a:ln>
                <a:solidFill>
                  <a:srgbClr val="00B0F0"/>
                </a:solidFill>
                <a:latin typeface="+mn-lt"/>
              </a:rPr>
              <a:t>depts.LAST</a:t>
            </a:r>
            <a:r>
              <a:rPr lang="en-US" sz="1500" dirty="0">
                <a:ln>
                  <a:solidFill>
                    <a:srgbClr val="00B0F0"/>
                  </a:solidFill>
                </a:ln>
                <a:solidFill>
                  <a:srgbClr val="00B0F0"/>
                </a:solidFill>
                <a:latin typeface="+mn-lt"/>
              </a:rPr>
              <a:t> DELETE FROM </a:t>
            </a:r>
            <a:r>
              <a:rPr lang="en-US" sz="1500" dirty="0" err="1">
                <a:ln>
                  <a:solidFill>
                    <a:srgbClr val="00B0F0"/>
                  </a:solidFill>
                </a:ln>
                <a:solidFill>
                  <a:srgbClr val="00B0F0"/>
                </a:solidFill>
                <a:latin typeface="+mn-lt"/>
              </a:rPr>
              <a:t>emp</a:t>
            </a:r>
            <a:r>
              <a:rPr lang="en-US" sz="1500" dirty="0">
                <a:ln>
                  <a:solidFill>
                    <a:srgbClr val="00B0F0"/>
                  </a:solidFill>
                </a:ln>
                <a:solidFill>
                  <a:srgbClr val="00B0F0"/>
                </a:solidFill>
                <a:latin typeface="+mn-lt"/>
              </a:rPr>
              <a:t> WHERE </a:t>
            </a:r>
            <a:r>
              <a:rPr lang="en-US" sz="1500" dirty="0" err="1">
                <a:ln>
                  <a:solidFill>
                    <a:srgbClr val="00B0F0"/>
                  </a:solidFill>
                </a:ln>
                <a:solidFill>
                  <a:srgbClr val="00B0F0"/>
                </a:solidFill>
                <a:latin typeface="+mn-lt"/>
              </a:rPr>
              <a:t>deptno</a:t>
            </a:r>
            <a:r>
              <a:rPr lang="en-US" sz="1500" dirty="0">
                <a:ln>
                  <a:solidFill>
                    <a:srgbClr val="00B0F0"/>
                  </a:solidFill>
                </a:ln>
                <a:solidFill>
                  <a:srgbClr val="00B0F0"/>
                </a:solidFill>
                <a:latin typeface="+mn-lt"/>
              </a:rPr>
              <a:t> = 	</a:t>
            </a:r>
            <a:r>
              <a:rPr lang="en-US" sz="1500" dirty="0" err="1">
                <a:ln>
                  <a:solidFill>
                    <a:srgbClr val="00B0F0"/>
                  </a:solidFill>
                </a:ln>
                <a:solidFill>
                  <a:srgbClr val="00B0F0"/>
                </a:solidFill>
                <a:latin typeface="+mn-lt"/>
              </a:rPr>
              <a:t>depts</a:t>
            </a:r>
            <a:r>
              <a:rPr lang="en-US" sz="1500" dirty="0">
                <a:ln>
                  <a:solidFill>
                    <a:srgbClr val="00B0F0"/>
                  </a:solidFill>
                </a:ln>
                <a:solidFill>
                  <a:srgbClr val="00B0F0"/>
                </a:solidFill>
                <a:latin typeface="+mn-lt"/>
              </a:rPr>
              <a:t>(</a:t>
            </a:r>
            <a:r>
              <a:rPr lang="en-US" sz="1500" dirty="0" err="1">
                <a:ln>
                  <a:solidFill>
                    <a:srgbClr val="00B0F0"/>
                  </a:solidFill>
                </a:ln>
                <a:solidFill>
                  <a:srgbClr val="00B0F0"/>
                </a:solidFill>
                <a:latin typeface="+mn-lt"/>
              </a:rPr>
              <a:t>i</a:t>
            </a:r>
            <a:r>
              <a:rPr lang="en-US" sz="1500" dirty="0">
                <a:ln>
                  <a:solidFill>
                    <a:srgbClr val="00B0F0"/>
                  </a:solidFill>
                </a:ln>
                <a:solidFill>
                  <a:srgbClr val="00B0F0"/>
                </a:solidFill>
                <a:latin typeface="+mn-lt"/>
              </a:rPr>
              <a:t>);</a:t>
            </a:r>
          </a:p>
          <a:p>
            <a:pPr marL="907263" lvl="4" indent="-141626">
              <a:lnSpc>
                <a:spcPct val="110000"/>
              </a:lnSpc>
              <a:buClr>
                <a:schemeClr val="accent5"/>
              </a:buClr>
              <a:buNone/>
            </a:pPr>
            <a:r>
              <a:rPr lang="en-US" sz="1500" dirty="0">
                <a:ln>
                  <a:solidFill>
                    <a:srgbClr val="00B0F0"/>
                  </a:solidFill>
                </a:ln>
                <a:solidFill>
                  <a:srgbClr val="00B0F0"/>
                </a:solidFill>
                <a:latin typeface="+mn-lt"/>
              </a:rPr>
              <a:t>END;</a:t>
            </a:r>
          </a:p>
          <a:p>
            <a:pPr marL="907263" lvl="4" indent="-141626">
              <a:lnSpc>
                <a:spcPct val="110000"/>
              </a:lnSpc>
              <a:buClr>
                <a:schemeClr val="accent5"/>
              </a:buClr>
              <a:buNone/>
            </a:pPr>
            <a:r>
              <a:rPr lang="en-US" sz="1500" dirty="0">
                <a:ln>
                  <a:solidFill>
                    <a:srgbClr val="00B0F0"/>
                  </a:solidFill>
                </a:ln>
                <a:solidFill>
                  <a:srgbClr val="00B0F0"/>
                </a:solidFill>
                <a:latin typeface="+mn-lt"/>
              </a:rPr>
              <a: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dirty="0">
                <a:latin typeface="Candara"/>
              </a:rPr>
              <a:t>2</a:t>
            </a:r>
            <a:r>
              <a:rPr lang="en-US" sz="1400" b="1" dirty="0">
                <a:latin typeface="Candara"/>
              </a:rPr>
              <a:t>.1: </a:t>
            </a:r>
            <a:r>
              <a:rPr lang="en-US" sz="1200" dirty="0">
                <a:latin typeface="Candara"/>
              </a:rPr>
              <a:t>Need for Bulk Operations 						……</a:t>
            </a:r>
            <a:r>
              <a:rPr lang="en-US" sz="1200" dirty="0" err="1">
                <a:latin typeface="Candara"/>
              </a:rPr>
              <a:t>contd</a:t>
            </a:r>
            <a:br>
              <a:rPr lang="en-US" sz="1200" b="1" dirty="0">
                <a:latin typeface="Candara"/>
              </a:rPr>
            </a:br>
            <a:r>
              <a:rPr lang="en-US" dirty="0">
                <a:latin typeface="Candara"/>
              </a:rPr>
              <a:t>H</a:t>
            </a:r>
            <a:r>
              <a:rPr lang="en-US" b="1" dirty="0">
                <a:latin typeface="Candara"/>
              </a:rPr>
              <a:t>ow Bulk-binds improve performance</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986588"/>
            <a:ext cx="8570662" cy="3711617"/>
          </a:xfrm>
        </p:spPr>
        <p:txBody>
          <a:bodyPr>
            <a:normAutofit/>
          </a:bodyPr>
          <a:lstStyle/>
          <a:p>
            <a:pPr algn="just"/>
            <a:r>
              <a:rPr lang="en-US" dirty="0"/>
              <a:t>The assigning of values of PL/SQL variables to SQL statements is called </a:t>
            </a:r>
            <a:r>
              <a:rPr lang="en-US" i="1" dirty="0"/>
              <a:t>binding</a:t>
            </a:r>
            <a:r>
              <a:rPr lang="en-US" dirty="0"/>
              <a:t>. PLSQL binding operations fall into 2 categories :</a:t>
            </a:r>
          </a:p>
          <a:p>
            <a:pPr lvl="1"/>
            <a:r>
              <a:rPr lang="en-US" dirty="0"/>
              <a:t>In-Bind:</a:t>
            </a:r>
          </a:p>
          <a:p>
            <a:pPr lvl="2" algn="just"/>
            <a:r>
              <a:rPr lang="en-US" dirty="0"/>
              <a:t>When a PLSQL or Host variable is used inside an INSERT or UPDATE statement to store value in the database, such a variable is called In-Bind variable </a:t>
            </a:r>
          </a:p>
          <a:p>
            <a:pPr lvl="1"/>
            <a:r>
              <a:rPr lang="en-US" dirty="0"/>
              <a:t>Out-Bind</a:t>
            </a:r>
          </a:p>
          <a:p>
            <a:pPr lvl="2" algn="just"/>
            <a:r>
              <a:rPr lang="en-US" dirty="0"/>
              <a:t>When a value from the database is assigned to a PLSQL or Host variable using  the RETURNING clause of the INSERT, UPDATE or DELETE statement, then such a variable is called Out-Bind variable</a:t>
            </a:r>
          </a:p>
          <a:p>
            <a:pPr lvl="4"/>
            <a:r>
              <a:rPr lang="en-US" dirty="0"/>
              <a:t>OR</a:t>
            </a:r>
          </a:p>
          <a:p>
            <a:pPr lvl="2"/>
            <a:r>
              <a:rPr lang="en-US" dirty="0"/>
              <a:t>When a value from the database is assigned to a PLSQL or Host variable using the SELECT into or FETCH statement, then such a variable is called Out-Bind variable</a:t>
            </a:r>
          </a:p>
          <a:p>
            <a:pPr lvl="2"/>
            <a:endParaRPr lang="en-US" b="1" dirty="0"/>
          </a:p>
          <a:p>
            <a:r>
              <a:rPr lang="en-US" b="1" dirty="0"/>
              <a:t>The binding of an entire collection at once is called </a:t>
            </a:r>
            <a:r>
              <a:rPr lang="en-US" b="1" i="1" dirty="0"/>
              <a:t>bulk binding</a:t>
            </a:r>
            <a:r>
              <a:rPr lang="en-US" b="1" dirty="0"/>
              <a: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2.2: Binding of variables</a:t>
            </a:r>
            <a:br>
              <a:rPr lang="en-US" sz="1200" b="1" dirty="0">
                <a:latin typeface="Candara"/>
              </a:rPr>
            </a:br>
            <a:r>
              <a:rPr lang="en-US" sz="2400" dirty="0">
                <a:latin typeface="Candara"/>
              </a:rPr>
              <a:t>Binding of variables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7522"/>
            <a:ext cx="8570662" cy="3993078"/>
          </a:xfrm>
        </p:spPr>
        <p:txBody>
          <a:bodyPr>
            <a:normAutofit fontScale="25000" lnSpcReduction="20000"/>
          </a:bodyPr>
          <a:lstStyle/>
          <a:p>
            <a:endParaRPr lang="en-US" sz="2000" dirty="0">
              <a:solidFill>
                <a:srgbClr val="00B0F0"/>
              </a:solidFill>
            </a:endParaRPr>
          </a:p>
          <a:p>
            <a:r>
              <a:rPr lang="en-US" sz="5600" dirty="0">
                <a:solidFill>
                  <a:schemeClr val="tx1"/>
                </a:solidFill>
              </a:rPr>
              <a:t>Performance  difference in adding 10000 rows through a normal loop and  through Bulk-bind :</a:t>
            </a:r>
          </a:p>
          <a:p>
            <a:pPr>
              <a:buNone/>
            </a:pPr>
            <a:r>
              <a:rPr lang="en-US" sz="4300" dirty="0">
                <a:solidFill>
                  <a:srgbClr val="00B0F0"/>
                </a:solidFill>
              </a:rPr>
              <a:t>Create table parts(</a:t>
            </a:r>
            <a:r>
              <a:rPr lang="en-US" sz="4300" dirty="0" err="1">
                <a:solidFill>
                  <a:srgbClr val="00B0F0"/>
                </a:solidFill>
              </a:rPr>
              <a:t>partno</a:t>
            </a:r>
            <a:r>
              <a:rPr lang="en-US" sz="4300" dirty="0">
                <a:solidFill>
                  <a:srgbClr val="00B0F0"/>
                </a:solidFill>
              </a:rPr>
              <a:t> number, </a:t>
            </a:r>
            <a:r>
              <a:rPr lang="en-US" sz="4300" dirty="0" err="1">
                <a:solidFill>
                  <a:srgbClr val="00B0F0"/>
                </a:solidFill>
              </a:rPr>
              <a:t>partname</a:t>
            </a:r>
            <a:r>
              <a:rPr lang="en-US" sz="4300" dirty="0">
                <a:solidFill>
                  <a:srgbClr val="00B0F0"/>
                </a:solidFill>
              </a:rPr>
              <a:t> varchar2(40));</a:t>
            </a:r>
          </a:p>
          <a:p>
            <a:pPr>
              <a:buNone/>
            </a:pPr>
            <a:r>
              <a:rPr lang="en-US" sz="4300" dirty="0">
                <a:solidFill>
                  <a:srgbClr val="00B0F0"/>
                </a:solidFill>
              </a:rPr>
              <a:t> DECLARE</a:t>
            </a:r>
          </a:p>
          <a:p>
            <a:pPr>
              <a:buNone/>
            </a:pPr>
            <a:r>
              <a:rPr lang="en-US" sz="4300" dirty="0">
                <a:solidFill>
                  <a:srgbClr val="00B0F0"/>
                </a:solidFill>
              </a:rPr>
              <a:t>		TYPE </a:t>
            </a:r>
            <a:r>
              <a:rPr lang="en-US" sz="4300" dirty="0" err="1">
                <a:solidFill>
                  <a:srgbClr val="00B0F0"/>
                </a:solidFill>
              </a:rPr>
              <a:t>NumTab</a:t>
            </a:r>
            <a:r>
              <a:rPr lang="en-US" sz="4300" dirty="0">
                <a:solidFill>
                  <a:srgbClr val="00B0F0"/>
                </a:solidFill>
              </a:rPr>
              <a:t> IS TABLE OF NUMBER(6) INDEX BY BINARY_INTEGER;</a:t>
            </a:r>
          </a:p>
          <a:p>
            <a:pPr>
              <a:buNone/>
            </a:pPr>
            <a:r>
              <a:rPr lang="en-US" sz="4300" dirty="0">
                <a:solidFill>
                  <a:srgbClr val="00B0F0"/>
                </a:solidFill>
              </a:rPr>
              <a:t> 		TYPE </a:t>
            </a:r>
            <a:r>
              <a:rPr lang="en-US" sz="4300" dirty="0" err="1">
                <a:solidFill>
                  <a:srgbClr val="00B0F0"/>
                </a:solidFill>
              </a:rPr>
              <a:t>NameTab</a:t>
            </a:r>
            <a:r>
              <a:rPr lang="en-US" sz="4300" dirty="0">
                <a:solidFill>
                  <a:srgbClr val="00B0F0"/>
                </a:solidFill>
              </a:rPr>
              <a:t> IS TABLE OF CHAR(25) INDEX BY BINARY_INTEGER;</a:t>
            </a:r>
          </a:p>
          <a:p>
            <a:pPr>
              <a:buNone/>
            </a:pPr>
            <a:r>
              <a:rPr lang="en-US" sz="4300" dirty="0">
                <a:solidFill>
                  <a:srgbClr val="00B0F0"/>
                </a:solidFill>
              </a:rPr>
              <a:t> 		</a:t>
            </a:r>
            <a:r>
              <a:rPr lang="en-US" sz="4300" dirty="0" err="1">
                <a:solidFill>
                  <a:srgbClr val="00B0F0"/>
                </a:solidFill>
              </a:rPr>
              <a:t>pnums</a:t>
            </a:r>
            <a:r>
              <a:rPr lang="en-US" sz="4300" dirty="0">
                <a:solidFill>
                  <a:srgbClr val="00B0F0"/>
                </a:solidFill>
              </a:rPr>
              <a:t> </a:t>
            </a:r>
            <a:r>
              <a:rPr lang="en-US" sz="4300" dirty="0" err="1">
                <a:solidFill>
                  <a:srgbClr val="00B0F0"/>
                </a:solidFill>
              </a:rPr>
              <a:t>NumTab</a:t>
            </a:r>
            <a:r>
              <a:rPr lang="en-US" sz="4300" dirty="0">
                <a:solidFill>
                  <a:srgbClr val="00B0F0"/>
                </a:solidFill>
              </a:rPr>
              <a:t>;</a:t>
            </a:r>
          </a:p>
          <a:p>
            <a:pPr>
              <a:buNone/>
            </a:pPr>
            <a:r>
              <a:rPr lang="en-US" sz="4300" dirty="0">
                <a:solidFill>
                  <a:srgbClr val="00B0F0"/>
                </a:solidFill>
              </a:rPr>
              <a:t> 		</a:t>
            </a:r>
            <a:r>
              <a:rPr lang="en-US" sz="4300" dirty="0" err="1">
                <a:solidFill>
                  <a:srgbClr val="00B0F0"/>
                </a:solidFill>
              </a:rPr>
              <a:t>pnames</a:t>
            </a:r>
            <a:r>
              <a:rPr lang="en-US" sz="4300" dirty="0">
                <a:solidFill>
                  <a:srgbClr val="00B0F0"/>
                </a:solidFill>
              </a:rPr>
              <a:t> </a:t>
            </a:r>
            <a:r>
              <a:rPr lang="en-US" sz="4300" dirty="0" err="1">
                <a:solidFill>
                  <a:srgbClr val="00B0F0"/>
                </a:solidFill>
              </a:rPr>
              <a:t>NameTab</a:t>
            </a:r>
            <a:r>
              <a:rPr lang="en-US" sz="4300" dirty="0">
                <a:solidFill>
                  <a:srgbClr val="00B0F0"/>
                </a:solidFill>
              </a:rPr>
              <a:t>;</a:t>
            </a:r>
          </a:p>
          <a:p>
            <a:pPr>
              <a:buNone/>
            </a:pPr>
            <a:r>
              <a:rPr lang="en-US" sz="4300" dirty="0">
                <a:solidFill>
                  <a:srgbClr val="00B0F0"/>
                </a:solidFill>
              </a:rPr>
              <a:t> 		t1 NUMBER(9,6);</a:t>
            </a:r>
          </a:p>
          <a:p>
            <a:pPr>
              <a:buNone/>
            </a:pPr>
            <a:r>
              <a:rPr lang="en-US" sz="4300" dirty="0">
                <a:solidFill>
                  <a:srgbClr val="00B0F0"/>
                </a:solidFill>
              </a:rPr>
              <a:t> 		t2 NUMBER(9,6);</a:t>
            </a:r>
          </a:p>
          <a:p>
            <a:pPr>
              <a:buNone/>
            </a:pPr>
            <a:r>
              <a:rPr lang="en-US" sz="4300" dirty="0">
                <a:solidFill>
                  <a:srgbClr val="00B0F0"/>
                </a:solidFill>
              </a:rPr>
              <a:t> 		t3 NUMBER(9,6);</a:t>
            </a:r>
          </a:p>
          <a:p>
            <a:pPr>
              <a:buNone/>
            </a:pPr>
            <a:r>
              <a:rPr lang="en-US" sz="4300" dirty="0">
                <a:solidFill>
                  <a:srgbClr val="00B0F0"/>
                </a:solidFill>
              </a:rPr>
              <a:t> 		PROCEDURE </a:t>
            </a:r>
            <a:r>
              <a:rPr lang="en-US" sz="4300" dirty="0" err="1">
                <a:solidFill>
                  <a:srgbClr val="00B0F0"/>
                </a:solidFill>
              </a:rPr>
              <a:t>get_time</a:t>
            </a:r>
            <a:r>
              <a:rPr lang="en-US" sz="4300" dirty="0">
                <a:solidFill>
                  <a:srgbClr val="00B0F0"/>
                </a:solidFill>
              </a:rPr>
              <a:t> (t OUT NUMBER) IS</a:t>
            </a:r>
          </a:p>
          <a:p>
            <a:pPr>
              <a:buNone/>
            </a:pPr>
            <a:r>
              <a:rPr lang="en-US" sz="4300" dirty="0">
                <a:solidFill>
                  <a:srgbClr val="00B0F0"/>
                </a:solidFill>
              </a:rPr>
              <a:t>		BEGIN </a:t>
            </a:r>
          </a:p>
          <a:p>
            <a:pPr>
              <a:buNone/>
            </a:pPr>
            <a:r>
              <a:rPr lang="en-US" sz="4300" dirty="0">
                <a:solidFill>
                  <a:srgbClr val="00B0F0"/>
                </a:solidFill>
              </a:rPr>
              <a:t> 			select </a:t>
            </a:r>
            <a:r>
              <a:rPr lang="en-US" sz="4300" dirty="0" err="1">
                <a:solidFill>
                  <a:srgbClr val="00B0F0"/>
                </a:solidFill>
              </a:rPr>
              <a:t>substr</a:t>
            </a:r>
            <a:r>
              <a:rPr lang="en-US" sz="4300" dirty="0">
                <a:solidFill>
                  <a:srgbClr val="00B0F0"/>
                </a:solidFill>
              </a:rPr>
              <a:t>(systimestamp,17,9) into t from dual;</a:t>
            </a:r>
          </a:p>
          <a:p>
            <a:pPr>
              <a:buNone/>
            </a:pPr>
            <a:r>
              <a:rPr lang="en-US" sz="4300" dirty="0">
                <a:solidFill>
                  <a:srgbClr val="00B0F0"/>
                </a:solidFill>
              </a:rPr>
              <a:t>		END;</a:t>
            </a:r>
          </a:p>
          <a:p>
            <a:pPr>
              <a:buNone/>
            </a:pPr>
            <a:r>
              <a:rPr lang="en-US" sz="4300" dirty="0">
                <a:solidFill>
                  <a:srgbClr val="00B0F0"/>
                </a:solidFill>
              </a:rPr>
              <a:t>BEGIN</a:t>
            </a:r>
          </a:p>
          <a:p>
            <a:pPr>
              <a:buNone/>
            </a:pPr>
            <a:r>
              <a:rPr lang="en-US" sz="4300" dirty="0">
                <a:solidFill>
                  <a:srgbClr val="00B0F0"/>
                </a:solidFill>
              </a:rPr>
              <a:t> 		FOR j IN 1..10000 LOOP -- load index-by tables</a:t>
            </a:r>
          </a:p>
          <a:p>
            <a:pPr>
              <a:buNone/>
            </a:pPr>
            <a:r>
              <a:rPr lang="en-US" sz="4300" dirty="0">
                <a:solidFill>
                  <a:srgbClr val="00B0F0"/>
                </a:solidFill>
              </a:rPr>
              <a:t> 			</a:t>
            </a:r>
            <a:r>
              <a:rPr lang="en-US" sz="4300" dirty="0" err="1">
                <a:solidFill>
                  <a:srgbClr val="00B0F0"/>
                </a:solidFill>
              </a:rPr>
              <a:t>pnums</a:t>
            </a:r>
            <a:r>
              <a:rPr lang="en-US" sz="4300" dirty="0">
                <a:solidFill>
                  <a:srgbClr val="00B0F0"/>
                </a:solidFill>
              </a:rPr>
              <a:t>(j) := j;</a:t>
            </a:r>
          </a:p>
          <a:p>
            <a:pPr>
              <a:buNone/>
            </a:pPr>
            <a:r>
              <a:rPr lang="en-US" sz="4300" dirty="0">
                <a:solidFill>
                  <a:srgbClr val="00B0F0"/>
                </a:solidFill>
              </a:rPr>
              <a:t> 			</a:t>
            </a:r>
            <a:r>
              <a:rPr lang="en-US" sz="4300" dirty="0" err="1">
                <a:solidFill>
                  <a:srgbClr val="00B0F0"/>
                </a:solidFill>
              </a:rPr>
              <a:t>pnames</a:t>
            </a:r>
            <a:r>
              <a:rPr lang="en-US" sz="4300" dirty="0">
                <a:solidFill>
                  <a:srgbClr val="00B0F0"/>
                </a:solidFill>
              </a:rPr>
              <a:t>(j) := ’Part No. ’ || j;</a:t>
            </a:r>
          </a:p>
          <a:p>
            <a:pPr>
              <a:buNone/>
            </a:pPr>
            <a:r>
              <a:rPr lang="en-US" sz="4300" dirty="0">
                <a:solidFill>
                  <a:srgbClr val="00B0F0"/>
                </a:solidFill>
              </a:rPr>
              <a:t> 		END LOOP;</a:t>
            </a:r>
          </a:p>
          <a:p>
            <a:pPr>
              <a:buNone/>
            </a:pPr>
            <a:r>
              <a:rPr lang="en-US" sz="4300" dirty="0">
                <a:solidFill>
                  <a:srgbClr val="00B0F0"/>
                </a:solidFill>
              </a:rPr>
              <a:t> 		</a:t>
            </a:r>
            <a:r>
              <a:rPr lang="en-US" sz="4300" dirty="0" err="1">
                <a:solidFill>
                  <a:srgbClr val="00B0F0"/>
                </a:solidFill>
              </a:rPr>
              <a:t>get_time</a:t>
            </a:r>
            <a:r>
              <a:rPr lang="en-US" sz="4300" dirty="0">
                <a:solidFill>
                  <a:srgbClr val="00B0F0"/>
                </a:solidFill>
              </a:rPr>
              <a:t>(t1);</a:t>
            </a:r>
          </a:p>
          <a:p>
            <a:pPr>
              <a:buNone/>
            </a:pPr>
            <a:endParaRPr lang="en-US" sz="4300" dirty="0">
              <a:solidFill>
                <a:srgbClr val="00B0F0"/>
              </a:solidFill>
            </a:endParaRPr>
          </a:p>
          <a:p>
            <a:pPr>
              <a:buNone/>
            </a:pPr>
            <a:r>
              <a:rPr lang="en-US" sz="2000" dirty="0">
                <a:solidFill>
                  <a:srgbClr val="00B0F0"/>
                </a:solidFill>
              </a:rPr>
              <a:t> 	</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b="1" dirty="0">
                <a:latin typeface="Candara"/>
              </a:rPr>
              <a:t>2.3: Performance Impact</a:t>
            </a:r>
            <a:br>
              <a:rPr lang="en-US" sz="1200" b="1" dirty="0">
                <a:latin typeface="Candara"/>
              </a:rPr>
            </a:br>
            <a:r>
              <a:rPr lang="en-US" dirty="0">
                <a:latin typeface="Candara"/>
              </a:rPr>
              <a:t>Performance Difference created by Bulk-bind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78774"/>
            <a:ext cx="8570662" cy="3789479"/>
          </a:xfrm>
        </p:spPr>
        <p:txBody>
          <a:bodyPr>
            <a:normAutofit fontScale="70000" lnSpcReduction="20000"/>
          </a:bodyPr>
          <a:lstStyle/>
          <a:p>
            <a:pPr algn="just">
              <a:buNone/>
            </a:pPr>
            <a:endParaRPr lang="en-US" sz="2000" dirty="0"/>
          </a:p>
          <a:p>
            <a:pPr>
              <a:buNone/>
            </a:pPr>
            <a:r>
              <a:rPr lang="en-US" sz="2000" dirty="0">
                <a:solidFill>
                  <a:srgbClr val="00B0F0"/>
                </a:solidFill>
              </a:rPr>
              <a:t>	FOR </a:t>
            </a:r>
            <a:r>
              <a:rPr lang="en-US" sz="2000" dirty="0" err="1">
                <a:solidFill>
                  <a:srgbClr val="00B0F0"/>
                </a:solidFill>
              </a:rPr>
              <a:t>i</a:t>
            </a:r>
            <a:r>
              <a:rPr lang="en-US" sz="2000" dirty="0">
                <a:solidFill>
                  <a:srgbClr val="00B0F0"/>
                </a:solidFill>
              </a:rPr>
              <a:t> IN 1..10000 LOOP -- use FOR loop</a:t>
            </a:r>
          </a:p>
          <a:p>
            <a:pPr>
              <a:buNone/>
            </a:pPr>
            <a:r>
              <a:rPr lang="en-US" sz="2000" dirty="0">
                <a:solidFill>
                  <a:srgbClr val="00B0F0"/>
                </a:solidFill>
              </a:rPr>
              <a:t> 		INSERT INTO parts VALUES (</a:t>
            </a:r>
            <a:r>
              <a:rPr lang="en-US" sz="2000" dirty="0" err="1">
                <a:solidFill>
                  <a:srgbClr val="00B0F0"/>
                </a:solidFill>
              </a:rPr>
              <a:t>pnums</a:t>
            </a:r>
            <a:r>
              <a:rPr lang="en-US" sz="2000" dirty="0">
                <a:solidFill>
                  <a:srgbClr val="00B0F0"/>
                </a:solidFill>
              </a:rPr>
              <a:t>(</a:t>
            </a:r>
            <a:r>
              <a:rPr lang="en-US" sz="2000" dirty="0" err="1">
                <a:solidFill>
                  <a:srgbClr val="00B0F0"/>
                </a:solidFill>
              </a:rPr>
              <a:t>i</a:t>
            </a:r>
            <a:r>
              <a:rPr lang="en-US" sz="2000" dirty="0">
                <a:solidFill>
                  <a:srgbClr val="00B0F0"/>
                </a:solidFill>
              </a:rPr>
              <a:t>), </a:t>
            </a:r>
            <a:r>
              <a:rPr lang="en-US" sz="2000" dirty="0" err="1">
                <a:solidFill>
                  <a:srgbClr val="00B0F0"/>
                </a:solidFill>
              </a:rPr>
              <a:t>pnames</a:t>
            </a:r>
            <a:r>
              <a:rPr lang="en-US" sz="2000" dirty="0">
                <a:solidFill>
                  <a:srgbClr val="00B0F0"/>
                </a:solidFill>
              </a:rPr>
              <a:t>(</a:t>
            </a:r>
            <a:r>
              <a:rPr lang="en-US" sz="2000" dirty="0" err="1">
                <a:solidFill>
                  <a:srgbClr val="00B0F0"/>
                </a:solidFill>
              </a:rPr>
              <a:t>i</a:t>
            </a:r>
            <a:r>
              <a:rPr lang="en-US" sz="2000" dirty="0">
                <a:solidFill>
                  <a:srgbClr val="00B0F0"/>
                </a:solidFill>
              </a:rPr>
              <a:t>));</a:t>
            </a:r>
          </a:p>
          <a:p>
            <a:pPr>
              <a:buNone/>
            </a:pPr>
            <a:r>
              <a:rPr lang="en-US" sz="2000" dirty="0">
                <a:solidFill>
                  <a:srgbClr val="00B0F0"/>
                </a:solidFill>
              </a:rPr>
              <a:t> 	END LOOP;</a:t>
            </a:r>
          </a:p>
          <a:p>
            <a:pPr>
              <a:buNone/>
            </a:pPr>
            <a:r>
              <a:rPr lang="en-US" sz="2000" dirty="0">
                <a:solidFill>
                  <a:srgbClr val="00B0F0"/>
                </a:solidFill>
              </a:rPr>
              <a:t>	</a:t>
            </a:r>
            <a:r>
              <a:rPr lang="en-US" sz="2000" dirty="0" err="1">
                <a:solidFill>
                  <a:srgbClr val="00B0F0"/>
                </a:solidFill>
              </a:rPr>
              <a:t>get_time</a:t>
            </a:r>
            <a:r>
              <a:rPr lang="en-US" sz="2000" dirty="0">
                <a:solidFill>
                  <a:srgbClr val="00B0F0"/>
                </a:solidFill>
              </a:rPr>
              <a:t>(t2);</a:t>
            </a:r>
          </a:p>
          <a:p>
            <a:pPr>
              <a:buNone/>
            </a:pPr>
            <a:r>
              <a:rPr lang="en-US" sz="2000" dirty="0">
                <a:solidFill>
                  <a:srgbClr val="00B0F0"/>
                </a:solidFill>
              </a:rPr>
              <a:t>-- use FORALL statement</a:t>
            </a:r>
          </a:p>
          <a:p>
            <a:pPr algn="just">
              <a:buNone/>
            </a:pPr>
            <a:r>
              <a:rPr lang="en-US" sz="2000" dirty="0">
                <a:solidFill>
                  <a:srgbClr val="00B0F0"/>
                </a:solidFill>
              </a:rPr>
              <a:t> 	FORALL i IN 1..10000 INSERT INTO parts VALUES (</a:t>
            </a:r>
            <a:r>
              <a:rPr lang="en-US" sz="2000" dirty="0" err="1">
                <a:solidFill>
                  <a:srgbClr val="00B0F0"/>
                </a:solidFill>
              </a:rPr>
              <a:t>pnums</a:t>
            </a:r>
            <a:r>
              <a:rPr lang="en-US" sz="2000" dirty="0">
                <a:solidFill>
                  <a:srgbClr val="00B0F0"/>
                </a:solidFill>
              </a:rPr>
              <a:t>(i), </a:t>
            </a:r>
            <a:r>
              <a:rPr lang="en-US" sz="2000" dirty="0" err="1">
                <a:solidFill>
                  <a:srgbClr val="00B0F0"/>
                </a:solidFill>
              </a:rPr>
              <a:t>pnames</a:t>
            </a:r>
            <a:r>
              <a:rPr lang="en-US" sz="2000" dirty="0">
                <a:solidFill>
                  <a:srgbClr val="00B0F0"/>
                </a:solidFill>
              </a:rPr>
              <a:t>(i));</a:t>
            </a:r>
          </a:p>
          <a:p>
            <a:pPr>
              <a:buNone/>
            </a:pPr>
            <a:r>
              <a:rPr lang="en-US" sz="2000" dirty="0">
                <a:solidFill>
                  <a:srgbClr val="00B0F0"/>
                </a:solidFill>
              </a:rPr>
              <a:t> 	</a:t>
            </a:r>
            <a:r>
              <a:rPr lang="en-US" sz="2000" dirty="0" err="1">
                <a:solidFill>
                  <a:srgbClr val="00B0F0"/>
                </a:solidFill>
              </a:rPr>
              <a:t>get_time</a:t>
            </a:r>
            <a:r>
              <a:rPr lang="en-US" sz="2000" dirty="0">
                <a:solidFill>
                  <a:srgbClr val="00B0F0"/>
                </a:solidFill>
              </a:rPr>
              <a:t>(t3);</a:t>
            </a:r>
          </a:p>
          <a:p>
            <a:pPr>
              <a:buNone/>
            </a:pPr>
            <a:r>
              <a:rPr lang="en-US" sz="2000" dirty="0">
                <a:solidFill>
                  <a:srgbClr val="00B0F0"/>
                </a:solidFill>
              </a:rPr>
              <a:t>  	</a:t>
            </a:r>
            <a:r>
              <a:rPr lang="en-US" sz="2000" dirty="0" err="1">
                <a:solidFill>
                  <a:srgbClr val="00B0F0"/>
                </a:solidFill>
              </a:rPr>
              <a:t>dbms_output.put_line</a:t>
            </a:r>
            <a:r>
              <a:rPr lang="en-US" sz="2000" dirty="0">
                <a:solidFill>
                  <a:srgbClr val="00B0F0"/>
                </a:solidFill>
              </a:rPr>
              <a:t>(’Execution Time (</a:t>
            </a:r>
            <a:r>
              <a:rPr lang="en-US" sz="2000" dirty="0" err="1">
                <a:solidFill>
                  <a:srgbClr val="00B0F0"/>
                </a:solidFill>
              </a:rPr>
              <a:t>secs</a:t>
            </a:r>
            <a:r>
              <a:rPr lang="en-US" sz="2000" dirty="0">
                <a:solidFill>
                  <a:srgbClr val="00B0F0"/>
                </a:solidFill>
              </a:rPr>
              <a:t>)’);</a:t>
            </a:r>
          </a:p>
          <a:p>
            <a:pPr>
              <a:buNone/>
            </a:pPr>
            <a:r>
              <a:rPr lang="en-US" sz="2000" dirty="0">
                <a:solidFill>
                  <a:srgbClr val="00B0F0"/>
                </a:solidFill>
              </a:rPr>
              <a:t> 	</a:t>
            </a:r>
            <a:r>
              <a:rPr lang="en-US" sz="2000" dirty="0" err="1">
                <a:solidFill>
                  <a:srgbClr val="00B0F0"/>
                </a:solidFill>
              </a:rPr>
              <a:t>dbms_output.put_line</a:t>
            </a:r>
            <a:r>
              <a:rPr lang="en-US" sz="2000" dirty="0">
                <a:solidFill>
                  <a:srgbClr val="00B0F0"/>
                </a:solidFill>
              </a:rPr>
              <a:t>(’FOR loop: ’ || TO_CHAR(t2 - t1));</a:t>
            </a:r>
          </a:p>
          <a:p>
            <a:pPr>
              <a:buNone/>
            </a:pPr>
            <a:r>
              <a:rPr lang="en-US" sz="2000" dirty="0">
                <a:solidFill>
                  <a:srgbClr val="00B0F0"/>
                </a:solidFill>
              </a:rPr>
              <a:t> 	</a:t>
            </a:r>
            <a:r>
              <a:rPr lang="en-US" sz="2000" dirty="0" err="1">
                <a:solidFill>
                  <a:srgbClr val="00B0F0"/>
                </a:solidFill>
              </a:rPr>
              <a:t>dbms_output.put_line</a:t>
            </a:r>
            <a:r>
              <a:rPr lang="en-US" sz="2000" dirty="0">
                <a:solidFill>
                  <a:srgbClr val="00B0F0"/>
                </a:solidFill>
              </a:rPr>
              <a:t>(’FORALL: ’ || TO_CHAR(t3 - t2));</a:t>
            </a:r>
          </a:p>
          <a:p>
            <a:pPr>
              <a:buNone/>
            </a:pPr>
            <a:r>
              <a:rPr lang="en-US" sz="2000" dirty="0">
                <a:solidFill>
                  <a:srgbClr val="00B0F0"/>
                </a:solidFill>
              </a:rPr>
              <a:t> END;</a:t>
            </a:r>
          </a:p>
          <a:p>
            <a:pPr algn="just">
              <a:buNone/>
            </a:pPr>
            <a:r>
              <a:rPr lang="en-US" sz="2000" dirty="0"/>
              <a:t>/</a:t>
            </a:r>
          </a:p>
          <a:p>
            <a:pPr algn="just">
              <a:buNone/>
            </a:pPr>
            <a:r>
              <a:rPr lang="en-US" sz="2100" dirty="0"/>
              <a:t>Execution Time (</a:t>
            </a:r>
            <a:r>
              <a:rPr lang="en-US" sz="2100" dirty="0" err="1"/>
              <a:t>secs</a:t>
            </a:r>
            <a:r>
              <a:rPr lang="en-US" sz="2100" dirty="0"/>
              <a:t>)</a:t>
            </a:r>
          </a:p>
          <a:p>
            <a:pPr algn="just">
              <a:buNone/>
            </a:pPr>
            <a:r>
              <a:rPr lang="en-US" sz="2100" dirty="0"/>
              <a:t>FOR loop: .194</a:t>
            </a:r>
          </a:p>
          <a:p>
            <a:pPr algn="just">
              <a:buNone/>
            </a:pPr>
            <a:r>
              <a:rPr lang="en-US" sz="2100" dirty="0"/>
              <a:t>FORALL: .007</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400" dirty="0">
                <a:latin typeface="Candara"/>
              </a:rPr>
              <a:t>2.3: Performance Impact</a:t>
            </a:r>
            <a:br>
              <a:rPr lang="en-US" sz="800" dirty="0">
                <a:latin typeface="Candara"/>
              </a:rPr>
            </a:br>
            <a:r>
              <a:rPr lang="en-US" dirty="0">
                <a:latin typeface="Candara"/>
              </a:rPr>
              <a:t>Performance Difference  with  Bulk-bind </a:t>
            </a:r>
            <a:r>
              <a:rPr lang="en-US" b="1" dirty="0">
                <a:latin typeface="Candara"/>
              </a:rPr>
              <a:t>	….</a:t>
            </a:r>
            <a:r>
              <a:rPr lang="en-US" b="1" dirty="0" err="1">
                <a:latin typeface="Candara"/>
              </a:rPr>
              <a:t>contd</a:t>
            </a:r>
            <a:r>
              <a:rPr lang="en-US" b="1" dirty="0">
                <a:latin typeface="Candara"/>
              </a:rPr>
              <a:t> </a:t>
            </a:r>
          </a:p>
        </p:txBody>
      </p:sp>
    </p:spTree>
    <p:extLst>
      <p:ext uri="{BB962C8B-B14F-4D97-AF65-F5344CB8AC3E}">
        <p14:creationId xmlns:p14="http://schemas.microsoft.com/office/powerpoint/2010/main" val="111815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1034716"/>
            <a:ext cx="8570662" cy="3633537"/>
          </a:xfrm>
        </p:spPr>
        <p:txBody>
          <a:bodyPr>
            <a:normAutofit/>
          </a:bodyPr>
          <a:lstStyle/>
          <a:p>
            <a:pPr algn="just"/>
            <a:endParaRPr lang="en-US" sz="1400" dirty="0"/>
          </a:p>
          <a:p>
            <a:pPr algn="just"/>
            <a:r>
              <a:rPr lang="en-US" sz="1600" dirty="0"/>
              <a:t>The keyword FORALL instructs the PL/SQL engine to bulk-bind input collections before sending them to the SQL engine with an INSERT/UPDATE/DELETE statement. Although the FORALL statement contains an iteration scheme, it is </a:t>
            </a:r>
            <a:r>
              <a:rPr lang="en-US" sz="1600" i="1" dirty="0"/>
              <a:t>not </a:t>
            </a:r>
            <a:r>
              <a:rPr lang="en-US" sz="1600" dirty="0"/>
              <a:t>a FOR loop. Its syntax is as follows: </a:t>
            </a:r>
          </a:p>
          <a:p>
            <a:pPr>
              <a:buNone/>
            </a:pPr>
            <a:r>
              <a:rPr lang="en-US" sz="1400" dirty="0"/>
              <a:t>	</a:t>
            </a:r>
          </a:p>
          <a:p>
            <a:pPr>
              <a:buNone/>
            </a:pPr>
            <a:r>
              <a:rPr lang="en-US" sz="1400" dirty="0"/>
              <a:t>		</a:t>
            </a:r>
            <a:r>
              <a:rPr lang="en-US" sz="1600" dirty="0">
                <a:ln>
                  <a:solidFill>
                    <a:srgbClr val="00B0F0"/>
                  </a:solidFill>
                </a:ln>
                <a:solidFill>
                  <a:srgbClr val="00B0F0"/>
                </a:solidFill>
              </a:rPr>
              <a:t>FORALL index IN </a:t>
            </a:r>
            <a:r>
              <a:rPr lang="en-US" sz="1600" dirty="0" err="1">
                <a:ln>
                  <a:solidFill>
                    <a:srgbClr val="00B0F0"/>
                  </a:solidFill>
                </a:ln>
                <a:solidFill>
                  <a:srgbClr val="00B0F0"/>
                </a:solidFill>
              </a:rPr>
              <a:t>lower_bound</a:t>
            </a:r>
            <a:r>
              <a:rPr lang="en-US" sz="1600" dirty="0">
                <a:ln>
                  <a:solidFill>
                    <a:srgbClr val="00B0F0"/>
                  </a:solidFill>
                </a:ln>
                <a:solidFill>
                  <a:srgbClr val="00B0F0"/>
                </a:solidFill>
              </a:rPr>
              <a:t>..</a:t>
            </a:r>
            <a:r>
              <a:rPr lang="en-US" sz="1600" dirty="0" err="1">
                <a:ln>
                  <a:solidFill>
                    <a:srgbClr val="00B0F0"/>
                  </a:solidFill>
                </a:ln>
                <a:solidFill>
                  <a:srgbClr val="00B0F0"/>
                </a:solidFill>
              </a:rPr>
              <a:t>upper_bound</a:t>
            </a:r>
            <a:r>
              <a:rPr lang="en-US" sz="1600" dirty="0">
                <a:ln>
                  <a:solidFill>
                    <a:srgbClr val="00B0F0"/>
                  </a:solidFill>
                </a:ln>
                <a:solidFill>
                  <a:srgbClr val="00B0F0"/>
                </a:solidFill>
              </a:rPr>
              <a:t> </a:t>
            </a:r>
            <a:r>
              <a:rPr lang="en-US" sz="1600" dirty="0" err="1">
                <a:ln>
                  <a:solidFill>
                    <a:srgbClr val="00B0F0"/>
                  </a:solidFill>
                </a:ln>
                <a:solidFill>
                  <a:srgbClr val="00B0F0"/>
                </a:solidFill>
              </a:rPr>
              <a:t>sql_statement</a:t>
            </a:r>
            <a:r>
              <a:rPr lang="en-US" sz="1600" dirty="0">
                <a:ln>
                  <a:solidFill>
                    <a:srgbClr val="00B0F0"/>
                  </a:solidFill>
                </a:ln>
                <a:solidFill>
                  <a:srgbClr val="00B0F0"/>
                </a:solidFill>
              </a:rPr>
              <a:t>;</a:t>
            </a:r>
          </a:p>
          <a:p>
            <a:pPr>
              <a:buNone/>
            </a:pPr>
            <a:r>
              <a:rPr lang="en-US" sz="1600" dirty="0"/>
              <a:t>	</a:t>
            </a:r>
          </a:p>
          <a:p>
            <a:pPr algn="just"/>
            <a:r>
              <a:rPr lang="en-US" sz="1600" dirty="0"/>
              <a:t>The index can be referenced only within the FORALL statement and only as a collection subscript. The SQL statement must be an INSERT, UPDATE, or DELETE statement that references collection elements. And, the bounds must specify a valid range of consecutive index numbers. The SQL engine executes the SQL statement once for each index number in the range. But that happens in the SQL engine.</a:t>
            </a:r>
            <a:endParaRPr lang="en-US" sz="1600" dirty="0">
              <a:ln>
                <a:solidFill>
                  <a:srgbClr val="00B0F0"/>
                </a:solidFill>
              </a:ln>
              <a:solidFill>
                <a:srgbClr val="00B0F0"/>
              </a:solidFill>
            </a:endParaRPr>
          </a:p>
          <a:p>
            <a:pPr algn="just"/>
            <a:endParaRPr lang="en-US" sz="1400" dirty="0"/>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2.4: FORALL command</a:t>
            </a:r>
            <a:br>
              <a:rPr lang="en-US" sz="300" dirty="0">
                <a:latin typeface="Candara"/>
              </a:rPr>
            </a:br>
            <a:r>
              <a:rPr lang="en-US" sz="2400" dirty="0">
                <a:latin typeface="Candara"/>
              </a:rPr>
              <a:t>FORALL command for Bulk-bind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4" y="878305"/>
            <a:ext cx="8823325" cy="4054641"/>
          </a:xfrm>
        </p:spPr>
        <p:txBody>
          <a:bodyPr>
            <a:normAutofit/>
          </a:bodyPr>
          <a:lstStyle/>
          <a:p>
            <a:pPr algn="just"/>
            <a:r>
              <a:rPr lang="en-US" sz="2000" dirty="0"/>
              <a:t>You can use the bounds to bulk-bind arbitrary slices of a collection as follows :</a:t>
            </a:r>
          </a:p>
          <a:p>
            <a:pPr>
              <a:buNone/>
            </a:pPr>
            <a:r>
              <a:rPr lang="en-US" sz="800" dirty="0"/>
              <a:t> </a:t>
            </a:r>
          </a:p>
          <a:p>
            <a:pPr>
              <a:lnSpc>
                <a:spcPct val="70000"/>
              </a:lnSpc>
              <a:buNone/>
            </a:pPr>
            <a:r>
              <a:rPr lang="en-US" sz="2000" dirty="0">
                <a:ln>
                  <a:solidFill>
                    <a:srgbClr val="00B0F0"/>
                  </a:solidFill>
                </a:ln>
                <a:solidFill>
                  <a:srgbClr val="00B0F0"/>
                </a:solidFill>
              </a:rPr>
              <a:t>DECLARE</a:t>
            </a:r>
          </a:p>
          <a:p>
            <a:pPr>
              <a:lnSpc>
                <a:spcPct val="70000"/>
              </a:lnSpc>
              <a:buNone/>
            </a:pPr>
            <a:r>
              <a:rPr lang="en-US" sz="2000" dirty="0">
                <a:ln>
                  <a:solidFill>
                    <a:srgbClr val="00B0F0"/>
                  </a:solidFill>
                </a:ln>
                <a:solidFill>
                  <a:srgbClr val="00B0F0"/>
                </a:solidFill>
              </a:rPr>
              <a:t>		TYPE </a:t>
            </a:r>
            <a:r>
              <a:rPr lang="en-US" sz="2000" dirty="0" err="1">
                <a:ln>
                  <a:solidFill>
                    <a:srgbClr val="00B0F0"/>
                  </a:solidFill>
                </a:ln>
                <a:solidFill>
                  <a:srgbClr val="00B0F0"/>
                </a:solidFill>
              </a:rPr>
              <a:t>NumList</a:t>
            </a:r>
            <a:r>
              <a:rPr lang="en-US" sz="2000" dirty="0">
                <a:ln>
                  <a:solidFill>
                    <a:srgbClr val="00B0F0"/>
                  </a:solidFill>
                </a:ln>
                <a:solidFill>
                  <a:srgbClr val="00B0F0"/>
                </a:solidFill>
              </a:rPr>
              <a:t> IS VARRAY(15) OF NUMBER;</a:t>
            </a:r>
          </a:p>
          <a:p>
            <a:pPr>
              <a:lnSpc>
                <a:spcPct val="70000"/>
              </a:lnSpc>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depts</a:t>
            </a:r>
            <a:r>
              <a:rPr lang="en-US" sz="2000" dirty="0">
                <a:ln>
                  <a:solidFill>
                    <a:srgbClr val="00B0F0"/>
                  </a:solidFill>
                </a:ln>
                <a:solidFill>
                  <a:srgbClr val="00B0F0"/>
                </a:solidFill>
              </a:rPr>
              <a:t> </a:t>
            </a:r>
            <a:r>
              <a:rPr lang="en-US" sz="2000" dirty="0" err="1">
                <a:ln>
                  <a:solidFill>
                    <a:srgbClr val="00B0F0"/>
                  </a:solidFill>
                </a:ln>
                <a:solidFill>
                  <a:srgbClr val="00B0F0"/>
                </a:solidFill>
              </a:rPr>
              <a:t>NumList</a:t>
            </a:r>
            <a:r>
              <a:rPr lang="en-US" sz="2000" dirty="0">
                <a:ln>
                  <a:solidFill>
                    <a:srgbClr val="00B0F0"/>
                  </a:solidFill>
                </a:ln>
                <a:solidFill>
                  <a:srgbClr val="00B0F0"/>
                </a:solidFill>
              </a:rPr>
              <a:t> := </a:t>
            </a:r>
            <a:r>
              <a:rPr lang="en-US" sz="2000" dirty="0" err="1">
                <a:ln>
                  <a:solidFill>
                    <a:srgbClr val="00B0F0"/>
                  </a:solidFill>
                </a:ln>
                <a:solidFill>
                  <a:srgbClr val="00B0F0"/>
                </a:solidFill>
              </a:rPr>
              <a:t>NumList</a:t>
            </a:r>
            <a:r>
              <a:rPr lang="en-US" sz="2000" dirty="0">
                <a:ln>
                  <a:solidFill>
                    <a:srgbClr val="00B0F0"/>
                  </a:solidFill>
                </a:ln>
                <a:solidFill>
                  <a:srgbClr val="00B0F0"/>
                </a:solidFill>
              </a:rPr>
              <a:t>();</a:t>
            </a:r>
          </a:p>
          <a:p>
            <a:pPr>
              <a:lnSpc>
                <a:spcPct val="70000"/>
              </a:lnSpc>
              <a:buNone/>
            </a:pPr>
            <a:r>
              <a:rPr lang="en-US" sz="2000" dirty="0">
                <a:ln>
                  <a:solidFill>
                    <a:srgbClr val="00B0F0"/>
                  </a:solidFill>
                </a:ln>
                <a:solidFill>
                  <a:srgbClr val="00B0F0"/>
                </a:solidFill>
              </a:rPr>
              <a:t>BEGIN</a:t>
            </a:r>
          </a:p>
          <a:p>
            <a:pPr>
              <a:lnSpc>
                <a:spcPct val="70000"/>
              </a:lnSpc>
              <a:buNone/>
            </a:pPr>
            <a:r>
              <a:rPr lang="en-US" sz="2000" dirty="0">
                <a:ln>
                  <a:solidFill>
                    <a:srgbClr val="00B0F0"/>
                  </a:solidFill>
                </a:ln>
                <a:solidFill>
                  <a:srgbClr val="00B0F0"/>
                </a:solidFill>
              </a:rPr>
              <a:t>		</a:t>
            </a:r>
            <a:r>
              <a:rPr lang="en-US" sz="2000" dirty="0" err="1">
                <a:ln>
                  <a:solidFill>
                    <a:srgbClr val="00B0F0"/>
                  </a:solidFill>
                </a:ln>
                <a:solidFill>
                  <a:srgbClr val="00B0F0"/>
                </a:solidFill>
              </a:rPr>
              <a:t>Depts</a:t>
            </a:r>
            <a:r>
              <a:rPr lang="en-US" sz="2000" dirty="0">
                <a:ln>
                  <a:solidFill>
                    <a:srgbClr val="00B0F0"/>
                  </a:solidFill>
                </a:ln>
                <a:solidFill>
                  <a:srgbClr val="00B0F0"/>
                </a:solidFill>
              </a:rPr>
              <a:t>:=</a:t>
            </a:r>
            <a:r>
              <a:rPr lang="en-US" sz="2000" dirty="0" err="1">
                <a:ln>
                  <a:solidFill>
                    <a:srgbClr val="00B0F0"/>
                  </a:solidFill>
                </a:ln>
                <a:solidFill>
                  <a:srgbClr val="00B0F0"/>
                </a:solidFill>
              </a:rPr>
              <a:t>numlist</a:t>
            </a:r>
            <a:r>
              <a:rPr lang="en-US" sz="2000" dirty="0">
                <a:ln>
                  <a:solidFill>
                    <a:srgbClr val="00B0F0"/>
                  </a:solidFill>
                </a:ln>
                <a:solidFill>
                  <a:srgbClr val="00B0F0"/>
                </a:solidFill>
              </a:rPr>
              <a:t>(10,20,30,40,50,60);</a:t>
            </a:r>
          </a:p>
          <a:p>
            <a:pPr>
              <a:lnSpc>
                <a:spcPct val="70000"/>
              </a:lnSpc>
              <a:buNone/>
            </a:pPr>
            <a:r>
              <a:rPr lang="en-US" sz="2000" dirty="0">
                <a:ln>
                  <a:solidFill>
                    <a:srgbClr val="00B0F0"/>
                  </a:solidFill>
                </a:ln>
                <a:solidFill>
                  <a:srgbClr val="00B0F0"/>
                </a:solidFill>
              </a:rPr>
              <a:t>		FORALL k IN 3..5 -- bulk-bind middle third of </a:t>
            </a:r>
            <a:r>
              <a:rPr lang="en-US" sz="2000" dirty="0" err="1">
                <a:ln>
                  <a:solidFill>
                    <a:srgbClr val="00B0F0"/>
                  </a:solidFill>
                </a:ln>
                <a:solidFill>
                  <a:srgbClr val="00B0F0"/>
                </a:solidFill>
              </a:rPr>
              <a:t>varray</a:t>
            </a:r>
            <a:endParaRPr lang="en-US" sz="2000" dirty="0">
              <a:ln>
                <a:solidFill>
                  <a:srgbClr val="00B0F0"/>
                </a:solidFill>
              </a:ln>
              <a:solidFill>
                <a:srgbClr val="00B0F0"/>
              </a:solidFill>
            </a:endParaRPr>
          </a:p>
          <a:p>
            <a:pPr>
              <a:lnSpc>
                <a:spcPct val="70000"/>
              </a:lnSpc>
              <a:buNone/>
            </a:pPr>
            <a:r>
              <a:rPr lang="en-US" sz="2000" dirty="0">
                <a:ln>
                  <a:solidFill>
                    <a:srgbClr val="00B0F0"/>
                  </a:solidFill>
                </a:ln>
                <a:solidFill>
                  <a:srgbClr val="00B0F0"/>
                </a:solidFill>
              </a:rPr>
              <a:t>		UPDATE emp SET </a:t>
            </a:r>
            <a:r>
              <a:rPr lang="en-US" sz="2000" dirty="0" err="1">
                <a:ln>
                  <a:solidFill>
                    <a:srgbClr val="00B0F0"/>
                  </a:solidFill>
                </a:ln>
                <a:solidFill>
                  <a:srgbClr val="00B0F0"/>
                </a:solidFill>
              </a:rPr>
              <a:t>sal</a:t>
            </a:r>
            <a:r>
              <a:rPr lang="en-US" sz="2000" dirty="0">
                <a:ln>
                  <a:solidFill>
                    <a:srgbClr val="00B0F0"/>
                  </a:solidFill>
                </a:ln>
                <a:solidFill>
                  <a:srgbClr val="00B0F0"/>
                </a:solidFill>
              </a:rPr>
              <a:t> = </a:t>
            </a:r>
            <a:r>
              <a:rPr lang="en-US" sz="2000" dirty="0" err="1">
                <a:ln>
                  <a:solidFill>
                    <a:srgbClr val="00B0F0"/>
                  </a:solidFill>
                </a:ln>
                <a:solidFill>
                  <a:srgbClr val="00B0F0"/>
                </a:solidFill>
              </a:rPr>
              <a:t>sal</a:t>
            </a:r>
            <a:r>
              <a:rPr lang="en-US" sz="2000" dirty="0">
                <a:ln>
                  <a:solidFill>
                    <a:srgbClr val="00B0F0"/>
                  </a:solidFill>
                </a:ln>
                <a:solidFill>
                  <a:srgbClr val="00B0F0"/>
                </a:solidFill>
              </a:rPr>
              <a:t> * 1.10 WHERE </a:t>
            </a:r>
            <a:r>
              <a:rPr lang="en-US" sz="2000" dirty="0" err="1">
                <a:ln>
                  <a:solidFill>
                    <a:srgbClr val="00B0F0"/>
                  </a:solidFill>
                </a:ln>
                <a:solidFill>
                  <a:srgbClr val="00B0F0"/>
                </a:solidFill>
              </a:rPr>
              <a:t>deptno</a:t>
            </a:r>
            <a:r>
              <a:rPr lang="en-US" sz="2000" dirty="0">
                <a:ln>
                  <a:solidFill>
                    <a:srgbClr val="00B0F0"/>
                  </a:solidFill>
                </a:ln>
                <a:solidFill>
                  <a:srgbClr val="00B0F0"/>
                </a:solidFill>
              </a:rPr>
              <a:t> = depts(k);</a:t>
            </a:r>
          </a:p>
          <a:p>
            <a:pPr>
              <a:lnSpc>
                <a:spcPct val="70000"/>
              </a:lnSpc>
              <a:buNone/>
            </a:pPr>
            <a:r>
              <a:rPr lang="en-US" sz="2000" dirty="0">
                <a:ln>
                  <a:solidFill>
                    <a:srgbClr val="00B0F0"/>
                  </a:solidFill>
                </a:ln>
                <a:solidFill>
                  <a:srgbClr val="00B0F0"/>
                </a:solidFill>
              </a:rPr>
              <a:t>END;</a:t>
            </a:r>
          </a:p>
          <a:p>
            <a:pPr>
              <a:lnSpc>
                <a:spcPct val="70000"/>
              </a:lnSpc>
              <a:buNone/>
            </a:pPr>
            <a:r>
              <a:rPr lang="en-US" sz="2000" dirty="0">
                <a:ln>
                  <a:solidFill>
                    <a:srgbClr val="00B0F0"/>
                  </a:solidFill>
                </a:ln>
                <a:solidFill>
                  <a:srgbClr val="00B0F0"/>
                </a:solidFill>
              </a:rPr>
              <a:t>/</a:t>
            </a: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2.5: Binding range of values					</a:t>
            </a:r>
            <a:br>
              <a:rPr lang="en-US" sz="300" dirty="0">
                <a:latin typeface="Candara"/>
              </a:rPr>
            </a:br>
            <a:r>
              <a:rPr lang="en-US" sz="2400" dirty="0" err="1">
                <a:latin typeface="Candara"/>
              </a:rPr>
              <a:t>Arbitary</a:t>
            </a:r>
            <a:r>
              <a:rPr lang="en-US" sz="2400" dirty="0">
                <a:latin typeface="Candara"/>
              </a:rPr>
              <a:t> collection-slices can be bound using FORALL</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18547"/>
          </a:xfrm>
        </p:spPr>
        <p:txBody>
          <a:bodyPr>
            <a:normAutofit/>
          </a:bodyPr>
          <a:lstStyle/>
          <a:p>
            <a:pPr algn="just"/>
            <a:r>
              <a:rPr lang="en-US" sz="1600" dirty="0"/>
              <a:t>In a FORALL statement, if any execution of the SQL statement raises an unhandled exception, all database changes made during previous executions are rolled back. However, if a raised exception is caught and handled, changes are automatically rolled back to an implicit </a:t>
            </a:r>
            <a:r>
              <a:rPr lang="en-US" sz="1600" dirty="0" err="1"/>
              <a:t>savepoint</a:t>
            </a:r>
            <a:r>
              <a:rPr lang="en-US" sz="1600" dirty="0"/>
              <a:t> marked before that recent execution of the SQL statement which caused the exception. Thus, Changes made during previous executions are </a:t>
            </a:r>
            <a:r>
              <a:rPr lang="en-US" sz="1600" i="1" dirty="0"/>
              <a:t>not </a:t>
            </a:r>
            <a:r>
              <a:rPr lang="en-US" sz="1600" dirty="0"/>
              <a:t>rolled back.</a:t>
            </a:r>
          </a:p>
          <a:p>
            <a:pPr>
              <a:buNone/>
            </a:pPr>
            <a:endParaRPr lang="en-US" sz="1600" dirty="0"/>
          </a:p>
          <a:p>
            <a:pPr>
              <a:buNone/>
            </a:pPr>
            <a:r>
              <a:rPr lang="en-US" sz="1400" dirty="0">
                <a:ln>
                  <a:solidFill>
                    <a:srgbClr val="00B0F0"/>
                  </a:solidFill>
                </a:ln>
                <a:solidFill>
                  <a:srgbClr val="00B0F0"/>
                </a:solidFill>
              </a:rPr>
              <a:t>CREATE TABLE </a:t>
            </a:r>
            <a:r>
              <a:rPr lang="en-US" sz="1400" dirty="0" err="1">
                <a:ln>
                  <a:solidFill>
                    <a:srgbClr val="00B0F0"/>
                  </a:solidFill>
                </a:ln>
                <a:solidFill>
                  <a:srgbClr val="00B0F0"/>
                </a:solidFill>
              </a:rPr>
              <a:t>dept_jobs</a:t>
            </a:r>
            <a:r>
              <a:rPr lang="en-US" sz="1400" dirty="0">
                <a:ln>
                  <a:solidFill>
                    <a:srgbClr val="00B0F0"/>
                  </a:solidFill>
                </a:ln>
                <a:solidFill>
                  <a:srgbClr val="00B0F0"/>
                </a:solidFill>
              </a:rPr>
              <a:t>(c1 number, c2 varchar2(15));</a:t>
            </a:r>
          </a:p>
          <a:p>
            <a:pPr>
              <a:buNone/>
            </a:pPr>
            <a:r>
              <a:rPr lang="en-US" sz="1400" dirty="0">
                <a:ln>
                  <a:solidFill>
                    <a:srgbClr val="00B0F0"/>
                  </a:solidFill>
                </a:ln>
                <a:solidFill>
                  <a:srgbClr val="00B0F0"/>
                </a:solidFill>
              </a:rPr>
              <a:t> </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dept_jobs</a:t>
            </a:r>
            <a:r>
              <a:rPr lang="en-US" sz="1400" dirty="0">
                <a:ln>
                  <a:solidFill>
                    <a:srgbClr val="00B0F0"/>
                  </a:solidFill>
                </a:ln>
                <a:solidFill>
                  <a:srgbClr val="00B0F0"/>
                </a:solidFill>
              </a:rPr>
              <a:t> </a:t>
            </a:r>
            <a:r>
              <a:rPr lang="en-US" sz="1400" dirty="0" err="1">
                <a:ln>
                  <a:solidFill>
                    <a:srgbClr val="00B0F0"/>
                  </a:solidFill>
                </a:ln>
                <a:solidFill>
                  <a:srgbClr val="00B0F0"/>
                </a:solidFill>
              </a:rPr>
              <a:t>vaLUES</a:t>
            </a:r>
            <a:r>
              <a:rPr lang="en-US" sz="1400" dirty="0">
                <a:ln>
                  <a:solidFill>
                    <a:srgbClr val="00B0F0"/>
                  </a:solidFill>
                </a:ln>
                <a:solidFill>
                  <a:srgbClr val="00B0F0"/>
                </a:solidFill>
              </a:rPr>
              <a:t>(10, 'Clerk');</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dept_jobs</a:t>
            </a:r>
            <a:r>
              <a:rPr lang="en-US" sz="1400" dirty="0">
                <a:ln>
                  <a:solidFill>
                    <a:srgbClr val="00B0F0"/>
                  </a:solidFill>
                </a:ln>
                <a:solidFill>
                  <a:srgbClr val="00B0F0"/>
                </a:solidFill>
              </a:rPr>
              <a:t> </a:t>
            </a:r>
            <a:r>
              <a:rPr lang="en-US" sz="1400" dirty="0" err="1">
                <a:ln>
                  <a:solidFill>
                    <a:srgbClr val="00B0F0"/>
                  </a:solidFill>
                </a:ln>
                <a:solidFill>
                  <a:srgbClr val="00B0F0"/>
                </a:solidFill>
              </a:rPr>
              <a:t>vaLUES</a:t>
            </a:r>
            <a:r>
              <a:rPr lang="en-US" sz="1400" dirty="0">
                <a:ln>
                  <a:solidFill>
                    <a:srgbClr val="00B0F0"/>
                  </a:solidFill>
                </a:ln>
                <a:solidFill>
                  <a:srgbClr val="00B0F0"/>
                </a:solidFill>
              </a:rPr>
              <a:t>(10, 'Clerk');</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dept_jobs</a:t>
            </a:r>
            <a:r>
              <a:rPr lang="en-US" sz="1400" dirty="0">
                <a:ln>
                  <a:solidFill>
                    <a:srgbClr val="00B0F0"/>
                  </a:solidFill>
                </a:ln>
                <a:solidFill>
                  <a:srgbClr val="00B0F0"/>
                </a:solidFill>
              </a:rPr>
              <a:t> </a:t>
            </a:r>
            <a:r>
              <a:rPr lang="en-US" sz="1400" dirty="0" err="1">
                <a:ln>
                  <a:solidFill>
                    <a:srgbClr val="00B0F0"/>
                  </a:solidFill>
                </a:ln>
                <a:solidFill>
                  <a:srgbClr val="00B0F0"/>
                </a:solidFill>
              </a:rPr>
              <a:t>vaLUES</a:t>
            </a:r>
            <a:r>
              <a:rPr lang="en-US" sz="1400" dirty="0">
                <a:ln>
                  <a:solidFill>
                    <a:srgbClr val="00B0F0"/>
                  </a:solidFill>
                </a:ln>
                <a:solidFill>
                  <a:srgbClr val="00B0F0"/>
                </a:solidFill>
              </a:rPr>
              <a:t>(20, 'Clerk');</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dept_jobs</a:t>
            </a:r>
            <a:r>
              <a:rPr lang="en-US" sz="1400" dirty="0">
                <a:ln>
                  <a:solidFill>
                    <a:srgbClr val="00B0F0"/>
                  </a:solidFill>
                </a:ln>
                <a:solidFill>
                  <a:srgbClr val="00B0F0"/>
                </a:solidFill>
              </a:rPr>
              <a:t> </a:t>
            </a:r>
            <a:r>
              <a:rPr lang="en-US" sz="1400" dirty="0" err="1">
                <a:ln>
                  <a:solidFill>
                    <a:srgbClr val="00B0F0"/>
                  </a:solidFill>
                </a:ln>
                <a:solidFill>
                  <a:srgbClr val="00B0F0"/>
                </a:solidFill>
              </a:rPr>
              <a:t>vaLUES</a:t>
            </a:r>
            <a:r>
              <a:rPr lang="en-US" sz="1400" dirty="0">
                <a:ln>
                  <a:solidFill>
                    <a:srgbClr val="00B0F0"/>
                  </a:solidFill>
                </a:ln>
                <a:solidFill>
                  <a:srgbClr val="00B0F0"/>
                </a:solidFill>
              </a:rPr>
              <a:t>(20, 'Bookkeeper');</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dept_jobs</a:t>
            </a:r>
            <a:r>
              <a:rPr lang="en-US" sz="1400" dirty="0">
                <a:ln>
                  <a:solidFill>
                    <a:srgbClr val="00B0F0"/>
                  </a:solidFill>
                </a:ln>
                <a:solidFill>
                  <a:srgbClr val="00B0F0"/>
                </a:solidFill>
              </a:rPr>
              <a:t> VALUES(30, 'Analyst');</a:t>
            </a:r>
          </a:p>
          <a:p>
            <a:pPr>
              <a:buNone/>
            </a:pPr>
            <a:r>
              <a:rPr lang="en-US" sz="1400" dirty="0">
                <a:ln>
                  <a:solidFill>
                    <a:srgbClr val="00B0F0"/>
                  </a:solidFill>
                </a:ln>
                <a:solidFill>
                  <a:srgbClr val="00B0F0"/>
                </a:solidFill>
              </a:rPr>
              <a:t>INSERT INTO </a:t>
            </a:r>
            <a:r>
              <a:rPr lang="en-US" sz="1400" dirty="0" err="1">
                <a:ln>
                  <a:solidFill>
                    <a:srgbClr val="00B0F0"/>
                  </a:solidFill>
                </a:ln>
                <a:solidFill>
                  <a:srgbClr val="00B0F0"/>
                </a:solidFill>
              </a:rPr>
              <a:t>dept_jobs</a:t>
            </a:r>
            <a:r>
              <a:rPr lang="en-US" sz="1400" dirty="0">
                <a:ln>
                  <a:solidFill>
                    <a:srgbClr val="00B0F0"/>
                  </a:solidFill>
                </a:ln>
                <a:solidFill>
                  <a:srgbClr val="00B0F0"/>
                </a:solidFill>
              </a:rPr>
              <a:t> VALUES(30, 'Analyst');</a:t>
            </a:r>
          </a:p>
          <a:p>
            <a:pPr>
              <a:buNone/>
            </a:pPr>
            <a:r>
              <a:rPr lang="en-US" sz="1400" dirty="0">
                <a:ln>
                  <a:solidFill>
                    <a:srgbClr val="00B0F0"/>
                  </a:solidFill>
                </a:ln>
                <a:solidFill>
                  <a:srgbClr val="00B0F0"/>
                </a:solidFill>
              </a:rPr>
              <a:t>Commit;</a:t>
            </a:r>
          </a:p>
          <a:p>
            <a:pPr algn="just"/>
            <a:endParaRPr lang="en-US" sz="1600" dirty="0">
              <a:ln>
                <a:solidFill>
                  <a:srgbClr val="00B0F0"/>
                </a:solidFill>
              </a:ln>
              <a:solidFill>
                <a:srgbClr val="00B0F0"/>
              </a:solidFill>
            </a:endParaRPr>
          </a:p>
        </p:txBody>
      </p:sp>
      <p:sp>
        <p:nvSpPr>
          <p:cNvPr id="6147" name="Rectangle 3"/>
          <p:cNvSpPr>
            <a:spLocks noGrp="1"/>
          </p:cNvSpPr>
          <p:nvPr>
            <p:ph type="title"/>
          </p:nvPr>
        </p:nvSpPr>
        <p:spPr>
          <a:xfrm>
            <a:off x="465138" y="98992"/>
            <a:ext cx="8153400" cy="536972"/>
          </a:xfrm>
          <a:noFill/>
        </p:spPr>
        <p:txBody>
          <a:bodyPr>
            <a:normAutofit fontScale="90000"/>
          </a:bodyPr>
          <a:lstStyle/>
          <a:p>
            <a:r>
              <a:rPr lang="en-US" sz="1300" dirty="0">
                <a:latin typeface="Candara"/>
              </a:rPr>
              <a:t>2.6:  FORALL affect on transactions</a:t>
            </a:r>
            <a:br>
              <a:rPr lang="en-US" sz="300" dirty="0">
                <a:latin typeface="Candara"/>
              </a:rPr>
            </a:br>
            <a:r>
              <a:rPr lang="en-US" sz="2400" dirty="0">
                <a:latin typeface="Candara"/>
              </a:rPr>
              <a:t> How FORALL affects  Rollbacks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66900"/>
            <a:ext cx="8570662" cy="3801354"/>
          </a:xfrm>
        </p:spPr>
        <p:txBody>
          <a:bodyPr>
            <a:normAutofit fontScale="70000" lnSpcReduction="20000"/>
          </a:bodyPr>
          <a:lstStyle/>
          <a:p>
            <a:pPr algn="just"/>
            <a:r>
              <a:rPr lang="en-US" dirty="0"/>
              <a:t>Try to append the 7-character string ‘ (temp)’ to certain job titles using the following UPDATE statement:</a:t>
            </a:r>
          </a:p>
          <a:p>
            <a:pPr algn="just">
              <a:buNone/>
            </a:pPr>
            <a:r>
              <a:rPr lang="en-US" dirty="0"/>
              <a:t> </a:t>
            </a:r>
            <a:r>
              <a:rPr lang="en-US" sz="1800" dirty="0">
                <a:ln>
                  <a:solidFill>
                    <a:srgbClr val="00B0F0"/>
                  </a:solidFill>
                </a:ln>
                <a:solidFill>
                  <a:srgbClr val="00B0F0"/>
                </a:solidFill>
                <a:latin typeface="+mn-lt"/>
              </a:rPr>
              <a:t>DECLARE</a:t>
            </a:r>
          </a:p>
          <a:p>
            <a:pPr marL="141626" lvl="3" indent="-141626">
              <a:lnSpc>
                <a:spcPct val="120000"/>
              </a:lnSpc>
              <a:buClr>
                <a:schemeClr val="accent5"/>
              </a:buClr>
              <a:buNone/>
            </a:pPr>
            <a:r>
              <a:rPr lang="en-US" sz="1800" dirty="0">
                <a:ln>
                  <a:solidFill>
                    <a:srgbClr val="00B0F0"/>
                  </a:solidFill>
                </a:ln>
                <a:solidFill>
                  <a:srgbClr val="00B0F0"/>
                </a:solidFill>
                <a:latin typeface="+mn-lt"/>
              </a:rPr>
              <a:t> 		TYPE </a:t>
            </a:r>
            <a:r>
              <a:rPr lang="en-US" sz="1800" dirty="0" err="1">
                <a:ln>
                  <a:solidFill>
                    <a:srgbClr val="00B0F0"/>
                  </a:solidFill>
                </a:ln>
                <a:solidFill>
                  <a:srgbClr val="00B0F0"/>
                </a:solidFill>
                <a:latin typeface="+mn-lt"/>
              </a:rPr>
              <a:t>NumList</a:t>
            </a:r>
            <a:r>
              <a:rPr lang="en-US" sz="1800" dirty="0">
                <a:ln>
                  <a:solidFill>
                    <a:srgbClr val="00B0F0"/>
                  </a:solidFill>
                </a:ln>
                <a:solidFill>
                  <a:srgbClr val="00B0F0"/>
                </a:solidFill>
                <a:latin typeface="+mn-lt"/>
              </a:rPr>
              <a:t> IS TABLE OF NUMBER;</a:t>
            </a:r>
          </a:p>
          <a:p>
            <a:pPr marL="141626" lvl="3" indent="-141626">
              <a:lnSpc>
                <a:spcPct val="120000"/>
              </a:lnSpc>
              <a:buClr>
                <a:schemeClr val="accent5"/>
              </a:buClr>
              <a:buNone/>
            </a:pPr>
            <a:r>
              <a:rPr lang="en-US" sz="1800" dirty="0">
                <a:ln>
                  <a:solidFill>
                    <a:srgbClr val="00B0F0"/>
                  </a:solidFill>
                </a:ln>
                <a:solidFill>
                  <a:srgbClr val="00B0F0"/>
                </a:solidFill>
                <a:latin typeface="+mn-lt"/>
              </a:rPr>
              <a:t> 		</a:t>
            </a:r>
            <a:r>
              <a:rPr lang="en-US" sz="1800" dirty="0" err="1">
                <a:ln>
                  <a:solidFill>
                    <a:srgbClr val="00B0F0"/>
                  </a:solidFill>
                </a:ln>
                <a:solidFill>
                  <a:srgbClr val="00B0F0"/>
                </a:solidFill>
                <a:latin typeface="+mn-lt"/>
              </a:rPr>
              <a:t>depts</a:t>
            </a:r>
            <a:r>
              <a:rPr lang="en-US" sz="1800" dirty="0">
                <a:ln>
                  <a:solidFill>
                    <a:srgbClr val="00B0F0"/>
                  </a:solidFill>
                </a:ln>
                <a:solidFill>
                  <a:srgbClr val="00B0F0"/>
                </a:solidFill>
                <a:latin typeface="+mn-lt"/>
              </a:rPr>
              <a:t> </a:t>
            </a:r>
            <a:r>
              <a:rPr lang="en-US" sz="1800" dirty="0" err="1">
                <a:ln>
                  <a:solidFill>
                    <a:srgbClr val="00B0F0"/>
                  </a:solidFill>
                </a:ln>
                <a:solidFill>
                  <a:srgbClr val="00B0F0"/>
                </a:solidFill>
                <a:latin typeface="+mn-lt"/>
              </a:rPr>
              <a:t>NumList</a:t>
            </a:r>
            <a:r>
              <a:rPr lang="en-US" sz="1800" dirty="0">
                <a:ln>
                  <a:solidFill>
                    <a:srgbClr val="00B0F0"/>
                  </a:solidFill>
                </a:ln>
                <a:solidFill>
                  <a:srgbClr val="00B0F0"/>
                </a:solidFill>
                <a:latin typeface="+mn-lt"/>
              </a:rPr>
              <a:t> := </a:t>
            </a:r>
            <a:r>
              <a:rPr lang="en-US" sz="1800" dirty="0" err="1">
                <a:ln>
                  <a:solidFill>
                    <a:srgbClr val="00B0F0"/>
                  </a:solidFill>
                </a:ln>
                <a:solidFill>
                  <a:srgbClr val="00B0F0"/>
                </a:solidFill>
                <a:latin typeface="+mn-lt"/>
              </a:rPr>
              <a:t>NumList</a:t>
            </a:r>
            <a:r>
              <a:rPr lang="en-US" sz="1800" dirty="0">
                <a:ln>
                  <a:solidFill>
                    <a:srgbClr val="00B0F0"/>
                  </a:solidFill>
                </a:ln>
                <a:solidFill>
                  <a:srgbClr val="00B0F0"/>
                </a:solidFill>
                <a:latin typeface="+mn-lt"/>
              </a:rPr>
              <a:t>(10, 20, 30);</a:t>
            </a:r>
          </a:p>
          <a:p>
            <a:pPr marL="141626" lvl="3" indent="-141626">
              <a:lnSpc>
                <a:spcPct val="120000"/>
              </a:lnSpc>
              <a:buClr>
                <a:schemeClr val="accent5"/>
              </a:buClr>
              <a:buNone/>
            </a:pPr>
            <a:r>
              <a:rPr lang="en-US" sz="1800" dirty="0">
                <a:ln>
                  <a:solidFill>
                    <a:srgbClr val="00B0F0"/>
                  </a:solidFill>
                </a:ln>
                <a:solidFill>
                  <a:srgbClr val="00B0F0"/>
                </a:solidFill>
                <a:latin typeface="+mn-lt"/>
              </a:rPr>
              <a:t>BEGIN</a:t>
            </a:r>
          </a:p>
          <a:p>
            <a:pPr marL="141626" lvl="3" indent="-141626">
              <a:lnSpc>
                <a:spcPct val="120000"/>
              </a:lnSpc>
              <a:buClr>
                <a:schemeClr val="accent5"/>
              </a:buClr>
              <a:buNone/>
            </a:pPr>
            <a:r>
              <a:rPr lang="en-US" sz="1800" dirty="0">
                <a:ln>
                  <a:solidFill>
                    <a:srgbClr val="00B0F0"/>
                  </a:solidFill>
                </a:ln>
                <a:solidFill>
                  <a:srgbClr val="00B0F0"/>
                </a:solidFill>
                <a:latin typeface="+mn-lt"/>
              </a:rPr>
              <a:t> 		FORALL j IN depts.FIRST..</a:t>
            </a:r>
            <a:r>
              <a:rPr lang="en-US" sz="1800" dirty="0" err="1">
                <a:ln>
                  <a:solidFill>
                    <a:srgbClr val="00B0F0"/>
                  </a:solidFill>
                </a:ln>
                <a:solidFill>
                  <a:srgbClr val="00B0F0"/>
                </a:solidFill>
                <a:latin typeface="+mn-lt"/>
              </a:rPr>
              <a:t>depts.LAST</a:t>
            </a:r>
            <a:r>
              <a:rPr lang="en-US" sz="1800" dirty="0">
                <a:ln>
                  <a:solidFill>
                    <a:srgbClr val="00B0F0"/>
                  </a:solidFill>
                </a:ln>
                <a:solidFill>
                  <a:srgbClr val="00B0F0"/>
                </a:solidFill>
                <a:latin typeface="+mn-lt"/>
              </a:rPr>
              <a:t> UPDATE </a:t>
            </a:r>
            <a:r>
              <a:rPr lang="en-US" sz="1800" dirty="0" err="1">
                <a:ln>
                  <a:solidFill>
                    <a:srgbClr val="00B0F0"/>
                  </a:solidFill>
                </a:ln>
                <a:solidFill>
                  <a:srgbClr val="00B0F0"/>
                </a:solidFill>
              </a:rPr>
              <a:t>dept_jobs</a:t>
            </a:r>
            <a:r>
              <a:rPr lang="en-US" sz="1800" dirty="0">
                <a:ln>
                  <a:solidFill>
                    <a:srgbClr val="00B0F0"/>
                  </a:solidFill>
                </a:ln>
                <a:solidFill>
                  <a:srgbClr val="00B0F0"/>
                </a:solidFill>
                <a:latin typeface="+mn-lt"/>
              </a:rPr>
              <a:t> SET c2 = c2 || ‘ (temp)'  WHERE c1 = depts(j);</a:t>
            </a:r>
          </a:p>
          <a:p>
            <a:pPr marL="141626" lvl="3" indent="-141626">
              <a:lnSpc>
                <a:spcPct val="120000"/>
              </a:lnSpc>
              <a:buClr>
                <a:schemeClr val="accent5"/>
              </a:buClr>
              <a:buNone/>
            </a:pPr>
            <a:r>
              <a:rPr lang="en-US" sz="1800" dirty="0">
                <a:ln>
                  <a:solidFill>
                    <a:srgbClr val="00B0F0"/>
                  </a:solidFill>
                </a:ln>
                <a:solidFill>
                  <a:srgbClr val="00B0F0"/>
                </a:solidFill>
                <a:latin typeface="+mn-lt"/>
              </a:rPr>
              <a:t> 		-- raises a "value too large" exception</a:t>
            </a:r>
          </a:p>
          <a:p>
            <a:pPr marL="141626" lvl="3" indent="-141626">
              <a:lnSpc>
                <a:spcPct val="120000"/>
              </a:lnSpc>
              <a:buClr>
                <a:schemeClr val="accent5"/>
              </a:buClr>
              <a:buNone/>
            </a:pPr>
            <a:r>
              <a:rPr lang="en-US" sz="1800" dirty="0">
                <a:ln>
                  <a:solidFill>
                    <a:srgbClr val="00B0F0"/>
                  </a:solidFill>
                </a:ln>
                <a:solidFill>
                  <a:srgbClr val="00B0F0"/>
                </a:solidFill>
                <a:latin typeface="+mn-lt"/>
              </a:rPr>
              <a:t> EXCEPTION</a:t>
            </a:r>
          </a:p>
          <a:p>
            <a:pPr marL="141626" lvl="3" indent="-141626">
              <a:lnSpc>
                <a:spcPct val="120000"/>
              </a:lnSpc>
              <a:buClr>
                <a:schemeClr val="accent5"/>
              </a:buClr>
              <a:buNone/>
            </a:pPr>
            <a:r>
              <a:rPr lang="en-US" sz="1800" dirty="0">
                <a:ln>
                  <a:solidFill>
                    <a:srgbClr val="00B0F0"/>
                  </a:solidFill>
                </a:ln>
                <a:solidFill>
                  <a:srgbClr val="00B0F0"/>
                </a:solidFill>
                <a:latin typeface="+mn-lt"/>
              </a:rPr>
              <a:t> 		WHEN OTHERS THEN</a:t>
            </a:r>
          </a:p>
          <a:p>
            <a:pPr marL="141626" lvl="3" indent="-141626">
              <a:lnSpc>
                <a:spcPct val="120000"/>
              </a:lnSpc>
              <a:buClr>
                <a:schemeClr val="accent5"/>
              </a:buClr>
              <a:buNone/>
            </a:pPr>
            <a:r>
              <a:rPr lang="en-US" sz="1800" dirty="0">
                <a:ln>
                  <a:solidFill>
                    <a:srgbClr val="00B0F0"/>
                  </a:solidFill>
                </a:ln>
                <a:solidFill>
                  <a:srgbClr val="00B0F0"/>
                </a:solidFill>
                <a:latin typeface="+mn-lt"/>
              </a:rPr>
              <a:t> 			COMMIT;</a:t>
            </a:r>
          </a:p>
          <a:p>
            <a:pPr marL="141626" lvl="3" indent="-141626">
              <a:lnSpc>
                <a:spcPct val="120000"/>
              </a:lnSpc>
              <a:buClr>
                <a:schemeClr val="accent5"/>
              </a:buClr>
              <a:buNone/>
            </a:pPr>
            <a:r>
              <a:rPr lang="en-US" sz="1800" dirty="0">
                <a:ln>
                  <a:solidFill>
                    <a:srgbClr val="00B0F0"/>
                  </a:solidFill>
                </a:ln>
                <a:solidFill>
                  <a:srgbClr val="00B0F0"/>
                </a:solidFill>
                <a:latin typeface="+mn-lt"/>
              </a:rPr>
              <a:t> END;</a:t>
            </a:r>
          </a:p>
          <a:p>
            <a:pPr marL="141626" lvl="3" indent="-141626">
              <a:lnSpc>
                <a:spcPct val="120000"/>
              </a:lnSpc>
              <a:buClr>
                <a:schemeClr val="accent5"/>
              </a:buClr>
              <a:buNone/>
            </a:pPr>
            <a:r>
              <a:rPr lang="en-US" sz="1800" dirty="0">
                <a:ln>
                  <a:solidFill>
                    <a:srgbClr val="00B0F0"/>
                  </a:solidFill>
                </a:ln>
                <a:solidFill>
                  <a:srgbClr val="00B0F0"/>
                </a:solidFill>
                <a:latin typeface="+mn-lt"/>
              </a:rPr>
              <a:t> /</a:t>
            </a:r>
          </a:p>
          <a:p>
            <a:pPr marL="141626" lvl="3" indent="-141626">
              <a:lnSpc>
                <a:spcPct val="120000"/>
              </a:lnSpc>
              <a:buClr>
                <a:schemeClr val="accent5"/>
              </a:buClr>
              <a:buNone/>
            </a:pPr>
            <a:r>
              <a:rPr lang="en-US" sz="1800" dirty="0">
                <a:ln>
                  <a:solidFill>
                    <a:srgbClr val="00B0F0"/>
                  </a:solidFill>
                </a:ln>
                <a:solidFill>
                  <a:srgbClr val="00B0F0"/>
                </a:solidFill>
                <a:latin typeface="+mn-lt"/>
              </a:rPr>
              <a:t>select * from </a:t>
            </a:r>
            <a:r>
              <a:rPr lang="en-US" sz="1800" dirty="0" err="1">
                <a:ln>
                  <a:solidFill>
                    <a:srgbClr val="00B0F0"/>
                  </a:solidFill>
                </a:ln>
                <a:solidFill>
                  <a:srgbClr val="00B0F0"/>
                </a:solidFill>
                <a:latin typeface="+mn-lt"/>
              </a:rPr>
              <a:t>zzz</a:t>
            </a:r>
            <a:r>
              <a:rPr lang="en-US" sz="1800" dirty="0">
                <a:ln>
                  <a:solidFill>
                    <a:srgbClr val="00B0F0"/>
                  </a:solidFill>
                </a:ln>
                <a:solidFill>
                  <a:srgbClr val="00B0F0"/>
                </a:solidFill>
                <a:latin typeface="+mn-lt"/>
              </a:rPr>
              <a:t>;</a:t>
            </a:r>
          </a:p>
        </p:txBody>
      </p:sp>
      <p:sp>
        <p:nvSpPr>
          <p:cNvPr id="6147" name="Rectangle 3"/>
          <p:cNvSpPr>
            <a:spLocks noGrp="1"/>
          </p:cNvSpPr>
          <p:nvPr>
            <p:ph type="title"/>
          </p:nvPr>
        </p:nvSpPr>
        <p:spPr>
          <a:xfrm>
            <a:off x="249382" y="-1"/>
            <a:ext cx="8369156" cy="721895"/>
          </a:xfrm>
          <a:noFill/>
        </p:spPr>
        <p:txBody>
          <a:bodyPr>
            <a:normAutofit/>
          </a:bodyPr>
          <a:lstStyle/>
          <a:p>
            <a:r>
              <a:rPr lang="en-US" sz="1400" dirty="0">
                <a:latin typeface="Candara"/>
              </a:rPr>
              <a:t>2</a:t>
            </a:r>
            <a:r>
              <a:rPr lang="en-US" sz="1400" b="1" dirty="0">
                <a:latin typeface="Candara"/>
              </a:rPr>
              <a:t>.6: </a:t>
            </a:r>
            <a:r>
              <a:rPr lang="en-US" sz="1400" dirty="0">
                <a:latin typeface="Candara"/>
              </a:rPr>
              <a:t>FORALL affect on transactions </a:t>
            </a:r>
            <a:br>
              <a:rPr lang="en-US" sz="1400" b="1" dirty="0">
                <a:latin typeface="Candara"/>
              </a:rPr>
            </a:br>
            <a:r>
              <a:rPr lang="en-US" sz="2400" dirty="0">
                <a:latin typeface="Candara"/>
              </a:rPr>
              <a:t> How FORALL affects  Rollbacks			…..</a:t>
            </a:r>
            <a:r>
              <a:rPr lang="en-US" sz="2400" dirty="0" err="1">
                <a:latin typeface="Candara"/>
              </a:rPr>
              <a:t>contd</a:t>
            </a:r>
            <a:r>
              <a:rPr lang="en-US"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3922295"/>
          </a:xfrm>
        </p:spPr>
        <p:txBody>
          <a:bodyPr>
            <a:normAutofit lnSpcReduction="10000"/>
          </a:bodyPr>
          <a:lstStyle/>
          <a:p>
            <a:pPr algn="just">
              <a:buNone/>
            </a:pPr>
            <a:endParaRPr lang="en-US" sz="1400" dirty="0"/>
          </a:p>
          <a:p>
            <a:pPr algn="just"/>
            <a:r>
              <a:rPr lang="en-US" sz="2400" dirty="0"/>
              <a:t>The SQL engine is supposed to execute the UPDATE statement three times, once for each  index number in the specified range, that is, once for </a:t>
            </a:r>
            <a:r>
              <a:rPr lang="en-US" sz="2400" dirty="0" err="1"/>
              <a:t>depts</a:t>
            </a:r>
            <a:r>
              <a:rPr lang="en-US" sz="2400" dirty="0"/>
              <a:t>(10), once for </a:t>
            </a:r>
            <a:r>
              <a:rPr lang="en-US" sz="2400" dirty="0" err="1"/>
              <a:t>depts</a:t>
            </a:r>
            <a:r>
              <a:rPr lang="en-US" sz="2400" dirty="0"/>
              <a:t>(20), and once for </a:t>
            </a:r>
            <a:r>
              <a:rPr lang="en-US" sz="2400" dirty="0" err="1"/>
              <a:t>depts</a:t>
            </a:r>
            <a:r>
              <a:rPr lang="en-US" sz="2400" dirty="0"/>
              <a:t>(30). The first execution succeeds, but the second execution fails because the string value ’Bookkeeper (temp)’ is too large for the job column. In this case, only the second execution is rolled back. When any execution of the SQL statement raises an exception, the FORALL statement halts. In our example, the second execution of the UPDATE statement raises an exception, so the third execution is never done.</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dirty="0">
                <a:latin typeface="Candara"/>
              </a:rPr>
              <a:t> 2.6:  FORALL affect on transactions </a:t>
            </a:r>
            <a:br>
              <a:rPr lang="en-US" sz="1400" b="1" dirty="0">
                <a:latin typeface="Candara"/>
              </a:rPr>
            </a:br>
            <a:r>
              <a:rPr lang="en-US" sz="2400" dirty="0">
                <a:latin typeface="Candara"/>
              </a:rPr>
              <a:t>How FORALL affects  Rollbacks			…..</a:t>
            </a:r>
            <a:r>
              <a:rPr lang="en-US" sz="2400" dirty="0" err="1">
                <a:latin typeface="Candara"/>
              </a:rPr>
              <a:t>contd</a:t>
            </a:r>
            <a:r>
              <a:rPr lang="en-US" dirty="0">
                <a:latin typeface="Candara"/>
              </a:rPr>
              <a:t> </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3922295"/>
          </a:xfrm>
        </p:spPr>
        <p:txBody>
          <a:bodyPr>
            <a:normAutofit/>
          </a:bodyPr>
          <a:lstStyle/>
          <a:p>
            <a:pPr algn="just">
              <a:buNone/>
            </a:pPr>
            <a:endParaRPr lang="en-US" sz="1400" dirty="0"/>
          </a:p>
          <a:p>
            <a:pPr algn="just"/>
            <a:r>
              <a:rPr lang="en-US" sz="2000" dirty="0"/>
              <a:t>To process SQL data manipulation statements, the SQL engine opens an implicit cursor named SQL. This cursor’s scalar attributes, %FOUND, %ISOPEN, %NOTFOUND, and %ROWCOUNT, return useful information about the most recently executed SQL data manipulation statement.</a:t>
            </a:r>
          </a:p>
          <a:p>
            <a:pPr algn="just">
              <a:buNone/>
            </a:pPr>
            <a:endParaRPr lang="en-US" sz="2000" dirty="0"/>
          </a:p>
          <a:p>
            <a:pPr algn="just"/>
            <a:r>
              <a:rPr lang="en-US" sz="2000" dirty="0"/>
              <a:t>The SQL cursor has one composite attribute, %BULK_ROWCOUNT, designed for use with the FORALL statement. This attribute has the semantics of an index-by table. Its </a:t>
            </a:r>
            <a:r>
              <a:rPr lang="en-US" sz="2000" i="1" dirty="0" err="1"/>
              <a:t>i</a:t>
            </a:r>
            <a:r>
              <a:rPr lang="en-US" sz="2000" dirty="0" err="1"/>
              <a:t>th</a:t>
            </a:r>
            <a:r>
              <a:rPr lang="en-US" sz="2000" dirty="0"/>
              <a:t> element stores the number of rows processed by the </a:t>
            </a:r>
            <a:r>
              <a:rPr lang="en-US" sz="2000" i="1" dirty="0" err="1"/>
              <a:t>i</a:t>
            </a:r>
            <a:r>
              <a:rPr lang="en-US" sz="2000" dirty="0" err="1"/>
              <a:t>th</a:t>
            </a:r>
            <a:r>
              <a:rPr lang="en-US" sz="2000" dirty="0"/>
              <a:t> execution of an INSERT, UPDATE or DELETE statement. If the </a:t>
            </a:r>
            <a:r>
              <a:rPr lang="en-US" sz="2000" i="1" dirty="0" err="1"/>
              <a:t>i</a:t>
            </a:r>
            <a:r>
              <a:rPr lang="en-US" sz="2000" dirty="0" err="1"/>
              <a:t>th</a:t>
            </a:r>
            <a:r>
              <a:rPr lang="en-US" sz="2000" dirty="0"/>
              <a:t> execution affects no rows, %BULK_ROWCOUNT(i) contains zero.</a:t>
            </a:r>
            <a:endParaRPr lang="en-US" sz="20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2.7: </a:t>
            </a:r>
            <a:r>
              <a:rPr lang="en-US" sz="1400" b="1" dirty="0" err="1">
                <a:latin typeface="Candara"/>
              </a:rPr>
              <a:t>Bulk_rowcount</a:t>
            </a:r>
            <a:r>
              <a:rPr lang="en-US" sz="1400" b="1" dirty="0">
                <a:latin typeface="Candara"/>
              </a:rPr>
              <a:t> 					</a:t>
            </a:r>
            <a:br>
              <a:rPr lang="en-US" sz="1400" b="1" dirty="0">
                <a:latin typeface="Candara"/>
              </a:rPr>
            </a:br>
            <a:r>
              <a:rPr lang="en-US" dirty="0"/>
              <a:t> Counting Rows Affected by FORALL Iterations </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90006" y="806116"/>
            <a:ext cx="8953994" cy="4066673"/>
          </a:xfrm>
        </p:spPr>
        <p:txBody>
          <a:bodyPr>
            <a:normAutofit fontScale="70000" lnSpcReduction="20000"/>
          </a:bodyPr>
          <a:lstStyle/>
          <a:p>
            <a:pPr algn="just"/>
            <a:r>
              <a:rPr lang="en-US" sz="2200" dirty="0"/>
              <a:t>To show the number of rows affected by each execution of the DML :</a:t>
            </a:r>
          </a:p>
          <a:p>
            <a:pPr>
              <a:lnSpc>
                <a:spcPct val="60000"/>
              </a:lnSpc>
              <a:buNone/>
            </a:pPr>
            <a:endParaRPr lang="en-US" dirty="0">
              <a:ln>
                <a:solidFill>
                  <a:srgbClr val="00B0F0"/>
                </a:solidFill>
              </a:ln>
              <a:solidFill>
                <a:srgbClr val="00B0F0"/>
              </a:solidFill>
            </a:endParaRPr>
          </a:p>
          <a:p>
            <a:pPr>
              <a:lnSpc>
                <a:spcPct val="150000"/>
              </a:lnSpc>
              <a:buNone/>
            </a:pPr>
            <a:r>
              <a:rPr lang="en-US" dirty="0">
                <a:ln>
                  <a:solidFill>
                    <a:srgbClr val="00B0F0"/>
                  </a:solidFill>
                </a:ln>
                <a:solidFill>
                  <a:srgbClr val="00B0F0"/>
                </a:solidFill>
              </a:rPr>
              <a:t>DECLARE</a:t>
            </a:r>
          </a:p>
          <a:p>
            <a:pPr>
              <a:lnSpc>
                <a:spcPct val="150000"/>
              </a:lnSpc>
              <a:buNone/>
            </a:pPr>
            <a:r>
              <a:rPr lang="en-US" dirty="0">
                <a:ln>
                  <a:solidFill>
                    <a:srgbClr val="00B0F0"/>
                  </a:solidFill>
                </a:ln>
                <a:solidFill>
                  <a:srgbClr val="00B0F0"/>
                </a:solidFill>
              </a:rPr>
              <a:t>		TYPE </a:t>
            </a:r>
            <a:r>
              <a:rPr lang="en-US" dirty="0" err="1">
                <a:ln>
                  <a:solidFill>
                    <a:srgbClr val="00B0F0"/>
                  </a:solidFill>
                </a:ln>
                <a:solidFill>
                  <a:srgbClr val="00B0F0"/>
                </a:solidFill>
              </a:rPr>
              <a:t>NumList</a:t>
            </a:r>
            <a:r>
              <a:rPr lang="en-US" dirty="0">
                <a:ln>
                  <a:solidFill>
                    <a:srgbClr val="00B0F0"/>
                  </a:solidFill>
                </a:ln>
                <a:solidFill>
                  <a:srgbClr val="00B0F0"/>
                </a:solidFill>
              </a:rPr>
              <a:t> IS TABLE OF NUMBER;</a:t>
            </a:r>
          </a:p>
          <a:p>
            <a:pPr>
              <a:lnSpc>
                <a:spcPct val="150000"/>
              </a:lnSpc>
              <a:buNone/>
            </a:pPr>
            <a:r>
              <a:rPr lang="en-US" dirty="0">
                <a:ln>
                  <a:solidFill>
                    <a:srgbClr val="00B0F0"/>
                  </a:solidFill>
                </a:ln>
                <a:solidFill>
                  <a:srgbClr val="00B0F0"/>
                </a:solidFill>
              </a:rPr>
              <a:t>		depts </a:t>
            </a:r>
            <a:r>
              <a:rPr lang="en-US" dirty="0" err="1">
                <a:ln>
                  <a:solidFill>
                    <a:srgbClr val="00B0F0"/>
                  </a:solidFill>
                </a:ln>
                <a:solidFill>
                  <a:srgbClr val="00B0F0"/>
                </a:solidFill>
              </a:rPr>
              <a:t>NumList</a:t>
            </a:r>
            <a:r>
              <a:rPr lang="en-US" dirty="0">
                <a:ln>
                  <a:solidFill>
                    <a:srgbClr val="00B0F0"/>
                  </a:solidFill>
                </a:ln>
                <a:solidFill>
                  <a:srgbClr val="00B0F0"/>
                </a:solidFill>
              </a:rPr>
              <a:t> := </a:t>
            </a:r>
            <a:r>
              <a:rPr lang="en-US" dirty="0" err="1">
                <a:ln>
                  <a:solidFill>
                    <a:srgbClr val="00B0F0"/>
                  </a:solidFill>
                </a:ln>
                <a:solidFill>
                  <a:srgbClr val="00B0F0"/>
                </a:solidFill>
              </a:rPr>
              <a:t>NumList</a:t>
            </a:r>
            <a:r>
              <a:rPr lang="en-US" dirty="0">
                <a:ln>
                  <a:solidFill>
                    <a:srgbClr val="00B0F0"/>
                  </a:solidFill>
                </a:ln>
                <a:solidFill>
                  <a:srgbClr val="00B0F0"/>
                </a:solidFill>
              </a:rPr>
              <a:t>(10, 20, 30,70, 15);</a:t>
            </a:r>
          </a:p>
          <a:p>
            <a:pPr>
              <a:lnSpc>
                <a:spcPct val="150000"/>
              </a:lnSpc>
              <a:buNone/>
            </a:pPr>
            <a:r>
              <a:rPr lang="en-US" dirty="0">
                <a:ln>
                  <a:solidFill>
                    <a:srgbClr val="00B0F0"/>
                  </a:solidFill>
                </a:ln>
                <a:solidFill>
                  <a:srgbClr val="00B0F0"/>
                </a:solidFill>
              </a:rPr>
              <a:t>BEGIN</a:t>
            </a:r>
          </a:p>
          <a:p>
            <a:pPr>
              <a:lnSpc>
                <a:spcPct val="150000"/>
              </a:lnSpc>
              <a:buNone/>
            </a:pPr>
            <a:r>
              <a:rPr lang="en-US" dirty="0">
                <a:ln>
                  <a:solidFill>
                    <a:srgbClr val="00B0F0"/>
                  </a:solidFill>
                </a:ln>
                <a:solidFill>
                  <a:srgbClr val="00B0F0"/>
                </a:solidFill>
              </a:rPr>
              <a:t>		FORALL j IN depts.FIRST..</a:t>
            </a:r>
            <a:r>
              <a:rPr lang="en-US" dirty="0" err="1">
                <a:ln>
                  <a:solidFill>
                    <a:srgbClr val="00B0F0"/>
                  </a:solidFill>
                </a:ln>
                <a:solidFill>
                  <a:srgbClr val="00B0F0"/>
                </a:solidFill>
              </a:rPr>
              <a:t>depts.LAST</a:t>
            </a:r>
            <a:r>
              <a:rPr lang="en-US" dirty="0">
                <a:ln>
                  <a:solidFill>
                    <a:srgbClr val="00B0F0"/>
                  </a:solidFill>
                </a:ln>
                <a:solidFill>
                  <a:srgbClr val="00B0F0"/>
                </a:solidFill>
              </a:rPr>
              <a:t> UPDATE emp SET </a:t>
            </a:r>
            <a:r>
              <a:rPr lang="en-US" dirty="0" err="1">
                <a:ln>
                  <a:solidFill>
                    <a:srgbClr val="00B0F0"/>
                  </a:solidFill>
                </a:ln>
                <a:solidFill>
                  <a:srgbClr val="00B0F0"/>
                </a:solidFill>
              </a:rPr>
              <a:t>sal</a:t>
            </a:r>
            <a:r>
              <a:rPr lang="en-US" dirty="0">
                <a:ln>
                  <a:solidFill>
                    <a:srgbClr val="00B0F0"/>
                  </a:solidFill>
                </a:ln>
                <a:solidFill>
                  <a:srgbClr val="00B0F0"/>
                </a:solidFill>
              </a:rPr>
              <a:t> = </a:t>
            </a:r>
            <a:r>
              <a:rPr lang="en-US" dirty="0" err="1">
                <a:ln>
                  <a:solidFill>
                    <a:srgbClr val="00B0F0"/>
                  </a:solidFill>
                </a:ln>
                <a:solidFill>
                  <a:srgbClr val="00B0F0"/>
                </a:solidFill>
              </a:rPr>
              <a:t>sal</a:t>
            </a:r>
            <a:r>
              <a:rPr lang="en-US" dirty="0">
                <a:ln>
                  <a:solidFill>
                    <a:srgbClr val="00B0F0"/>
                  </a:solidFill>
                </a:ln>
                <a:solidFill>
                  <a:srgbClr val="00B0F0"/>
                </a:solidFill>
              </a:rPr>
              <a:t>  + 100  WHERE </a:t>
            </a:r>
            <a:r>
              <a:rPr lang="en-US" dirty="0" err="1">
                <a:ln>
                  <a:solidFill>
                    <a:srgbClr val="00B0F0"/>
                  </a:solidFill>
                </a:ln>
                <a:solidFill>
                  <a:srgbClr val="00B0F0"/>
                </a:solidFill>
              </a:rPr>
              <a:t>deptno</a:t>
            </a:r>
            <a:r>
              <a:rPr lang="en-US" dirty="0">
                <a:ln>
                  <a:solidFill>
                    <a:srgbClr val="00B0F0"/>
                  </a:solidFill>
                </a:ln>
                <a:solidFill>
                  <a:srgbClr val="00B0F0"/>
                </a:solidFill>
              </a:rPr>
              <a:t> = depts(j);</a:t>
            </a:r>
          </a:p>
          <a:p>
            <a:pPr>
              <a:lnSpc>
                <a:spcPct val="150000"/>
              </a:lnSpc>
              <a:buNone/>
            </a:pPr>
            <a:r>
              <a:rPr lang="en-US" dirty="0">
                <a:ln>
                  <a:solidFill>
                    <a:srgbClr val="00B0F0"/>
                  </a:solidFill>
                </a:ln>
                <a:solidFill>
                  <a:srgbClr val="00B0F0"/>
                </a:solidFill>
              </a:rPr>
              <a:t>		For i in 1.. </a:t>
            </a:r>
            <a:r>
              <a:rPr lang="en-US" dirty="0" err="1">
                <a:ln>
                  <a:solidFill>
                    <a:srgbClr val="00B0F0"/>
                  </a:solidFill>
                </a:ln>
                <a:solidFill>
                  <a:srgbClr val="00B0F0"/>
                </a:solidFill>
              </a:rPr>
              <a:t>depts.count</a:t>
            </a:r>
            <a:r>
              <a:rPr lang="en-US" dirty="0">
                <a:ln>
                  <a:solidFill>
                    <a:srgbClr val="00B0F0"/>
                  </a:solidFill>
                </a:ln>
                <a:solidFill>
                  <a:srgbClr val="00B0F0"/>
                </a:solidFill>
              </a:rPr>
              <a:t> loop </a:t>
            </a:r>
          </a:p>
          <a:p>
            <a:pPr>
              <a:lnSpc>
                <a:spcPct val="150000"/>
              </a:lnSpc>
              <a:buNone/>
            </a:pPr>
            <a:r>
              <a:rPr lang="en-US" dirty="0">
                <a:ln>
                  <a:solidFill>
                    <a:srgbClr val="00B0F0"/>
                  </a:solidFill>
                </a:ln>
                <a:solidFill>
                  <a:srgbClr val="00B0F0"/>
                </a:solidFill>
              </a:rPr>
              <a:t>			</a:t>
            </a:r>
            <a:r>
              <a:rPr lang="en-US" dirty="0" err="1">
                <a:ln>
                  <a:solidFill>
                    <a:srgbClr val="00B0F0"/>
                  </a:solidFill>
                </a:ln>
                <a:solidFill>
                  <a:srgbClr val="00B0F0"/>
                </a:solidFill>
              </a:rPr>
              <a:t>Dbms_output.put_line</a:t>
            </a:r>
            <a:r>
              <a:rPr lang="en-US" dirty="0">
                <a:ln>
                  <a:solidFill>
                    <a:srgbClr val="00B0F0"/>
                  </a:solidFill>
                </a:ln>
                <a:solidFill>
                  <a:srgbClr val="00B0F0"/>
                </a:solidFill>
              </a:rPr>
              <a:t>(SQL%BULK_ROWCOUNT(</a:t>
            </a:r>
            <a:r>
              <a:rPr lang="en-US" dirty="0" err="1">
                <a:ln>
                  <a:solidFill>
                    <a:srgbClr val="00B0F0"/>
                  </a:solidFill>
                </a:ln>
                <a:solidFill>
                  <a:srgbClr val="00B0F0"/>
                </a:solidFill>
              </a:rPr>
              <a:t>i</a:t>
            </a:r>
            <a:r>
              <a:rPr lang="en-US" dirty="0">
                <a:ln>
                  <a:solidFill>
                    <a:srgbClr val="00B0F0"/>
                  </a:solidFill>
                </a:ln>
                <a:solidFill>
                  <a:srgbClr val="00B0F0"/>
                </a:solidFill>
              </a:rPr>
              <a:t>));</a:t>
            </a:r>
          </a:p>
          <a:p>
            <a:pPr>
              <a:lnSpc>
                <a:spcPct val="150000"/>
              </a:lnSpc>
              <a:buNone/>
            </a:pPr>
            <a:r>
              <a:rPr lang="en-US" dirty="0">
                <a:ln>
                  <a:solidFill>
                    <a:srgbClr val="00B0F0"/>
                  </a:solidFill>
                </a:ln>
                <a:solidFill>
                  <a:srgbClr val="00B0F0"/>
                </a:solidFill>
              </a:rPr>
              <a:t>		End loop;</a:t>
            </a:r>
          </a:p>
          <a:p>
            <a:pPr>
              <a:lnSpc>
                <a:spcPct val="150000"/>
              </a:lnSpc>
              <a:buNone/>
            </a:pPr>
            <a:r>
              <a:rPr lang="en-US" dirty="0">
                <a:ln>
                  <a:solidFill>
                    <a:srgbClr val="00B0F0"/>
                  </a:solidFill>
                </a:ln>
                <a:solidFill>
                  <a:srgbClr val="00B0F0"/>
                </a:solidFill>
              </a:rPr>
              <a:t>END;</a:t>
            </a:r>
          </a:p>
          <a:p>
            <a:pPr>
              <a:lnSpc>
                <a:spcPct val="150000"/>
              </a:lnSpc>
              <a:buNone/>
            </a:pPr>
            <a:r>
              <a:rPr lang="en-US"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dirty="0">
                <a:latin typeface="Candara"/>
              </a:rPr>
            </a:br>
            <a:r>
              <a:rPr lang="en-US" sz="1400" dirty="0">
                <a:latin typeface="Candara"/>
              </a:rPr>
              <a:t> 2.7: </a:t>
            </a:r>
            <a:r>
              <a:rPr lang="en-US" sz="1400" dirty="0" err="1">
                <a:latin typeface="Candara"/>
              </a:rPr>
              <a:t>Bulk_rowcount</a:t>
            </a:r>
            <a:r>
              <a:rPr lang="en-US" sz="1400" dirty="0">
                <a:latin typeface="Candara"/>
              </a:rPr>
              <a:t> 	</a:t>
            </a:r>
            <a:r>
              <a:rPr lang="en-US" sz="1400" b="1" dirty="0">
                <a:latin typeface="Candara"/>
              </a:rPr>
              <a:t>						……contd.</a:t>
            </a:r>
            <a:br>
              <a:rPr lang="en-US" sz="1400" b="1" dirty="0">
                <a:latin typeface="Candara"/>
              </a:rPr>
            </a:br>
            <a:r>
              <a:rPr lang="en-US" dirty="0"/>
              <a:t> Counting Rows Affected by FORALL Iterations </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70000" lnSpcReduction="20000"/>
          </a:bodyPr>
          <a:lstStyle/>
          <a:p>
            <a:pPr algn="just"/>
            <a:r>
              <a:rPr lang="en-US" sz="1400" dirty="0"/>
              <a:t>%BULK_ROWCOUNT is usually equal to 1 for inserts, because a typical insert operation affects only a single row. But for the INSERT ... SELECT construct, %BULK_ROWCOUNT might be greater than 1.</a:t>
            </a:r>
          </a:p>
          <a:p>
            <a:endParaRPr lang="en-US" sz="1400" dirty="0"/>
          </a:p>
          <a:p>
            <a:pPr>
              <a:lnSpc>
                <a:spcPct val="100000"/>
              </a:lnSpc>
              <a:buNone/>
            </a:pPr>
            <a:r>
              <a:rPr lang="en-US" sz="1500" dirty="0">
                <a:ln>
                  <a:solidFill>
                    <a:srgbClr val="00B0F0"/>
                  </a:solidFill>
                </a:ln>
                <a:solidFill>
                  <a:srgbClr val="00B0F0"/>
                </a:solidFill>
              </a:rPr>
              <a:t>Create table </a:t>
            </a:r>
            <a:r>
              <a:rPr lang="en-US" sz="1500" dirty="0" err="1">
                <a:ln>
                  <a:solidFill>
                    <a:srgbClr val="00B0F0"/>
                  </a:solidFill>
                </a:ln>
                <a:solidFill>
                  <a:srgbClr val="00B0F0"/>
                </a:solidFill>
              </a:rPr>
              <a:t>emp_by_dept</a:t>
            </a:r>
            <a:r>
              <a:rPr lang="en-US" sz="1500" dirty="0">
                <a:ln>
                  <a:solidFill>
                    <a:srgbClr val="00B0F0"/>
                  </a:solidFill>
                </a:ln>
                <a:solidFill>
                  <a:srgbClr val="00B0F0"/>
                </a:solidFill>
              </a:rPr>
              <a:t>(</a:t>
            </a:r>
            <a:r>
              <a:rPr lang="en-US" sz="1500" dirty="0" err="1">
                <a:ln>
                  <a:solidFill>
                    <a:srgbClr val="00B0F0"/>
                  </a:solidFill>
                </a:ln>
                <a:solidFill>
                  <a:srgbClr val="00B0F0"/>
                </a:solidFill>
              </a:rPr>
              <a:t>empno</a:t>
            </a:r>
            <a:r>
              <a:rPr lang="en-US" sz="1500" dirty="0">
                <a:ln>
                  <a:solidFill>
                    <a:srgbClr val="00B0F0"/>
                  </a:solidFill>
                </a:ln>
                <a:solidFill>
                  <a:srgbClr val="00B0F0"/>
                </a:solidFill>
              </a:rPr>
              <a:t> number, </a:t>
            </a:r>
            <a:r>
              <a:rPr lang="en-US" sz="1500" dirty="0" err="1">
                <a:ln>
                  <a:solidFill>
                    <a:srgbClr val="00B0F0"/>
                  </a:solidFill>
                </a:ln>
                <a:solidFill>
                  <a:srgbClr val="00B0F0"/>
                </a:solidFill>
              </a:rPr>
              <a:t>deptno</a:t>
            </a:r>
            <a:r>
              <a:rPr lang="en-US" sz="1500" dirty="0">
                <a:ln>
                  <a:solidFill>
                    <a:srgbClr val="00B0F0"/>
                  </a:solidFill>
                </a:ln>
                <a:solidFill>
                  <a:srgbClr val="00B0F0"/>
                </a:solidFill>
              </a:rPr>
              <a:t> number);</a:t>
            </a:r>
          </a:p>
          <a:p>
            <a:pPr>
              <a:lnSpc>
                <a:spcPct val="100000"/>
              </a:lnSpc>
              <a:buNone/>
            </a:pPr>
            <a:r>
              <a:rPr lang="en-US" sz="1500" dirty="0">
                <a:ln>
                  <a:solidFill>
                    <a:srgbClr val="00B0F0"/>
                  </a:solidFill>
                </a:ln>
                <a:solidFill>
                  <a:srgbClr val="00B0F0"/>
                </a:solidFill>
              </a:rPr>
              <a:t> </a:t>
            </a:r>
          </a:p>
          <a:p>
            <a:pPr>
              <a:lnSpc>
                <a:spcPct val="100000"/>
              </a:lnSpc>
              <a:buNone/>
            </a:pPr>
            <a:r>
              <a:rPr lang="en-US" sz="1500" dirty="0">
                <a:ln>
                  <a:solidFill>
                    <a:srgbClr val="00B0F0"/>
                  </a:solidFill>
                </a:ln>
                <a:solidFill>
                  <a:srgbClr val="00B0F0"/>
                </a:solidFill>
              </a:rPr>
              <a:t>DECLARE</a:t>
            </a:r>
          </a:p>
          <a:p>
            <a:pPr>
              <a:lnSpc>
                <a:spcPct val="100000"/>
              </a:lnSpc>
              <a:buNone/>
            </a:pPr>
            <a:r>
              <a:rPr lang="en-US" sz="1500" dirty="0">
                <a:ln>
                  <a:solidFill>
                    <a:srgbClr val="00B0F0"/>
                  </a:solidFill>
                </a:ln>
                <a:solidFill>
                  <a:srgbClr val="00B0F0"/>
                </a:solidFill>
              </a:rPr>
              <a:t>		TYPE </a:t>
            </a:r>
            <a:r>
              <a:rPr lang="en-US" sz="1500" dirty="0" err="1">
                <a:ln>
                  <a:solidFill>
                    <a:srgbClr val="00B0F0"/>
                  </a:solidFill>
                </a:ln>
                <a:solidFill>
                  <a:srgbClr val="00B0F0"/>
                </a:solidFill>
              </a:rPr>
              <a:t>num_tab</a:t>
            </a:r>
            <a:r>
              <a:rPr lang="en-US" sz="1500" dirty="0">
                <a:ln>
                  <a:solidFill>
                    <a:srgbClr val="00B0F0"/>
                  </a:solidFill>
                </a:ln>
                <a:solidFill>
                  <a:srgbClr val="00B0F0"/>
                </a:solidFill>
              </a:rPr>
              <a:t> IS TABLE OF NUMBER;</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deptnums</a:t>
            </a:r>
            <a:r>
              <a:rPr lang="en-US" sz="1500" dirty="0">
                <a:ln>
                  <a:solidFill>
                    <a:srgbClr val="00B0F0"/>
                  </a:solidFill>
                </a:ln>
                <a:solidFill>
                  <a:srgbClr val="00B0F0"/>
                </a:solidFill>
              </a:rPr>
              <a:t> </a:t>
            </a:r>
            <a:r>
              <a:rPr lang="en-US" sz="1500" dirty="0" err="1">
                <a:ln>
                  <a:solidFill>
                    <a:srgbClr val="00B0F0"/>
                  </a:solidFill>
                </a:ln>
                <a:solidFill>
                  <a:srgbClr val="00B0F0"/>
                </a:solidFill>
              </a:rPr>
              <a:t>num_tab</a:t>
            </a:r>
            <a:r>
              <a:rPr lang="en-US" sz="1500" dirty="0">
                <a:ln>
                  <a:solidFill>
                    <a:srgbClr val="00B0F0"/>
                  </a:solidFill>
                </a:ln>
                <a:solidFill>
                  <a:srgbClr val="00B0F0"/>
                </a:solidFill>
              </a:rPr>
              <a:t>;</a:t>
            </a:r>
          </a:p>
          <a:p>
            <a:pPr>
              <a:lnSpc>
                <a:spcPct val="100000"/>
              </a:lnSpc>
              <a:buNone/>
            </a:pPr>
            <a:r>
              <a:rPr lang="en-US" sz="1500" dirty="0">
                <a:ln>
                  <a:solidFill>
                    <a:srgbClr val="00B0F0"/>
                  </a:solidFill>
                </a:ln>
                <a:solidFill>
                  <a:srgbClr val="00B0F0"/>
                </a:solidFill>
              </a:rPr>
              <a:t>BEGIN</a:t>
            </a:r>
          </a:p>
          <a:p>
            <a:pPr>
              <a:lnSpc>
                <a:spcPct val="100000"/>
              </a:lnSpc>
              <a:buNone/>
            </a:pPr>
            <a:r>
              <a:rPr lang="en-US" sz="1500" dirty="0">
                <a:ln>
                  <a:solidFill>
                    <a:srgbClr val="00B0F0"/>
                  </a:solidFill>
                </a:ln>
                <a:solidFill>
                  <a:srgbClr val="00B0F0"/>
                </a:solidFill>
              </a:rPr>
              <a:t>		SELECT </a:t>
            </a:r>
            <a:r>
              <a:rPr lang="en-US" sz="1500" dirty="0" err="1">
                <a:ln>
                  <a:solidFill>
                    <a:srgbClr val="00B0F0"/>
                  </a:solidFill>
                </a:ln>
                <a:solidFill>
                  <a:srgbClr val="00B0F0"/>
                </a:solidFill>
              </a:rPr>
              <a:t>deptno</a:t>
            </a:r>
            <a:r>
              <a:rPr lang="en-US" sz="1500" dirty="0">
                <a:ln>
                  <a:solidFill>
                    <a:srgbClr val="00B0F0"/>
                  </a:solidFill>
                </a:ln>
                <a:solidFill>
                  <a:srgbClr val="00B0F0"/>
                </a:solidFill>
              </a:rPr>
              <a:t> BULK COLLECT INTO </a:t>
            </a:r>
            <a:r>
              <a:rPr lang="en-US" sz="1500" dirty="0" err="1">
                <a:ln>
                  <a:solidFill>
                    <a:srgbClr val="00B0F0"/>
                  </a:solidFill>
                </a:ln>
                <a:solidFill>
                  <a:srgbClr val="00B0F0"/>
                </a:solidFill>
              </a:rPr>
              <a:t>deptnums</a:t>
            </a:r>
            <a:r>
              <a:rPr lang="en-US" sz="1500" dirty="0">
                <a:ln>
                  <a:solidFill>
                    <a:srgbClr val="00B0F0"/>
                  </a:solidFill>
                </a:ln>
                <a:solidFill>
                  <a:srgbClr val="00B0F0"/>
                </a:solidFill>
              </a:rPr>
              <a:t> FROM DEPT;</a:t>
            </a:r>
          </a:p>
          <a:p>
            <a:pPr>
              <a:lnSpc>
                <a:spcPct val="100000"/>
              </a:lnSpc>
              <a:buNone/>
            </a:pPr>
            <a:r>
              <a:rPr lang="en-US" sz="1500" dirty="0">
                <a:ln>
                  <a:solidFill>
                    <a:srgbClr val="00B0F0"/>
                  </a:solidFill>
                </a:ln>
                <a:solidFill>
                  <a:srgbClr val="00B0F0"/>
                </a:solidFill>
              </a:rPr>
              <a:t>		</a:t>
            </a:r>
          </a:p>
          <a:p>
            <a:pPr>
              <a:lnSpc>
                <a:spcPct val="100000"/>
              </a:lnSpc>
              <a:buNone/>
            </a:pPr>
            <a:r>
              <a:rPr lang="en-US" sz="1500" dirty="0">
                <a:ln>
                  <a:solidFill>
                    <a:srgbClr val="00B0F0"/>
                  </a:solidFill>
                </a:ln>
                <a:solidFill>
                  <a:srgbClr val="00B0F0"/>
                </a:solidFill>
              </a:rPr>
              <a:t>	FORALL i IN 1..deptnums.COUNT INSERT INTO </a:t>
            </a:r>
            <a:r>
              <a:rPr lang="en-US" sz="1500" dirty="0" err="1">
                <a:ln>
                  <a:solidFill>
                    <a:srgbClr val="00B0F0"/>
                  </a:solidFill>
                </a:ln>
                <a:solidFill>
                  <a:srgbClr val="00B0F0"/>
                </a:solidFill>
              </a:rPr>
              <a:t>emp_by_dept</a:t>
            </a:r>
            <a:r>
              <a:rPr lang="en-US" sz="1500" dirty="0">
                <a:ln>
                  <a:solidFill>
                    <a:srgbClr val="00B0F0"/>
                  </a:solidFill>
                </a:ln>
                <a:solidFill>
                  <a:srgbClr val="00B0F0"/>
                </a:solidFill>
              </a:rPr>
              <a:t> SELECT </a:t>
            </a:r>
            <a:r>
              <a:rPr lang="en-US" sz="1500" dirty="0" err="1">
                <a:ln>
                  <a:solidFill>
                    <a:srgbClr val="00B0F0"/>
                  </a:solidFill>
                </a:ln>
                <a:solidFill>
                  <a:srgbClr val="00B0F0"/>
                </a:solidFill>
              </a:rPr>
              <a:t>empno</a:t>
            </a:r>
            <a:r>
              <a:rPr lang="en-US" sz="1500" dirty="0">
                <a:ln>
                  <a:solidFill>
                    <a:srgbClr val="00B0F0"/>
                  </a:solidFill>
                </a:ln>
                <a:solidFill>
                  <a:srgbClr val="00B0F0"/>
                </a:solidFill>
              </a:rPr>
              <a:t>, </a:t>
            </a:r>
            <a:r>
              <a:rPr lang="en-US" sz="1500" dirty="0" err="1">
                <a:ln>
                  <a:solidFill>
                    <a:srgbClr val="00B0F0"/>
                  </a:solidFill>
                </a:ln>
                <a:solidFill>
                  <a:srgbClr val="00B0F0"/>
                </a:solidFill>
              </a:rPr>
              <a:t>deptno</a:t>
            </a:r>
            <a:r>
              <a:rPr lang="en-US" sz="1500" dirty="0">
                <a:ln>
                  <a:solidFill>
                    <a:srgbClr val="00B0F0"/>
                  </a:solidFill>
                </a:ln>
                <a:solidFill>
                  <a:srgbClr val="00B0F0"/>
                </a:solidFill>
              </a:rPr>
              <a:t> FROM emp WHERE 	</a:t>
            </a:r>
            <a:r>
              <a:rPr lang="en-US" sz="1500" dirty="0" err="1">
                <a:ln>
                  <a:solidFill>
                    <a:srgbClr val="00B0F0"/>
                  </a:solidFill>
                </a:ln>
                <a:solidFill>
                  <a:srgbClr val="00B0F0"/>
                </a:solidFill>
              </a:rPr>
              <a:t>deptno</a:t>
            </a:r>
            <a:r>
              <a:rPr lang="en-US" sz="1500" dirty="0">
                <a:ln>
                  <a:solidFill>
                    <a:srgbClr val="00B0F0"/>
                  </a:solidFill>
                </a:ln>
                <a:solidFill>
                  <a:srgbClr val="00B0F0"/>
                </a:solidFill>
              </a:rPr>
              <a:t> = </a:t>
            </a:r>
            <a:r>
              <a:rPr lang="en-US" sz="1500" dirty="0" err="1">
                <a:ln>
                  <a:solidFill>
                    <a:srgbClr val="00B0F0"/>
                  </a:solidFill>
                </a:ln>
                <a:solidFill>
                  <a:srgbClr val="00B0F0"/>
                </a:solidFill>
              </a:rPr>
              <a:t>deptnums</a:t>
            </a:r>
            <a:r>
              <a:rPr lang="en-US" sz="1500" dirty="0">
                <a:ln>
                  <a:solidFill>
                    <a:srgbClr val="00B0F0"/>
                  </a:solidFill>
                </a:ln>
                <a:solidFill>
                  <a:srgbClr val="00B0F0"/>
                </a:solidFill>
              </a:rPr>
              <a:t>(i);</a:t>
            </a:r>
          </a:p>
          <a:p>
            <a:pPr>
              <a:lnSpc>
                <a:spcPct val="100000"/>
              </a:lnSpc>
              <a:buNone/>
            </a:pPr>
            <a:r>
              <a:rPr lang="en-US" sz="1500" dirty="0">
                <a:ln>
                  <a:solidFill>
                    <a:srgbClr val="00B0F0"/>
                  </a:solidFill>
                </a:ln>
                <a:solidFill>
                  <a:srgbClr val="00B0F0"/>
                </a:solidFill>
              </a:rPr>
              <a:t> </a:t>
            </a:r>
          </a:p>
          <a:p>
            <a:pPr>
              <a:lnSpc>
                <a:spcPct val="100000"/>
              </a:lnSpc>
              <a:buNone/>
            </a:pPr>
            <a:r>
              <a:rPr lang="en-US" sz="1500" dirty="0">
                <a:ln>
                  <a:solidFill>
                    <a:srgbClr val="00B0F0"/>
                  </a:solidFill>
                </a:ln>
                <a:solidFill>
                  <a:srgbClr val="00B0F0"/>
                </a:solidFill>
              </a:rPr>
              <a:t> 		FOR </a:t>
            </a:r>
            <a:r>
              <a:rPr lang="en-US" sz="1500" dirty="0" err="1">
                <a:ln>
                  <a:solidFill>
                    <a:srgbClr val="00B0F0"/>
                  </a:solidFill>
                </a:ln>
                <a:solidFill>
                  <a:srgbClr val="00B0F0"/>
                </a:solidFill>
              </a:rPr>
              <a:t>i</a:t>
            </a:r>
            <a:r>
              <a:rPr lang="en-US" sz="1500" dirty="0">
                <a:ln>
                  <a:solidFill>
                    <a:srgbClr val="00B0F0"/>
                  </a:solidFill>
                </a:ln>
                <a:solidFill>
                  <a:srgbClr val="00B0F0"/>
                </a:solidFill>
              </a:rPr>
              <a:t> IN 1..deptnums.COUNT LOOP</a:t>
            </a:r>
          </a:p>
          <a:p>
            <a:pPr algn="just">
              <a:lnSpc>
                <a:spcPct val="100000"/>
              </a:lnSpc>
              <a:buNone/>
            </a:pPr>
            <a:r>
              <a:rPr lang="en-US" sz="1500" dirty="0">
                <a:ln>
                  <a:solidFill>
                    <a:srgbClr val="00B0F0"/>
                  </a:solidFill>
                </a:ln>
                <a:solidFill>
                  <a:srgbClr val="00B0F0"/>
                </a:solidFill>
              </a:rPr>
              <a:t>		-- Count how many rows were inserted for each department </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('Dept '||</a:t>
            </a:r>
            <a:r>
              <a:rPr lang="en-US" sz="1500" dirty="0" err="1">
                <a:ln>
                  <a:solidFill>
                    <a:srgbClr val="00B0F0"/>
                  </a:solidFill>
                </a:ln>
                <a:solidFill>
                  <a:srgbClr val="00B0F0"/>
                </a:solidFill>
              </a:rPr>
              <a:t>deptnums</a:t>
            </a:r>
            <a:r>
              <a:rPr lang="en-US" sz="1500" dirty="0">
                <a:ln>
                  <a:solidFill>
                    <a:srgbClr val="00B0F0"/>
                  </a:solidFill>
                </a:ln>
                <a:solidFill>
                  <a:srgbClr val="00B0F0"/>
                </a:solidFill>
              </a:rPr>
              <a:t>(</a:t>
            </a:r>
            <a:r>
              <a:rPr lang="en-US" sz="1500" dirty="0" err="1">
                <a:ln>
                  <a:solidFill>
                    <a:srgbClr val="00B0F0"/>
                  </a:solidFill>
                </a:ln>
                <a:solidFill>
                  <a:srgbClr val="00B0F0"/>
                </a:solidFill>
              </a:rPr>
              <a:t>i</a:t>
            </a:r>
            <a:r>
              <a:rPr lang="en-US" sz="1500" dirty="0">
                <a:ln>
                  <a:solidFill>
                    <a:srgbClr val="00B0F0"/>
                  </a:solidFill>
                </a:ln>
                <a:solidFill>
                  <a:srgbClr val="00B0F0"/>
                </a:solidFill>
              </a:rPr>
              <a:t>)||': inserted '|| SQL%BULK_ROWCOUNT(</a:t>
            </a:r>
            <a:r>
              <a:rPr lang="en-US" sz="1500" dirty="0" err="1">
                <a:ln>
                  <a:solidFill>
                    <a:srgbClr val="00B0F0"/>
                  </a:solidFill>
                </a:ln>
                <a:solidFill>
                  <a:srgbClr val="00B0F0"/>
                </a:solidFill>
              </a:rPr>
              <a:t>i</a:t>
            </a:r>
            <a:r>
              <a:rPr lang="en-US" sz="1500" dirty="0">
                <a:ln>
                  <a:solidFill>
                    <a:srgbClr val="00B0F0"/>
                  </a:solidFill>
                </a:ln>
                <a:solidFill>
                  <a:srgbClr val="00B0F0"/>
                </a:solidFill>
              </a:rPr>
              <a:t>)||' records');</a:t>
            </a:r>
          </a:p>
          <a:p>
            <a:pPr>
              <a:lnSpc>
                <a:spcPct val="100000"/>
              </a:lnSpc>
              <a:buNone/>
            </a:pPr>
            <a:r>
              <a:rPr lang="en-US" sz="1500" dirty="0">
                <a:ln>
                  <a:solidFill>
                    <a:srgbClr val="00B0F0"/>
                  </a:solidFill>
                </a:ln>
                <a:solidFill>
                  <a:srgbClr val="00B0F0"/>
                </a:solidFill>
              </a:rPr>
              <a:t>		END LOOP;</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('Total records inserted =' || SQL%ROWCOUNT);</a:t>
            </a:r>
          </a:p>
          <a:p>
            <a:pPr>
              <a:lnSpc>
                <a:spcPct val="100000"/>
              </a:lnSpc>
              <a:buNone/>
            </a:pPr>
            <a:r>
              <a:rPr lang="en-US" sz="1500" dirty="0">
                <a:ln>
                  <a:solidFill>
                    <a:srgbClr val="00B0F0"/>
                  </a:solidFill>
                </a:ln>
                <a:solidFill>
                  <a:srgbClr val="00B0F0"/>
                </a:solidFill>
              </a:rPr>
              <a:t>END;</a:t>
            </a:r>
          </a:p>
          <a:p>
            <a:pPr>
              <a:lnSpc>
                <a:spcPct val="100000"/>
              </a:lnSpc>
              <a:buNone/>
            </a:pPr>
            <a:r>
              <a:rPr lang="en-US" sz="1500" dirty="0">
                <a:ln>
                  <a:solidFill>
                    <a:srgbClr val="00B0F0"/>
                  </a:solidFill>
                </a:ln>
                <a:solidFill>
                  <a:srgbClr val="00B0F0"/>
                </a:solidFill>
              </a:rPr>
              <a:t>/</a:t>
            </a: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dirty="0">
                <a:latin typeface="Candara"/>
              </a:rPr>
              <a:t>2.7: </a:t>
            </a:r>
            <a:r>
              <a:rPr lang="en-US" sz="1400" dirty="0" err="1">
                <a:latin typeface="Candara"/>
              </a:rPr>
              <a:t>Bulk_rowcount</a:t>
            </a:r>
            <a:r>
              <a:rPr lang="en-US" sz="1400" dirty="0">
                <a:latin typeface="Candara"/>
              </a:rPr>
              <a:t> 							……contd.</a:t>
            </a:r>
            <a:br>
              <a:rPr lang="en-US" sz="1400" dirty="0">
                <a:latin typeface="Candara"/>
              </a:rPr>
            </a:br>
            <a:r>
              <a:rPr lang="en-US" dirty="0"/>
              <a:t> Counting Rows Affected by FORALL Iterations </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a:bodyPr>
          <a:lstStyle/>
          <a:p>
            <a:pPr algn="just">
              <a:buNone/>
            </a:pPr>
            <a:r>
              <a:rPr lang="en-US" sz="2400" dirty="0"/>
              <a:t>	You can also use the scalar attributes %FOUND, %NOTFOUND, and %ROWCOUNT with bulk binds. For example, %ROWCOUNT returns the total number of rows processed by all executions of the SQL statement. %FOUND and %NOTFOUND refer only to the last execution of the SQL statement. However, you can use %BULK_ROWCOUNT to infer their values for individual executions. For example, when %BULK_ROWCOUNT(i) is zero, %FOUND and %NOTFOUND are FALSE and TRUE, respectively for the </a:t>
            </a:r>
            <a:r>
              <a:rPr lang="en-US" sz="2400" dirty="0" err="1"/>
              <a:t>ith</a:t>
            </a:r>
            <a:r>
              <a:rPr lang="en-US" sz="2400" dirty="0"/>
              <a:t> execution.</a:t>
            </a:r>
            <a:endParaRPr lang="en-US" sz="2400" dirty="0">
              <a:ln>
                <a:solidFill>
                  <a:srgbClr val="00B0F0"/>
                </a:solidFill>
              </a:ln>
              <a:solidFill>
                <a:srgbClr val="00B0F0"/>
              </a:solidFill>
            </a:endParaRPr>
          </a:p>
        </p:txBody>
      </p:sp>
      <p:sp>
        <p:nvSpPr>
          <p:cNvPr id="6147" name="Rectangle 3"/>
          <p:cNvSpPr>
            <a:spLocks noGrp="1"/>
          </p:cNvSpPr>
          <p:nvPr>
            <p:ph type="title"/>
          </p:nvPr>
        </p:nvSpPr>
        <p:spPr>
          <a:xfrm>
            <a:off x="0" y="0"/>
            <a:ext cx="9144000" cy="673768"/>
          </a:xfrm>
          <a:noFill/>
        </p:spPr>
        <p:txBody>
          <a:bodyPr>
            <a:normAutofit fontScale="90000"/>
          </a:bodyPr>
          <a:lstStyle/>
          <a:p>
            <a:br>
              <a:rPr lang="en-US" sz="1400" b="1" dirty="0">
                <a:latin typeface="Candara"/>
              </a:rPr>
            </a:br>
            <a:r>
              <a:rPr lang="en-US" sz="1400" b="1" dirty="0">
                <a:latin typeface="Candara"/>
              </a:rPr>
              <a:t>2.7: Bulk _</a:t>
            </a:r>
            <a:r>
              <a:rPr lang="en-US" sz="1400" b="1" dirty="0" err="1">
                <a:latin typeface="Candara"/>
              </a:rPr>
              <a:t>rowcount</a:t>
            </a:r>
            <a:r>
              <a:rPr lang="en-US" sz="1400" b="1" dirty="0">
                <a:latin typeface="Candara"/>
              </a:rPr>
              <a:t>						……contd.</a:t>
            </a:r>
            <a:br>
              <a:rPr lang="en-US" sz="1400" b="1" dirty="0">
                <a:latin typeface="Candara"/>
              </a:rPr>
            </a:br>
            <a:r>
              <a:rPr lang="en-US" dirty="0"/>
              <a:t>Counting Rows Affected by FORALL Iterations</a:t>
            </a: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70000" lnSpcReduction="20000"/>
          </a:bodyPr>
          <a:lstStyle/>
          <a:p>
            <a:pPr algn="just"/>
            <a:r>
              <a:rPr lang="en-US" sz="2400" dirty="0"/>
              <a:t>PL/SQL provides a mechanism to handle exceptions raised during the execution of a FORALL statement. This mechanism enables a bulk-bind operation to save information about exceptions and continue processing. To have a bulk bind complete despite errors, add the keywords SAVE EXCEPTIONS to your FORALL statement as follows :</a:t>
            </a:r>
          </a:p>
          <a:p>
            <a:pPr algn="just">
              <a:buNone/>
            </a:pPr>
            <a:r>
              <a:rPr lang="en-US" sz="2400" dirty="0"/>
              <a:t>FORALL index IN </a:t>
            </a:r>
            <a:r>
              <a:rPr lang="en-US" sz="2400" dirty="0" err="1"/>
              <a:t>lower_bound</a:t>
            </a:r>
            <a:r>
              <a:rPr lang="en-US" sz="2400" dirty="0"/>
              <a:t>..</a:t>
            </a:r>
            <a:r>
              <a:rPr lang="en-US" sz="2400" dirty="0" err="1"/>
              <a:t>upper_bound</a:t>
            </a:r>
            <a:r>
              <a:rPr lang="en-US" sz="2400" dirty="0"/>
              <a:t> SAVE EXCEPTIONS {</a:t>
            </a:r>
            <a:r>
              <a:rPr lang="en-US" sz="2400" dirty="0" err="1"/>
              <a:t>insert_stmt</a:t>
            </a:r>
            <a:r>
              <a:rPr lang="en-US" sz="2400" dirty="0"/>
              <a:t> | </a:t>
            </a:r>
            <a:r>
              <a:rPr lang="en-US" sz="2400" dirty="0" err="1"/>
              <a:t>update_stmt</a:t>
            </a:r>
            <a:r>
              <a:rPr lang="en-US" sz="2400" dirty="0"/>
              <a:t> | </a:t>
            </a:r>
            <a:r>
              <a:rPr lang="en-US" sz="2400" dirty="0" err="1"/>
              <a:t>delete_stmt</a:t>
            </a:r>
            <a:r>
              <a:rPr lang="en-US" sz="2400" dirty="0"/>
              <a:t>}</a:t>
            </a:r>
          </a:p>
          <a:p>
            <a:pPr algn="just">
              <a:buNone/>
            </a:pPr>
            <a:endParaRPr lang="en-US" sz="2400" dirty="0"/>
          </a:p>
          <a:p>
            <a:pPr algn="just"/>
            <a:r>
              <a:rPr lang="en-US" sz="2400" dirty="0"/>
              <a:t>All exceptions raised during the execution are saved in the new cursor attribute %BULK_EXCEPTIONS, which stores a collection of records. Each record has two fields. The first field, %BULK_EXCEPTIONS(</a:t>
            </a:r>
            <a:r>
              <a:rPr lang="en-US" sz="2400" dirty="0" err="1"/>
              <a:t>i</a:t>
            </a:r>
            <a:r>
              <a:rPr lang="en-US" sz="2400" dirty="0"/>
              <a:t>).ERROR_INDEX, holds the "iteration" of the FORALL statement during which the exception was raised. The second field, %BULK_EXCEPTIONS(</a:t>
            </a:r>
            <a:r>
              <a:rPr lang="en-US" sz="2400" dirty="0" err="1"/>
              <a:t>i</a:t>
            </a:r>
            <a:r>
              <a:rPr lang="en-US" sz="2400" dirty="0"/>
              <a:t>).ERROR_CODE, holds the corresponding Oracle error code.</a:t>
            </a:r>
          </a:p>
          <a:p>
            <a:pPr algn="just">
              <a:buNone/>
            </a:pPr>
            <a:endParaRPr lang="en-US" sz="2400" dirty="0"/>
          </a:p>
          <a:p>
            <a:pPr algn="just"/>
            <a:r>
              <a:rPr lang="en-US" sz="2400" dirty="0"/>
              <a:t>The values stored by %BULK_EXCEPTIONS always refer to the most recently executed FORALL statement. The number of exceptions is saved in the count attribute of %BULK_EXCEPTIONS, that is, %BULK_EXCEPTIONS.COUNT. Its subscripts range from 1 to COUNT.</a:t>
            </a:r>
            <a:endParaRPr lang="en-US" sz="2400" dirty="0">
              <a:ln>
                <a:solidFill>
                  <a:srgbClr val="00B0F0"/>
                </a:solidFill>
              </a:ln>
              <a:solidFill>
                <a:srgbClr val="00B0F0"/>
              </a:solidFill>
            </a:endParaRP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2.8: Bulk _exceptions	</a:t>
            </a:r>
            <a:br>
              <a:rPr lang="en-US" sz="1400" b="1" dirty="0">
                <a:latin typeface="Candara"/>
              </a:rPr>
            </a:br>
            <a:r>
              <a:rPr lang="en-US" sz="2200" dirty="0"/>
              <a:t>Handling FORALL Exceptions with the %BULK_EXCEPTIONS Attribute</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55000" lnSpcReduction="20000"/>
          </a:bodyPr>
          <a:lstStyle/>
          <a:p>
            <a:pPr algn="just"/>
            <a:r>
              <a:rPr lang="en-US" sz="2200" dirty="0"/>
              <a:t>If you omit the keywords SAVE EXCEPTIONS, execution of the FORALL statement stops when an exception is raised. In that case, SQL%BULK_EXCEPTIONS.COUNT returns 1, and SQL%BULK_EXCEPTIONS contains just one record. If no exception is raised during execution, SQL%BULK_EXCEPTIONS.COUNT returns 0.</a:t>
            </a:r>
          </a:p>
          <a:p>
            <a:pPr>
              <a:lnSpc>
                <a:spcPct val="100000"/>
              </a:lnSpc>
              <a:buNone/>
            </a:pPr>
            <a:r>
              <a:rPr lang="en-US" sz="1500" dirty="0">
                <a:ln>
                  <a:solidFill>
                    <a:srgbClr val="00B0F0"/>
                  </a:solidFill>
                </a:ln>
                <a:solidFill>
                  <a:srgbClr val="00B0F0"/>
                </a:solidFill>
              </a:rPr>
              <a:t>declare</a:t>
            </a:r>
          </a:p>
          <a:p>
            <a:pPr>
              <a:lnSpc>
                <a:spcPct val="100000"/>
              </a:lnSpc>
              <a:buNone/>
            </a:pPr>
            <a:r>
              <a:rPr lang="en-US" sz="1500" dirty="0">
                <a:ln>
                  <a:solidFill>
                    <a:srgbClr val="00B0F0"/>
                  </a:solidFill>
                </a:ln>
                <a:solidFill>
                  <a:srgbClr val="00B0F0"/>
                </a:solidFill>
              </a:rPr>
              <a:t>		TYPE </a:t>
            </a:r>
            <a:r>
              <a:rPr lang="en-US" sz="1500" dirty="0" err="1">
                <a:ln>
                  <a:solidFill>
                    <a:srgbClr val="00B0F0"/>
                  </a:solidFill>
                </a:ln>
                <a:solidFill>
                  <a:srgbClr val="00B0F0"/>
                </a:solidFill>
              </a:rPr>
              <a:t>NumList</a:t>
            </a:r>
            <a:r>
              <a:rPr lang="en-US" sz="1500" dirty="0">
                <a:ln>
                  <a:solidFill>
                    <a:srgbClr val="00B0F0"/>
                  </a:solidFill>
                </a:ln>
                <a:solidFill>
                  <a:srgbClr val="00B0F0"/>
                </a:solidFill>
              </a:rPr>
              <a:t> IS TABLE OF NUMBER;</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num_tab</a:t>
            </a:r>
            <a:r>
              <a:rPr lang="en-US" sz="1500" dirty="0">
                <a:ln>
                  <a:solidFill>
                    <a:srgbClr val="00B0F0"/>
                  </a:solidFill>
                </a:ln>
                <a:solidFill>
                  <a:srgbClr val="00B0F0"/>
                </a:solidFill>
              </a:rPr>
              <a:t> </a:t>
            </a:r>
            <a:r>
              <a:rPr lang="en-US" sz="1500" dirty="0" err="1">
                <a:ln>
                  <a:solidFill>
                    <a:srgbClr val="00B0F0"/>
                  </a:solidFill>
                </a:ln>
                <a:solidFill>
                  <a:srgbClr val="00B0F0"/>
                </a:solidFill>
              </a:rPr>
              <a:t>NumList</a:t>
            </a:r>
            <a:r>
              <a:rPr lang="en-US" sz="1500" dirty="0">
                <a:ln>
                  <a:solidFill>
                    <a:srgbClr val="00B0F0"/>
                  </a:solidFill>
                </a:ln>
                <a:solidFill>
                  <a:srgbClr val="00B0F0"/>
                </a:solidFill>
              </a:rPr>
              <a:t> := </a:t>
            </a:r>
            <a:r>
              <a:rPr lang="en-US" sz="1500" dirty="0" err="1">
                <a:ln>
                  <a:solidFill>
                    <a:srgbClr val="00B0F0"/>
                  </a:solidFill>
                </a:ln>
                <a:solidFill>
                  <a:srgbClr val="00B0F0"/>
                </a:solidFill>
              </a:rPr>
              <a:t>NumList</a:t>
            </a:r>
            <a:r>
              <a:rPr lang="en-US" sz="1500" dirty="0">
                <a:ln>
                  <a:solidFill>
                    <a:srgbClr val="00B0F0"/>
                  </a:solidFill>
                </a:ln>
                <a:solidFill>
                  <a:srgbClr val="00B0F0"/>
                </a:solidFill>
              </a:rPr>
              <a:t>(10,0,11,12,30,0,20,199,2,0,9,1);</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errnum</a:t>
            </a:r>
            <a:r>
              <a:rPr lang="en-US" sz="1500" dirty="0">
                <a:ln>
                  <a:solidFill>
                    <a:srgbClr val="00B0F0"/>
                  </a:solidFill>
                </a:ln>
                <a:solidFill>
                  <a:srgbClr val="00B0F0"/>
                </a:solidFill>
              </a:rPr>
              <a:t> NUMBER;</a:t>
            </a:r>
          </a:p>
          <a:p>
            <a:pPr>
              <a:lnSpc>
                <a:spcPct val="100000"/>
              </a:lnSpc>
              <a:buNone/>
            </a:pPr>
            <a:r>
              <a:rPr lang="en-US" sz="1500" dirty="0">
                <a:ln>
                  <a:solidFill>
                    <a:srgbClr val="00B0F0"/>
                  </a:solidFill>
                </a:ln>
                <a:solidFill>
                  <a:srgbClr val="00B0F0"/>
                </a:solidFill>
              </a:rPr>
              <a:t>begin</a:t>
            </a:r>
          </a:p>
          <a:p>
            <a:pPr>
              <a:lnSpc>
                <a:spcPct val="100000"/>
              </a:lnSpc>
              <a:buNone/>
            </a:pPr>
            <a:r>
              <a:rPr lang="en-US" sz="1500" dirty="0">
                <a:ln>
                  <a:solidFill>
                    <a:srgbClr val="00B0F0"/>
                  </a:solidFill>
                </a:ln>
                <a:solidFill>
                  <a:srgbClr val="00B0F0"/>
                </a:solidFill>
              </a:rPr>
              <a:t>		FORALL </a:t>
            </a:r>
            <a:r>
              <a:rPr lang="en-US" sz="1500" dirty="0" err="1">
                <a:ln>
                  <a:solidFill>
                    <a:srgbClr val="00B0F0"/>
                  </a:solidFill>
                </a:ln>
                <a:solidFill>
                  <a:srgbClr val="00B0F0"/>
                </a:solidFill>
              </a:rPr>
              <a:t>i</a:t>
            </a:r>
            <a:r>
              <a:rPr lang="en-US" sz="1500" dirty="0">
                <a:ln>
                  <a:solidFill>
                    <a:srgbClr val="00B0F0"/>
                  </a:solidFill>
                </a:ln>
                <a:solidFill>
                  <a:srgbClr val="00B0F0"/>
                </a:solidFill>
              </a:rPr>
              <a:t> IN </a:t>
            </a:r>
            <a:r>
              <a:rPr lang="en-US" sz="1500" dirty="0" err="1">
                <a:ln>
                  <a:solidFill>
                    <a:srgbClr val="00B0F0"/>
                  </a:solidFill>
                </a:ln>
                <a:solidFill>
                  <a:srgbClr val="00B0F0"/>
                </a:solidFill>
              </a:rPr>
              <a:t>num_tab.FIRST</a:t>
            </a:r>
            <a:r>
              <a:rPr lang="en-US" sz="1500" dirty="0">
                <a:ln>
                  <a:solidFill>
                    <a:srgbClr val="00B0F0"/>
                  </a:solidFill>
                </a:ln>
                <a:solidFill>
                  <a:srgbClr val="00B0F0"/>
                </a:solidFill>
              </a:rPr>
              <a:t>..</a:t>
            </a:r>
            <a:r>
              <a:rPr lang="en-US" sz="1500" dirty="0" err="1">
                <a:ln>
                  <a:solidFill>
                    <a:srgbClr val="00B0F0"/>
                  </a:solidFill>
                </a:ln>
                <a:solidFill>
                  <a:srgbClr val="00B0F0"/>
                </a:solidFill>
              </a:rPr>
              <a:t>num_tab.LAST</a:t>
            </a:r>
            <a:r>
              <a:rPr lang="en-US" sz="1500" dirty="0">
                <a:ln>
                  <a:solidFill>
                    <a:srgbClr val="00B0F0"/>
                  </a:solidFill>
                </a:ln>
                <a:solidFill>
                  <a:srgbClr val="00B0F0"/>
                </a:solidFill>
              </a:rPr>
              <a:t> SAVE EXCEPTIONS  DELETE FROM </a:t>
            </a:r>
            <a:r>
              <a:rPr lang="en-US" sz="1500" dirty="0" err="1">
                <a:ln>
                  <a:solidFill>
                    <a:srgbClr val="00B0F0"/>
                  </a:solidFill>
                </a:ln>
                <a:solidFill>
                  <a:srgbClr val="00B0F0"/>
                </a:solidFill>
              </a:rPr>
              <a:t>emp</a:t>
            </a:r>
            <a:r>
              <a:rPr lang="en-US" sz="1500" dirty="0">
                <a:ln>
                  <a:solidFill>
                    <a:srgbClr val="00B0F0"/>
                  </a:solidFill>
                </a:ln>
                <a:solidFill>
                  <a:srgbClr val="00B0F0"/>
                </a:solidFill>
              </a:rPr>
              <a:t> WHERE </a:t>
            </a:r>
            <a:r>
              <a:rPr lang="en-US" sz="1500" dirty="0" err="1">
                <a:ln>
                  <a:solidFill>
                    <a:srgbClr val="00B0F0"/>
                  </a:solidFill>
                </a:ln>
                <a:solidFill>
                  <a:srgbClr val="00B0F0"/>
                </a:solidFill>
              </a:rPr>
              <a:t>sal</a:t>
            </a:r>
            <a:r>
              <a:rPr lang="en-US" sz="1500" dirty="0">
                <a:ln>
                  <a:solidFill>
                    <a:srgbClr val="00B0F0"/>
                  </a:solidFill>
                </a:ln>
                <a:solidFill>
                  <a:srgbClr val="00B0F0"/>
                </a:solidFill>
              </a:rPr>
              <a:t>&gt;500000/</a:t>
            </a:r>
            <a:r>
              <a:rPr lang="en-US" sz="1500" dirty="0" err="1">
                <a:ln>
                  <a:solidFill>
                    <a:srgbClr val="00B0F0"/>
                  </a:solidFill>
                </a:ln>
                <a:solidFill>
                  <a:srgbClr val="00B0F0"/>
                </a:solidFill>
              </a:rPr>
              <a:t>num_tab</a:t>
            </a:r>
            <a:r>
              <a:rPr lang="en-US" sz="1500" dirty="0">
                <a:ln>
                  <a:solidFill>
                    <a:srgbClr val="00B0F0"/>
                  </a:solidFill>
                </a:ln>
                <a:solidFill>
                  <a:srgbClr val="00B0F0"/>
                </a:solidFill>
              </a:rPr>
              <a:t>(</a:t>
            </a:r>
            <a:r>
              <a:rPr lang="en-US" sz="1500" dirty="0" err="1">
                <a:ln>
                  <a:solidFill>
                    <a:srgbClr val="00B0F0"/>
                  </a:solidFill>
                </a:ln>
                <a:solidFill>
                  <a:srgbClr val="00B0F0"/>
                </a:solidFill>
              </a:rPr>
              <a:t>i</a:t>
            </a:r>
            <a:r>
              <a:rPr lang="en-US" sz="1500" dirty="0">
                <a:ln>
                  <a:solidFill>
                    <a:srgbClr val="00B0F0"/>
                  </a:solidFill>
                </a:ln>
                <a:solidFill>
                  <a:srgbClr val="00B0F0"/>
                </a:solidFill>
              </a:rPr>
              <a:t>);</a:t>
            </a:r>
          </a:p>
          <a:p>
            <a:pPr>
              <a:lnSpc>
                <a:spcPct val="100000"/>
              </a:lnSpc>
              <a:buNone/>
            </a:pPr>
            <a:r>
              <a:rPr lang="en-US" sz="1500" dirty="0">
                <a:ln>
                  <a:solidFill>
                    <a:srgbClr val="00B0F0"/>
                  </a:solidFill>
                </a:ln>
                <a:solidFill>
                  <a:srgbClr val="00B0F0"/>
                </a:solidFill>
              </a:rPr>
              <a:t>exception</a:t>
            </a:r>
          </a:p>
          <a:p>
            <a:pPr>
              <a:lnSpc>
                <a:spcPct val="100000"/>
              </a:lnSpc>
              <a:buNone/>
            </a:pPr>
            <a:r>
              <a:rPr lang="en-US" sz="1500" dirty="0">
                <a:ln>
                  <a:solidFill>
                    <a:srgbClr val="00B0F0"/>
                  </a:solidFill>
                </a:ln>
                <a:solidFill>
                  <a:srgbClr val="00B0F0"/>
                </a:solidFill>
              </a:rPr>
              <a:t>		when others then</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errnum</a:t>
            </a:r>
            <a:r>
              <a:rPr lang="en-US" sz="1500" dirty="0">
                <a:ln>
                  <a:solidFill>
                    <a:srgbClr val="00B0F0"/>
                  </a:solidFill>
                </a:ln>
                <a:solidFill>
                  <a:srgbClr val="00B0F0"/>
                </a:solidFill>
              </a:rPr>
              <a:t> :=SQL%BULK_EXCEPTIONS.COUNT;</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('Number of errors is ' || </a:t>
            </a:r>
            <a:r>
              <a:rPr lang="en-US" sz="1500" dirty="0" err="1">
                <a:ln>
                  <a:solidFill>
                    <a:srgbClr val="00B0F0"/>
                  </a:solidFill>
                </a:ln>
                <a:solidFill>
                  <a:srgbClr val="00B0F0"/>
                </a:solidFill>
              </a:rPr>
              <a:t>errnum</a:t>
            </a:r>
            <a:r>
              <a:rPr lang="en-US" sz="1500" dirty="0">
                <a:ln>
                  <a:solidFill>
                    <a:srgbClr val="00B0F0"/>
                  </a:solidFill>
                </a:ln>
                <a:solidFill>
                  <a:srgbClr val="00B0F0"/>
                </a:solidFill>
              </a:rPr>
              <a:t>);</a:t>
            </a:r>
          </a:p>
          <a:p>
            <a:pPr>
              <a:lnSpc>
                <a:spcPct val="100000"/>
              </a:lnSpc>
              <a:buNone/>
            </a:pPr>
            <a:r>
              <a:rPr lang="en-US" sz="1500" dirty="0">
                <a:ln>
                  <a:solidFill>
                    <a:srgbClr val="00B0F0"/>
                  </a:solidFill>
                </a:ln>
                <a:solidFill>
                  <a:srgbClr val="00B0F0"/>
                </a:solidFill>
              </a:rPr>
              <a:t>			FOR </a:t>
            </a:r>
            <a:r>
              <a:rPr lang="en-US" sz="1500" dirty="0" err="1">
                <a:ln>
                  <a:solidFill>
                    <a:srgbClr val="00B0F0"/>
                  </a:solidFill>
                </a:ln>
                <a:solidFill>
                  <a:srgbClr val="00B0F0"/>
                </a:solidFill>
              </a:rPr>
              <a:t>i</a:t>
            </a:r>
            <a:r>
              <a:rPr lang="en-US" sz="1500" dirty="0">
                <a:ln>
                  <a:solidFill>
                    <a:srgbClr val="00B0F0"/>
                  </a:solidFill>
                </a:ln>
                <a:solidFill>
                  <a:srgbClr val="00B0F0"/>
                </a:solidFill>
              </a:rPr>
              <a:t> IN 1..errnum LOOP</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('Error ' || </a:t>
            </a:r>
            <a:r>
              <a:rPr lang="en-US" sz="1500" dirty="0" err="1">
                <a:ln>
                  <a:solidFill>
                    <a:srgbClr val="00B0F0"/>
                  </a:solidFill>
                </a:ln>
                <a:solidFill>
                  <a:srgbClr val="00B0F0"/>
                </a:solidFill>
              </a:rPr>
              <a:t>i</a:t>
            </a:r>
            <a:r>
              <a:rPr lang="en-US" sz="1500" dirty="0">
                <a:ln>
                  <a:solidFill>
                    <a:srgbClr val="00B0F0"/>
                  </a:solidFill>
                </a:ln>
                <a:solidFill>
                  <a:srgbClr val="00B0F0"/>
                </a:solidFill>
              </a:rPr>
              <a:t> || ' occurred during '|| 'execution ' ||  SQL%BULK_EXCEPTIONS(</a:t>
            </a:r>
            <a:r>
              <a:rPr lang="en-US" sz="1500" dirty="0" err="1">
                <a:ln>
                  <a:solidFill>
                    <a:srgbClr val="00B0F0"/>
                  </a:solidFill>
                </a:ln>
                <a:solidFill>
                  <a:srgbClr val="00B0F0"/>
                </a:solidFill>
              </a:rPr>
              <a:t>i</a:t>
            </a:r>
            <a:r>
              <a:rPr lang="en-US" sz="1500" dirty="0">
                <a:ln>
                  <a:solidFill>
                    <a:srgbClr val="00B0F0"/>
                  </a:solidFill>
                </a:ln>
                <a:solidFill>
                  <a:srgbClr val="00B0F0"/>
                </a:solidFill>
              </a:rPr>
              <a:t>).ERROR_INDEX);</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('Oracle error code is ' || SQL%BULK_EXCEPTIONS(</a:t>
            </a:r>
            <a:r>
              <a:rPr lang="en-US" sz="1500" dirty="0" err="1">
                <a:ln>
                  <a:solidFill>
                    <a:srgbClr val="00B0F0"/>
                  </a:solidFill>
                </a:ln>
                <a:solidFill>
                  <a:srgbClr val="00B0F0"/>
                </a:solidFill>
              </a:rPr>
              <a:t>i</a:t>
            </a:r>
            <a:r>
              <a:rPr lang="en-US" sz="1500" dirty="0">
                <a:ln>
                  <a:solidFill>
                    <a:srgbClr val="00B0F0"/>
                  </a:solidFill>
                </a:ln>
                <a:solidFill>
                  <a:srgbClr val="00B0F0"/>
                </a:solidFill>
              </a:rPr>
              <a:t>).ERROR_CODE);</a:t>
            </a:r>
          </a:p>
          <a:p>
            <a:pPr>
              <a:lnSpc>
                <a:spcPct val="100000"/>
              </a:lnSpc>
              <a:buNone/>
            </a:pPr>
            <a:r>
              <a:rPr lang="en-US" sz="1500" dirty="0">
                <a:ln>
                  <a:solidFill>
                    <a:srgbClr val="00B0F0"/>
                  </a:solidFill>
                </a:ln>
                <a:solidFill>
                  <a:srgbClr val="00B0F0"/>
                </a:solidFill>
              </a:rPr>
              <a:t>				</a:t>
            </a:r>
            <a:r>
              <a:rPr lang="en-US" sz="1500" dirty="0" err="1">
                <a:ln>
                  <a:solidFill>
                    <a:srgbClr val="00B0F0"/>
                  </a:solidFill>
                </a:ln>
                <a:solidFill>
                  <a:srgbClr val="00B0F0"/>
                </a:solidFill>
              </a:rPr>
              <a:t>dbms_output.put_line</a:t>
            </a:r>
            <a:r>
              <a:rPr lang="en-US" sz="1500" dirty="0">
                <a:ln>
                  <a:solidFill>
                    <a:srgbClr val="00B0F0"/>
                  </a:solidFill>
                </a:ln>
                <a:solidFill>
                  <a:srgbClr val="00B0F0"/>
                </a:solidFill>
              </a:rPr>
              <a:t>('Oracle error message is ' || </a:t>
            </a:r>
            <a:r>
              <a:rPr lang="en-US" sz="1500" dirty="0" err="1">
                <a:ln>
                  <a:solidFill>
                    <a:srgbClr val="00B0F0"/>
                  </a:solidFill>
                </a:ln>
                <a:solidFill>
                  <a:srgbClr val="00B0F0"/>
                </a:solidFill>
              </a:rPr>
              <a:t>sqlerrm</a:t>
            </a:r>
            <a:r>
              <a:rPr lang="en-US" sz="1500" dirty="0">
                <a:ln>
                  <a:solidFill>
                    <a:srgbClr val="00B0F0"/>
                  </a:solidFill>
                </a:ln>
                <a:solidFill>
                  <a:srgbClr val="00B0F0"/>
                </a:solidFill>
              </a:rPr>
              <a:t>(-(SQL%BULK_EXCEPTIONS(</a:t>
            </a:r>
            <a:r>
              <a:rPr lang="en-US" sz="1500" dirty="0" err="1">
                <a:ln>
                  <a:solidFill>
                    <a:srgbClr val="00B0F0"/>
                  </a:solidFill>
                </a:ln>
                <a:solidFill>
                  <a:srgbClr val="00B0F0"/>
                </a:solidFill>
              </a:rPr>
              <a:t>i</a:t>
            </a:r>
            <a:r>
              <a:rPr lang="en-US" sz="1500" dirty="0">
                <a:ln>
                  <a:solidFill>
                    <a:srgbClr val="00B0F0"/>
                  </a:solidFill>
                </a:ln>
                <a:solidFill>
                  <a:srgbClr val="00B0F0"/>
                </a:solidFill>
              </a:rPr>
              <a:t>).ERROR_CODE)));</a:t>
            </a:r>
          </a:p>
          <a:p>
            <a:pPr>
              <a:lnSpc>
                <a:spcPct val="100000"/>
              </a:lnSpc>
              <a:buNone/>
            </a:pPr>
            <a:r>
              <a:rPr lang="en-US" sz="1500" dirty="0">
                <a:ln>
                  <a:solidFill>
                    <a:srgbClr val="00B0F0"/>
                  </a:solidFill>
                </a:ln>
                <a:solidFill>
                  <a:srgbClr val="00B0F0"/>
                </a:solidFill>
              </a:rPr>
              <a:t>			END LOOP;</a:t>
            </a:r>
          </a:p>
          <a:p>
            <a:pPr>
              <a:lnSpc>
                <a:spcPct val="100000"/>
              </a:lnSpc>
              <a:buNone/>
            </a:pPr>
            <a:r>
              <a:rPr lang="en-US" sz="1500" dirty="0">
                <a:ln>
                  <a:solidFill>
                    <a:srgbClr val="00B0F0"/>
                  </a:solidFill>
                </a:ln>
                <a:solidFill>
                  <a:srgbClr val="00B0F0"/>
                </a:solidFill>
              </a:rPr>
              <a:t>END;</a:t>
            </a:r>
          </a:p>
          <a:p>
            <a:pPr>
              <a:lnSpc>
                <a:spcPct val="100000"/>
              </a:lnSpc>
              <a:buNone/>
            </a:pPr>
            <a:r>
              <a:rPr lang="en-US" sz="1500" dirty="0">
                <a:ln>
                  <a:solidFill>
                    <a:srgbClr val="00B0F0"/>
                  </a:solidFill>
                </a:ln>
                <a:solidFill>
                  <a:srgbClr val="00B0F0"/>
                </a:solidFill>
              </a:rPr>
              <a:t>/</a:t>
            </a:r>
          </a:p>
          <a:p>
            <a:pPr algn="just">
              <a:lnSpc>
                <a:spcPct val="100000"/>
              </a:lnSpc>
              <a:buNone/>
            </a:pPr>
            <a:r>
              <a:rPr lang="en-US" sz="2200" dirty="0"/>
              <a:t>	In this example, PL/SQL raised the predefined exception ZERO_DIVIDE when </a:t>
            </a:r>
            <a:r>
              <a:rPr lang="en-US" sz="2200" dirty="0" err="1"/>
              <a:t>i</a:t>
            </a:r>
            <a:r>
              <a:rPr lang="en-US" sz="2200" dirty="0"/>
              <a:t> equaled 2, 6, 10. After the bulk-bind completed, SQL%BULK_EXCEPTIONS.COUNT returned 3, and the contents of SQL%BULK_EXCEPTIONS were (2,1476), (6,1476), and (10,1476). To get the Oracle error message (which includes the code), we passed SQL%BULK_EXCEPTIONS(</a:t>
            </a:r>
            <a:r>
              <a:rPr lang="en-US" sz="2200" dirty="0" err="1"/>
              <a:t>i</a:t>
            </a:r>
            <a:r>
              <a:rPr lang="en-US" sz="2200" dirty="0"/>
              <a:t>).ERROR_CODE to the error-reporting function SQLERRM</a:t>
            </a:r>
            <a:endParaRPr lang="en-US" sz="2200" dirty="0">
              <a:ln>
                <a:solidFill>
                  <a:srgbClr val="00B0F0"/>
                </a:solidFill>
              </a:ln>
              <a:solidFill>
                <a:srgbClr val="00B0F0"/>
              </a:solidFill>
            </a:endParaRP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2.8: Bulk _exceptions							…..</a:t>
            </a:r>
            <a:r>
              <a:rPr lang="en-US" sz="1400" b="1" dirty="0" err="1">
                <a:latin typeface="Candara"/>
              </a:rPr>
              <a:t>contd</a:t>
            </a:r>
            <a:br>
              <a:rPr lang="en-US" sz="1400" b="1" dirty="0">
                <a:latin typeface="Candara"/>
              </a:rPr>
            </a:br>
            <a:r>
              <a:rPr lang="en-US" sz="2200" dirty="0"/>
              <a:t>Handling FORALL Exceptions with the %BULK_EXCEPTIONS Attribute</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92500" lnSpcReduction="10000"/>
          </a:bodyPr>
          <a:lstStyle/>
          <a:p>
            <a:pPr algn="just"/>
            <a:r>
              <a:rPr lang="en-US" sz="2000" dirty="0"/>
              <a:t>You can use FOR ALL clause only in tools which include PL-SQL engine. Otherwise, you get the error </a:t>
            </a:r>
            <a:r>
              <a:rPr lang="en-US" sz="2000" i="1" dirty="0"/>
              <a:t>this feature is not supported in client-side programs</a:t>
            </a:r>
            <a:r>
              <a:rPr lang="en-US" sz="2000" dirty="0"/>
              <a:t>.</a:t>
            </a:r>
          </a:p>
          <a:p>
            <a:pPr algn="just"/>
            <a:r>
              <a:rPr lang="en-US" sz="2000" dirty="0"/>
              <a:t>The INSERT, UPDATE, or DELETE statement must reference at least one collection. </a:t>
            </a:r>
          </a:p>
          <a:p>
            <a:pPr>
              <a:lnSpc>
                <a:spcPct val="100000"/>
              </a:lnSpc>
              <a:buNone/>
            </a:pPr>
            <a:r>
              <a:rPr lang="en-US" sz="900" dirty="0">
                <a:ln>
                  <a:solidFill>
                    <a:srgbClr val="00B0F0"/>
                  </a:solidFill>
                </a:ln>
                <a:solidFill>
                  <a:srgbClr val="00B0F0"/>
                </a:solidFill>
              </a:rPr>
              <a:t>CREATE TABLE pairs (n NUMBER, m NUMBER);</a:t>
            </a:r>
          </a:p>
          <a:p>
            <a:pPr>
              <a:lnSpc>
                <a:spcPct val="100000"/>
              </a:lnSpc>
              <a:buNone/>
            </a:pPr>
            <a:r>
              <a:rPr lang="en-US" sz="900" dirty="0">
                <a:ln>
                  <a:solidFill>
                    <a:srgbClr val="00B0F0"/>
                  </a:solidFill>
                </a:ln>
                <a:solidFill>
                  <a:srgbClr val="00B0F0"/>
                </a:solidFill>
              </a:rPr>
              <a:t>DECLARE</a:t>
            </a:r>
          </a:p>
          <a:p>
            <a:pPr>
              <a:lnSpc>
                <a:spcPct val="10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NumTab</a:t>
            </a:r>
            <a:r>
              <a:rPr lang="en-US" sz="900" dirty="0">
                <a:ln>
                  <a:solidFill>
                    <a:srgbClr val="00B0F0"/>
                  </a:solidFill>
                </a:ln>
                <a:solidFill>
                  <a:srgbClr val="00B0F0"/>
                </a:solidFill>
              </a:rPr>
              <a:t> IS TABLE OF NUMBER;</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nums</a:t>
            </a:r>
            <a:r>
              <a:rPr lang="en-US" sz="900" dirty="0">
                <a:ln>
                  <a:solidFill>
                    <a:srgbClr val="00B0F0"/>
                  </a:solidFill>
                </a:ln>
                <a:solidFill>
                  <a:srgbClr val="00B0F0"/>
                </a:solidFill>
              </a:rPr>
              <a:t> </a:t>
            </a:r>
            <a:r>
              <a:rPr lang="en-US" sz="900" dirty="0" err="1">
                <a:ln>
                  <a:solidFill>
                    <a:srgbClr val="00B0F0"/>
                  </a:solidFill>
                </a:ln>
                <a:solidFill>
                  <a:srgbClr val="00B0F0"/>
                </a:solidFill>
              </a:rPr>
              <a:t>NumTab</a:t>
            </a:r>
            <a:r>
              <a:rPr lang="en-US" sz="900" dirty="0">
                <a:ln>
                  <a:solidFill>
                    <a:srgbClr val="00B0F0"/>
                  </a:solidFill>
                </a:ln>
                <a:solidFill>
                  <a:srgbClr val="00B0F0"/>
                </a:solidFill>
              </a:rPr>
              <a:t> := </a:t>
            </a:r>
            <a:r>
              <a:rPr lang="en-US" sz="900" dirty="0" err="1">
                <a:ln>
                  <a:solidFill>
                    <a:srgbClr val="00B0F0"/>
                  </a:solidFill>
                </a:ln>
                <a:solidFill>
                  <a:srgbClr val="00B0F0"/>
                </a:solidFill>
              </a:rPr>
              <a:t>NumTab</a:t>
            </a:r>
            <a:r>
              <a:rPr lang="en-US" sz="900" dirty="0">
                <a:ln>
                  <a:solidFill>
                    <a:srgbClr val="00B0F0"/>
                  </a:solidFill>
                </a:ln>
                <a:solidFill>
                  <a:srgbClr val="00B0F0"/>
                </a:solidFill>
              </a:rPr>
              <a:t>(1, 2, 3);</a:t>
            </a:r>
          </a:p>
          <a:p>
            <a:pPr>
              <a:lnSpc>
                <a:spcPct val="100000"/>
              </a:lnSpc>
              <a:buNone/>
            </a:pPr>
            <a:r>
              <a:rPr lang="en-US" sz="900" dirty="0">
                <a:ln>
                  <a:solidFill>
                    <a:srgbClr val="00B0F0"/>
                  </a:solidFill>
                </a:ln>
                <a:solidFill>
                  <a:srgbClr val="00B0F0"/>
                </a:solidFill>
              </a:rPr>
              <a:t>BEGIN</a:t>
            </a:r>
          </a:p>
          <a:p>
            <a:pPr>
              <a:lnSpc>
                <a:spcPct val="100000"/>
              </a:lnSpc>
              <a:buNone/>
            </a:pPr>
            <a:r>
              <a:rPr lang="en-US" sz="900" dirty="0">
                <a:ln>
                  <a:solidFill>
                    <a:srgbClr val="00B0F0"/>
                  </a:solidFill>
                </a:ln>
                <a:solidFill>
                  <a:srgbClr val="00B0F0"/>
                </a:solidFill>
              </a:rPr>
              <a:t>		FORALL </a:t>
            </a:r>
            <a:r>
              <a:rPr lang="en-US" sz="900" dirty="0" err="1">
                <a:ln>
                  <a:solidFill>
                    <a:srgbClr val="00B0F0"/>
                  </a:solidFill>
                </a:ln>
                <a:solidFill>
                  <a:srgbClr val="00B0F0"/>
                </a:solidFill>
              </a:rPr>
              <a:t>i</a:t>
            </a:r>
            <a:r>
              <a:rPr lang="en-US" sz="900" dirty="0">
                <a:ln>
                  <a:solidFill>
                    <a:srgbClr val="00B0F0"/>
                  </a:solidFill>
                </a:ln>
                <a:solidFill>
                  <a:srgbClr val="00B0F0"/>
                </a:solidFill>
              </a:rPr>
              <a:t> IN </a:t>
            </a:r>
            <a:r>
              <a:rPr lang="en-US" sz="900" dirty="0" err="1">
                <a:ln>
                  <a:solidFill>
                    <a:srgbClr val="00B0F0"/>
                  </a:solidFill>
                </a:ln>
                <a:solidFill>
                  <a:srgbClr val="00B0F0"/>
                </a:solidFill>
              </a:rPr>
              <a:t>nums.FIRST</a:t>
            </a:r>
            <a:r>
              <a:rPr lang="en-US" sz="900" dirty="0">
                <a:ln>
                  <a:solidFill>
                    <a:srgbClr val="00B0F0"/>
                  </a:solidFill>
                </a:ln>
                <a:solidFill>
                  <a:srgbClr val="00B0F0"/>
                </a:solidFill>
              </a:rPr>
              <a:t>..</a:t>
            </a:r>
            <a:r>
              <a:rPr lang="en-US" sz="900" dirty="0" err="1">
                <a:ln>
                  <a:solidFill>
                    <a:srgbClr val="00B0F0"/>
                  </a:solidFill>
                </a:ln>
                <a:solidFill>
                  <a:srgbClr val="00B0F0"/>
                </a:solidFill>
              </a:rPr>
              <a:t>nums.LAST</a:t>
            </a:r>
            <a:r>
              <a:rPr lang="en-US" sz="900" dirty="0">
                <a:ln>
                  <a:solidFill>
                    <a:srgbClr val="00B0F0"/>
                  </a:solidFill>
                </a:ln>
                <a:solidFill>
                  <a:srgbClr val="00B0F0"/>
                </a:solidFill>
              </a:rPr>
              <a:t>  INSERT INTO pairs VALUES(</a:t>
            </a:r>
            <a:r>
              <a:rPr lang="en-US" sz="900" dirty="0" err="1">
                <a:ln>
                  <a:solidFill>
                    <a:srgbClr val="00B0F0"/>
                  </a:solidFill>
                </a:ln>
                <a:solidFill>
                  <a:srgbClr val="00B0F0"/>
                </a:solidFill>
              </a:rPr>
              <a:t>nums</a:t>
            </a:r>
            <a:r>
              <a:rPr lang="en-US" sz="900" dirty="0">
                <a:ln>
                  <a:solidFill>
                    <a:srgbClr val="00B0F0"/>
                  </a:solidFill>
                </a:ln>
                <a:solidFill>
                  <a:srgbClr val="00B0F0"/>
                </a:solidFill>
              </a:rPr>
              <a:t>(</a:t>
            </a:r>
            <a:r>
              <a:rPr lang="en-US" sz="900" dirty="0" err="1">
                <a:ln>
                  <a:solidFill>
                    <a:srgbClr val="00B0F0"/>
                  </a:solidFill>
                </a:ln>
                <a:solidFill>
                  <a:srgbClr val="00B0F0"/>
                </a:solidFill>
              </a:rPr>
              <a:t>i</a:t>
            </a:r>
            <a:r>
              <a:rPr lang="en-US" sz="900" dirty="0">
                <a:ln>
                  <a:solidFill>
                    <a:srgbClr val="00B0F0"/>
                  </a:solidFill>
                </a:ln>
                <a:solidFill>
                  <a:srgbClr val="00B0F0"/>
                </a:solidFill>
              </a:rPr>
              <a:t>), 10); -- works</a:t>
            </a:r>
          </a:p>
          <a:p>
            <a:pPr>
              <a:lnSpc>
                <a:spcPct val="100000"/>
              </a:lnSpc>
              <a:buNone/>
            </a:pPr>
            <a:r>
              <a:rPr lang="en-US" sz="900" dirty="0">
                <a:ln>
                  <a:solidFill>
                    <a:srgbClr val="00B0F0"/>
                  </a:solidFill>
                </a:ln>
                <a:solidFill>
                  <a:srgbClr val="00B0F0"/>
                </a:solidFill>
              </a:rPr>
              <a:t>		FORALL </a:t>
            </a:r>
            <a:r>
              <a:rPr lang="en-US" sz="900" dirty="0" err="1">
                <a:ln>
                  <a:solidFill>
                    <a:srgbClr val="00B0F0"/>
                  </a:solidFill>
                </a:ln>
                <a:solidFill>
                  <a:srgbClr val="00B0F0"/>
                </a:solidFill>
              </a:rPr>
              <a:t>i</a:t>
            </a:r>
            <a:r>
              <a:rPr lang="en-US" sz="900" dirty="0">
                <a:ln>
                  <a:solidFill>
                    <a:srgbClr val="00B0F0"/>
                  </a:solidFill>
                </a:ln>
                <a:solidFill>
                  <a:srgbClr val="00B0F0"/>
                </a:solidFill>
              </a:rPr>
              <a:t> IN 1..3 INSERT INTO pairs VALUES(5, 10); -- causes an error</a:t>
            </a:r>
          </a:p>
          <a:p>
            <a:pPr>
              <a:lnSpc>
                <a:spcPct val="100000"/>
              </a:lnSpc>
              <a:buNone/>
            </a:pPr>
            <a:r>
              <a:rPr lang="en-US" sz="900" dirty="0">
                <a:ln>
                  <a:solidFill>
                    <a:srgbClr val="00B0F0"/>
                  </a:solidFill>
                </a:ln>
                <a:solidFill>
                  <a:srgbClr val="00B0F0"/>
                </a:solidFill>
              </a:rPr>
              <a:t>END;</a:t>
            </a:r>
          </a:p>
          <a:p>
            <a:pPr>
              <a:lnSpc>
                <a:spcPct val="100000"/>
              </a:lnSpc>
              <a:buNone/>
            </a:pPr>
            <a:r>
              <a:rPr lang="en-US" sz="900" dirty="0">
                <a:ln>
                  <a:solidFill>
                    <a:srgbClr val="00B0F0"/>
                  </a:solidFill>
                </a:ln>
                <a:solidFill>
                  <a:srgbClr val="00B0F0"/>
                </a:solidFill>
              </a:rPr>
              <a:t>/</a:t>
            </a:r>
          </a:p>
          <a:p>
            <a:pPr algn="just">
              <a:buNone/>
            </a:pPr>
            <a:r>
              <a:rPr lang="en-US" sz="1300" dirty="0"/>
              <a:t>INSERT INTO pairs VALUES(5, 10); -- causes an error</a:t>
            </a:r>
          </a:p>
          <a:p>
            <a:pPr algn="just">
              <a:buNone/>
            </a:pPr>
            <a:r>
              <a:rPr lang="en-US" sz="1300" dirty="0"/>
              <a:t>*</a:t>
            </a:r>
          </a:p>
          <a:p>
            <a:pPr algn="just">
              <a:buNone/>
            </a:pPr>
            <a:r>
              <a:rPr lang="en-US" sz="1300" dirty="0"/>
              <a:t>ERROR at line 8:</a:t>
            </a:r>
          </a:p>
          <a:p>
            <a:pPr algn="just">
              <a:buNone/>
            </a:pPr>
            <a:r>
              <a:rPr lang="en-US" sz="1300" dirty="0"/>
              <a:t>ORA-06550: line 8, column 1:</a:t>
            </a:r>
          </a:p>
          <a:p>
            <a:pPr algn="just">
              <a:buNone/>
            </a:pPr>
            <a:r>
              <a:rPr lang="en-US" sz="1300" dirty="0"/>
              <a:t>PLS-00435: DML statement without BULK In-BIND cannot be used inside FORALL</a:t>
            </a: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2.9: Restriction on BULK-bind</a:t>
            </a:r>
            <a:br>
              <a:rPr lang="en-US" sz="1400" b="1" dirty="0">
                <a:latin typeface="Candara"/>
              </a:rPr>
            </a:br>
            <a:r>
              <a:rPr lang="en-US" sz="2200" dirty="0"/>
              <a:t>Restriction on FORALL</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92500" lnSpcReduction="10000"/>
          </a:bodyPr>
          <a:lstStyle/>
          <a:p>
            <a:pPr algn="just"/>
            <a:r>
              <a:rPr lang="en-US" sz="2000" dirty="0"/>
              <a:t>All collection elements in the specified range must exist. If an element is missing or was deleted, you get an error : : element at index [n] does not exist</a:t>
            </a:r>
          </a:p>
          <a:p>
            <a:pPr>
              <a:lnSpc>
                <a:spcPct val="100000"/>
              </a:lnSpc>
              <a:buNone/>
            </a:pPr>
            <a:r>
              <a:rPr lang="en-US" sz="900" dirty="0">
                <a:ln>
                  <a:solidFill>
                    <a:srgbClr val="00B0F0"/>
                  </a:solidFill>
                </a:ln>
                <a:solidFill>
                  <a:srgbClr val="00B0F0"/>
                </a:solidFill>
              </a:rPr>
              <a:t>declare</a:t>
            </a:r>
          </a:p>
          <a:p>
            <a:pPr>
              <a:lnSpc>
                <a:spcPct val="10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NumList</a:t>
            </a:r>
            <a:r>
              <a:rPr lang="en-US" sz="900" dirty="0">
                <a:ln>
                  <a:solidFill>
                    <a:srgbClr val="00B0F0"/>
                  </a:solidFill>
                </a:ln>
                <a:solidFill>
                  <a:srgbClr val="00B0F0"/>
                </a:solidFill>
              </a:rPr>
              <a:t> IS TABLE OF NUMBER;</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depts</a:t>
            </a:r>
            <a:r>
              <a:rPr lang="en-US" sz="900" dirty="0">
                <a:ln>
                  <a:solidFill>
                    <a:srgbClr val="00B0F0"/>
                  </a:solidFill>
                </a:ln>
                <a:solidFill>
                  <a:srgbClr val="00B0F0"/>
                </a:solidFill>
              </a:rPr>
              <a:t> </a:t>
            </a:r>
            <a:r>
              <a:rPr lang="en-US" sz="900" dirty="0" err="1">
                <a:ln>
                  <a:solidFill>
                    <a:srgbClr val="00B0F0"/>
                  </a:solidFill>
                </a:ln>
                <a:solidFill>
                  <a:srgbClr val="00B0F0"/>
                </a:solidFill>
              </a:rPr>
              <a:t>NumList</a:t>
            </a:r>
            <a:r>
              <a:rPr lang="en-US" sz="900" dirty="0">
                <a:ln>
                  <a:solidFill>
                    <a:srgbClr val="00B0F0"/>
                  </a:solidFill>
                </a:ln>
                <a:solidFill>
                  <a:srgbClr val="00B0F0"/>
                </a:solidFill>
              </a:rPr>
              <a:t> := </a:t>
            </a:r>
            <a:r>
              <a:rPr lang="en-US" sz="900" dirty="0" err="1">
                <a:ln>
                  <a:solidFill>
                    <a:srgbClr val="00B0F0"/>
                  </a:solidFill>
                </a:ln>
                <a:solidFill>
                  <a:srgbClr val="00B0F0"/>
                </a:solidFill>
              </a:rPr>
              <a:t>NumList</a:t>
            </a:r>
            <a:r>
              <a:rPr lang="en-US" sz="900" dirty="0">
                <a:ln>
                  <a:solidFill>
                    <a:srgbClr val="00B0F0"/>
                  </a:solidFill>
                </a:ln>
                <a:solidFill>
                  <a:srgbClr val="00B0F0"/>
                </a:solidFill>
              </a:rPr>
              <a:t>(10, 20, 30, 40);</a:t>
            </a:r>
          </a:p>
          <a:p>
            <a:pPr>
              <a:lnSpc>
                <a:spcPct val="100000"/>
              </a:lnSpc>
              <a:buNone/>
            </a:pPr>
            <a:r>
              <a:rPr lang="en-US" sz="900" dirty="0">
                <a:ln>
                  <a:solidFill>
                    <a:srgbClr val="00B0F0"/>
                  </a:solidFill>
                </a:ln>
                <a:solidFill>
                  <a:srgbClr val="00B0F0"/>
                </a:solidFill>
              </a:rPr>
              <a:t> begin</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depts.DELETE</a:t>
            </a:r>
            <a:r>
              <a:rPr lang="en-US" sz="900" dirty="0">
                <a:ln>
                  <a:solidFill>
                    <a:srgbClr val="00B0F0"/>
                  </a:solidFill>
                </a:ln>
                <a:solidFill>
                  <a:srgbClr val="00B0F0"/>
                </a:solidFill>
              </a:rPr>
              <a:t>(3); -- delete third element</a:t>
            </a:r>
          </a:p>
          <a:p>
            <a:pPr>
              <a:lnSpc>
                <a:spcPct val="100000"/>
              </a:lnSpc>
              <a:buNone/>
            </a:pPr>
            <a:r>
              <a:rPr lang="en-US" sz="900" dirty="0">
                <a:ln>
                  <a:solidFill>
                    <a:srgbClr val="00B0F0"/>
                  </a:solidFill>
                </a:ln>
                <a:solidFill>
                  <a:srgbClr val="00B0F0"/>
                </a:solidFill>
              </a:rPr>
              <a:t> 		for </a:t>
            </a:r>
            <a:r>
              <a:rPr lang="en-US" sz="900" dirty="0" err="1">
                <a:ln>
                  <a:solidFill>
                    <a:srgbClr val="00B0F0"/>
                  </a:solidFill>
                </a:ln>
                <a:solidFill>
                  <a:srgbClr val="00B0F0"/>
                </a:solidFill>
              </a:rPr>
              <a:t>i</a:t>
            </a:r>
            <a:r>
              <a:rPr lang="en-US" sz="900" dirty="0">
                <a:ln>
                  <a:solidFill>
                    <a:srgbClr val="00B0F0"/>
                  </a:solidFill>
                </a:ln>
                <a:solidFill>
                  <a:srgbClr val="00B0F0"/>
                </a:solidFill>
              </a:rPr>
              <a:t> in </a:t>
            </a:r>
            <a:r>
              <a:rPr lang="en-US" sz="900" dirty="0" err="1">
                <a:ln>
                  <a:solidFill>
                    <a:srgbClr val="00B0F0"/>
                  </a:solidFill>
                </a:ln>
                <a:solidFill>
                  <a:srgbClr val="00B0F0"/>
                </a:solidFill>
              </a:rPr>
              <a:t>depts.first</a:t>
            </a:r>
            <a:r>
              <a:rPr lang="en-US" sz="900" dirty="0">
                <a:ln>
                  <a:solidFill>
                    <a:srgbClr val="00B0F0"/>
                  </a:solidFill>
                </a:ln>
                <a:solidFill>
                  <a:srgbClr val="00B0F0"/>
                </a:solidFill>
              </a:rPr>
              <a:t>..</a:t>
            </a:r>
            <a:r>
              <a:rPr lang="en-US" sz="900" dirty="0" err="1">
                <a:ln>
                  <a:solidFill>
                    <a:srgbClr val="00B0F0"/>
                  </a:solidFill>
                </a:ln>
                <a:solidFill>
                  <a:srgbClr val="00B0F0"/>
                </a:solidFill>
              </a:rPr>
              <a:t>depts.last</a:t>
            </a:r>
            <a:r>
              <a:rPr lang="en-US" sz="900" dirty="0">
                <a:ln>
                  <a:solidFill>
                    <a:srgbClr val="00B0F0"/>
                  </a:solidFill>
                </a:ln>
                <a:solidFill>
                  <a:srgbClr val="00B0F0"/>
                </a:solidFill>
              </a:rPr>
              <a:t> loop</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dbms_output.put_line</a:t>
            </a:r>
            <a:r>
              <a:rPr lang="en-US" sz="900" dirty="0">
                <a:ln>
                  <a:solidFill>
                    <a:srgbClr val="00B0F0"/>
                  </a:solidFill>
                </a:ln>
                <a:solidFill>
                  <a:srgbClr val="00B0F0"/>
                </a:solidFill>
              </a:rPr>
              <a:t>(</a:t>
            </a:r>
            <a:r>
              <a:rPr lang="en-US" sz="900" dirty="0" err="1">
                <a:ln>
                  <a:solidFill>
                    <a:srgbClr val="00B0F0"/>
                  </a:solidFill>
                </a:ln>
                <a:solidFill>
                  <a:srgbClr val="00B0F0"/>
                </a:solidFill>
              </a:rPr>
              <a:t>depts</a:t>
            </a:r>
            <a:r>
              <a:rPr lang="en-US" sz="900" dirty="0">
                <a:ln>
                  <a:solidFill>
                    <a:srgbClr val="00B0F0"/>
                  </a:solidFill>
                </a:ln>
                <a:solidFill>
                  <a:srgbClr val="00B0F0"/>
                </a:solidFill>
              </a:rPr>
              <a:t>(</a:t>
            </a:r>
            <a:r>
              <a:rPr lang="en-US" sz="900" dirty="0" err="1">
                <a:ln>
                  <a:solidFill>
                    <a:srgbClr val="00B0F0"/>
                  </a:solidFill>
                </a:ln>
                <a:solidFill>
                  <a:srgbClr val="00B0F0"/>
                </a:solidFill>
              </a:rPr>
              <a:t>i</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 		end loop;</a:t>
            </a:r>
          </a:p>
          <a:p>
            <a:pPr>
              <a:lnSpc>
                <a:spcPct val="100000"/>
              </a:lnSpc>
              <a:buNone/>
            </a:pPr>
            <a:r>
              <a:rPr lang="en-US" sz="900" dirty="0">
                <a:ln>
                  <a:solidFill>
                    <a:srgbClr val="00B0F0"/>
                  </a:solidFill>
                </a:ln>
                <a:solidFill>
                  <a:srgbClr val="00B0F0"/>
                </a:solidFill>
              </a:rPr>
              <a:t>exception</a:t>
            </a:r>
          </a:p>
          <a:p>
            <a:pPr>
              <a:lnSpc>
                <a:spcPct val="100000"/>
              </a:lnSpc>
              <a:buNone/>
            </a:pPr>
            <a:r>
              <a:rPr lang="en-US" sz="900" dirty="0">
                <a:ln>
                  <a:solidFill>
                    <a:srgbClr val="00B0F0"/>
                  </a:solidFill>
                </a:ln>
                <a:solidFill>
                  <a:srgbClr val="00B0F0"/>
                </a:solidFill>
              </a:rPr>
              <a:t>		when others then</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dbms_output.put_line</a:t>
            </a:r>
            <a:r>
              <a:rPr lang="en-US" sz="900" dirty="0">
                <a:ln>
                  <a:solidFill>
                    <a:srgbClr val="00B0F0"/>
                  </a:solidFill>
                </a:ln>
                <a:solidFill>
                  <a:srgbClr val="00B0F0"/>
                </a:solidFill>
              </a:rPr>
              <a:t>(</a:t>
            </a:r>
            <a:r>
              <a:rPr lang="en-US" sz="900" dirty="0" err="1">
                <a:ln>
                  <a:solidFill>
                    <a:srgbClr val="00B0F0"/>
                  </a:solidFill>
                </a:ln>
                <a:solidFill>
                  <a:srgbClr val="00B0F0"/>
                </a:solidFill>
              </a:rPr>
              <a:t>sqlerrm</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end;</a:t>
            </a:r>
          </a:p>
          <a:p>
            <a:pPr>
              <a:lnSpc>
                <a:spcPct val="100000"/>
              </a:lnSpc>
              <a:buNone/>
            </a:pPr>
            <a:r>
              <a:rPr lang="en-US" sz="900" dirty="0">
                <a:ln>
                  <a:solidFill>
                    <a:srgbClr val="00B0F0"/>
                  </a:solidFill>
                </a:ln>
                <a:solidFill>
                  <a:srgbClr val="00B0F0"/>
                </a:solidFill>
              </a:rPr>
              <a:t>/</a:t>
            </a:r>
          </a:p>
          <a:p>
            <a:pPr algn="just">
              <a:buNone/>
            </a:pPr>
            <a:r>
              <a:rPr lang="en-US" sz="1300" dirty="0"/>
              <a:t>10</a:t>
            </a:r>
          </a:p>
          <a:p>
            <a:pPr algn="just">
              <a:buNone/>
            </a:pPr>
            <a:r>
              <a:rPr lang="en-US" sz="1300" dirty="0"/>
              <a:t>20</a:t>
            </a:r>
          </a:p>
          <a:p>
            <a:pPr algn="just">
              <a:buNone/>
            </a:pPr>
            <a:r>
              <a:rPr lang="en-US" sz="1300" dirty="0"/>
              <a:t>ORA-01403: no data found</a:t>
            </a:r>
          </a:p>
          <a:p>
            <a:pPr algn="just">
              <a:buNone/>
            </a:pPr>
            <a:r>
              <a:rPr lang="en-US" sz="1400" dirty="0"/>
              <a:t>the above normal loop returns the error :</a:t>
            </a:r>
            <a:r>
              <a:rPr lang="en-US" sz="1400" dirty="0" err="1"/>
              <a:t>no_data_found</a:t>
            </a:r>
            <a:endParaRPr lang="en-US" sz="1300" dirty="0"/>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2.9: Restriction on BULK-bind</a:t>
            </a:r>
            <a:br>
              <a:rPr lang="en-US" sz="1400" b="1" dirty="0">
                <a:latin typeface="Candara"/>
              </a:rPr>
            </a:br>
            <a:r>
              <a:rPr lang="en-US" sz="2200" dirty="0"/>
              <a:t>Restriction on FORALL					……</a:t>
            </a:r>
            <a:r>
              <a:rPr lang="en-US" sz="2200" dirty="0" err="1"/>
              <a:t>contd</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a:bodyPr>
          <a:lstStyle/>
          <a:p>
            <a:pPr algn="just"/>
            <a:r>
              <a:rPr lang="en-US" sz="2000" dirty="0"/>
              <a:t>All collection elements in the specified range must exist. If an element is missing or was deleted, you get an error. </a:t>
            </a:r>
          </a:p>
          <a:p>
            <a:pPr>
              <a:lnSpc>
                <a:spcPct val="100000"/>
              </a:lnSpc>
              <a:buNone/>
            </a:pPr>
            <a:r>
              <a:rPr lang="en-US" sz="900" dirty="0">
                <a:ln>
                  <a:solidFill>
                    <a:srgbClr val="00B0F0"/>
                  </a:solidFill>
                </a:ln>
                <a:solidFill>
                  <a:srgbClr val="00B0F0"/>
                </a:solidFill>
              </a:rPr>
              <a:t>declare</a:t>
            </a:r>
          </a:p>
          <a:p>
            <a:pPr>
              <a:lnSpc>
                <a:spcPct val="10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NumList</a:t>
            </a:r>
            <a:r>
              <a:rPr lang="en-US" sz="900" dirty="0">
                <a:ln>
                  <a:solidFill>
                    <a:srgbClr val="00B0F0"/>
                  </a:solidFill>
                </a:ln>
                <a:solidFill>
                  <a:srgbClr val="00B0F0"/>
                </a:solidFill>
              </a:rPr>
              <a:t> IS TABLE OF NUMBER;</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depts</a:t>
            </a:r>
            <a:r>
              <a:rPr lang="en-US" sz="900" dirty="0">
                <a:ln>
                  <a:solidFill>
                    <a:srgbClr val="00B0F0"/>
                  </a:solidFill>
                </a:ln>
                <a:solidFill>
                  <a:srgbClr val="00B0F0"/>
                </a:solidFill>
              </a:rPr>
              <a:t> </a:t>
            </a:r>
            <a:r>
              <a:rPr lang="en-US" sz="900" dirty="0" err="1">
                <a:ln>
                  <a:solidFill>
                    <a:srgbClr val="00B0F0"/>
                  </a:solidFill>
                </a:ln>
                <a:solidFill>
                  <a:srgbClr val="00B0F0"/>
                </a:solidFill>
              </a:rPr>
              <a:t>NumList</a:t>
            </a:r>
            <a:r>
              <a:rPr lang="en-US" sz="900" dirty="0">
                <a:ln>
                  <a:solidFill>
                    <a:srgbClr val="00B0F0"/>
                  </a:solidFill>
                </a:ln>
                <a:solidFill>
                  <a:srgbClr val="00B0F0"/>
                </a:solidFill>
              </a:rPr>
              <a:t> := </a:t>
            </a:r>
            <a:r>
              <a:rPr lang="en-US" sz="900" dirty="0" err="1">
                <a:ln>
                  <a:solidFill>
                    <a:srgbClr val="00B0F0"/>
                  </a:solidFill>
                </a:ln>
                <a:solidFill>
                  <a:srgbClr val="00B0F0"/>
                </a:solidFill>
              </a:rPr>
              <a:t>NumList</a:t>
            </a:r>
            <a:r>
              <a:rPr lang="en-US" sz="900" dirty="0">
                <a:ln>
                  <a:solidFill>
                    <a:srgbClr val="00B0F0"/>
                  </a:solidFill>
                </a:ln>
                <a:solidFill>
                  <a:srgbClr val="00B0F0"/>
                </a:solidFill>
              </a:rPr>
              <a:t>(10, 20, 30, 40);</a:t>
            </a:r>
          </a:p>
          <a:p>
            <a:pPr>
              <a:lnSpc>
                <a:spcPct val="100000"/>
              </a:lnSpc>
              <a:buNone/>
            </a:pPr>
            <a:r>
              <a:rPr lang="en-US" sz="900" dirty="0">
                <a:ln>
                  <a:solidFill>
                    <a:srgbClr val="00B0F0"/>
                  </a:solidFill>
                </a:ln>
                <a:solidFill>
                  <a:srgbClr val="00B0F0"/>
                </a:solidFill>
              </a:rPr>
              <a:t>begin</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depts.DELETE</a:t>
            </a:r>
            <a:r>
              <a:rPr lang="en-US" sz="900" dirty="0">
                <a:ln>
                  <a:solidFill>
                    <a:srgbClr val="00B0F0"/>
                  </a:solidFill>
                </a:ln>
                <a:solidFill>
                  <a:srgbClr val="00B0F0"/>
                </a:solidFill>
              </a:rPr>
              <a:t>(3); -- delete third element</a:t>
            </a:r>
          </a:p>
          <a:p>
            <a:pPr>
              <a:lnSpc>
                <a:spcPct val="100000"/>
              </a:lnSpc>
              <a:buNone/>
            </a:pPr>
            <a:r>
              <a:rPr lang="en-US" sz="900" dirty="0">
                <a:ln>
                  <a:solidFill>
                    <a:srgbClr val="00B0F0"/>
                  </a:solidFill>
                </a:ln>
                <a:solidFill>
                  <a:srgbClr val="00B0F0"/>
                </a:solidFill>
              </a:rPr>
              <a:t>		FORALL </a:t>
            </a:r>
            <a:r>
              <a:rPr lang="en-US" sz="900" dirty="0" err="1">
                <a:ln>
                  <a:solidFill>
                    <a:srgbClr val="00B0F0"/>
                  </a:solidFill>
                </a:ln>
                <a:solidFill>
                  <a:srgbClr val="00B0F0"/>
                </a:solidFill>
              </a:rPr>
              <a:t>i</a:t>
            </a:r>
            <a:r>
              <a:rPr lang="en-US" sz="900" dirty="0">
                <a:ln>
                  <a:solidFill>
                    <a:srgbClr val="00B0F0"/>
                  </a:solidFill>
                </a:ln>
                <a:solidFill>
                  <a:srgbClr val="00B0F0"/>
                </a:solidFill>
              </a:rPr>
              <a:t> IN </a:t>
            </a:r>
            <a:r>
              <a:rPr lang="en-US" sz="900" dirty="0" err="1">
                <a:ln>
                  <a:solidFill>
                    <a:srgbClr val="00B0F0"/>
                  </a:solidFill>
                </a:ln>
                <a:solidFill>
                  <a:srgbClr val="00B0F0"/>
                </a:solidFill>
              </a:rPr>
              <a:t>depts.FIRST</a:t>
            </a:r>
            <a:r>
              <a:rPr lang="en-US" sz="900" dirty="0">
                <a:ln>
                  <a:solidFill>
                    <a:srgbClr val="00B0F0"/>
                  </a:solidFill>
                </a:ln>
                <a:solidFill>
                  <a:srgbClr val="00B0F0"/>
                </a:solidFill>
              </a:rPr>
              <a:t>..</a:t>
            </a:r>
            <a:r>
              <a:rPr lang="en-US" sz="900" dirty="0" err="1">
                <a:ln>
                  <a:solidFill>
                    <a:srgbClr val="00B0F0"/>
                  </a:solidFill>
                </a:ln>
                <a:solidFill>
                  <a:srgbClr val="00B0F0"/>
                </a:solidFill>
              </a:rPr>
              <a:t>depts.LAST</a:t>
            </a:r>
            <a:r>
              <a:rPr lang="en-US" sz="900" dirty="0">
                <a:ln>
                  <a:solidFill>
                    <a:srgbClr val="00B0F0"/>
                  </a:solidFill>
                </a:ln>
                <a:solidFill>
                  <a:srgbClr val="00B0F0"/>
                </a:solidFill>
              </a:rPr>
              <a:t>  DELETE FROM </a:t>
            </a:r>
            <a:r>
              <a:rPr lang="en-US" sz="900" dirty="0" err="1">
                <a:ln>
                  <a:solidFill>
                    <a:srgbClr val="00B0F0"/>
                  </a:solidFill>
                </a:ln>
                <a:solidFill>
                  <a:srgbClr val="00B0F0"/>
                </a:solidFill>
              </a:rPr>
              <a:t>emp</a:t>
            </a:r>
            <a:r>
              <a:rPr lang="en-US" sz="900" dirty="0">
                <a:ln>
                  <a:solidFill>
                    <a:srgbClr val="00B0F0"/>
                  </a:solidFill>
                </a:ln>
                <a:solidFill>
                  <a:srgbClr val="00B0F0"/>
                </a:solidFill>
              </a:rPr>
              <a:t> WHERE </a:t>
            </a:r>
            <a:r>
              <a:rPr lang="en-US" sz="900" dirty="0" err="1">
                <a:ln>
                  <a:solidFill>
                    <a:srgbClr val="00B0F0"/>
                  </a:solidFill>
                </a:ln>
                <a:solidFill>
                  <a:srgbClr val="00B0F0"/>
                </a:solidFill>
              </a:rPr>
              <a:t>deptno</a:t>
            </a:r>
            <a:r>
              <a:rPr lang="en-US" sz="900" dirty="0">
                <a:ln>
                  <a:solidFill>
                    <a:srgbClr val="00B0F0"/>
                  </a:solidFill>
                </a:ln>
                <a:solidFill>
                  <a:srgbClr val="00B0F0"/>
                </a:solidFill>
              </a:rPr>
              <a:t> = </a:t>
            </a:r>
            <a:r>
              <a:rPr lang="en-US" sz="900" dirty="0" err="1">
                <a:ln>
                  <a:solidFill>
                    <a:srgbClr val="00B0F0"/>
                  </a:solidFill>
                </a:ln>
                <a:solidFill>
                  <a:srgbClr val="00B0F0"/>
                </a:solidFill>
              </a:rPr>
              <a:t>depts</a:t>
            </a:r>
            <a:r>
              <a:rPr lang="en-US" sz="900" dirty="0">
                <a:ln>
                  <a:solidFill>
                    <a:srgbClr val="00B0F0"/>
                  </a:solidFill>
                </a:ln>
                <a:solidFill>
                  <a:srgbClr val="00B0F0"/>
                </a:solidFill>
              </a:rPr>
              <a:t>(</a:t>
            </a:r>
            <a:r>
              <a:rPr lang="en-US" sz="900" dirty="0" err="1">
                <a:ln>
                  <a:solidFill>
                    <a:srgbClr val="00B0F0"/>
                  </a:solidFill>
                </a:ln>
                <a:solidFill>
                  <a:srgbClr val="00B0F0"/>
                </a:solidFill>
              </a:rPr>
              <a:t>i</a:t>
            </a:r>
            <a:r>
              <a:rPr lang="en-US" sz="900" dirty="0">
                <a:ln>
                  <a:solidFill>
                    <a:srgbClr val="00B0F0"/>
                  </a:solidFill>
                </a:ln>
                <a:solidFill>
                  <a:srgbClr val="00B0F0"/>
                </a:solidFill>
              </a:rPr>
              <a:t>); -- causes an error</a:t>
            </a:r>
          </a:p>
          <a:p>
            <a:pPr>
              <a:lnSpc>
                <a:spcPct val="100000"/>
              </a:lnSpc>
              <a:buNone/>
            </a:pPr>
            <a:r>
              <a:rPr lang="en-US" sz="900" dirty="0">
                <a:ln>
                  <a:solidFill>
                    <a:srgbClr val="00B0F0"/>
                  </a:solidFill>
                </a:ln>
                <a:solidFill>
                  <a:srgbClr val="00B0F0"/>
                </a:solidFill>
              </a:rPr>
              <a:t>exception</a:t>
            </a:r>
          </a:p>
          <a:p>
            <a:pPr>
              <a:lnSpc>
                <a:spcPct val="100000"/>
              </a:lnSpc>
              <a:buNone/>
            </a:pPr>
            <a:r>
              <a:rPr lang="en-US" sz="900" dirty="0">
                <a:ln>
                  <a:solidFill>
                    <a:srgbClr val="00B0F0"/>
                  </a:solidFill>
                </a:ln>
                <a:solidFill>
                  <a:srgbClr val="00B0F0"/>
                </a:solidFill>
              </a:rPr>
              <a:t>		when others then</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dbms_output.put_line</a:t>
            </a:r>
            <a:r>
              <a:rPr lang="en-US" sz="900" dirty="0">
                <a:ln>
                  <a:solidFill>
                    <a:srgbClr val="00B0F0"/>
                  </a:solidFill>
                </a:ln>
                <a:solidFill>
                  <a:srgbClr val="00B0F0"/>
                </a:solidFill>
              </a:rPr>
              <a:t>(</a:t>
            </a:r>
            <a:r>
              <a:rPr lang="en-US" sz="900" dirty="0" err="1">
                <a:ln>
                  <a:solidFill>
                    <a:srgbClr val="00B0F0"/>
                  </a:solidFill>
                </a:ln>
                <a:solidFill>
                  <a:srgbClr val="00B0F0"/>
                </a:solidFill>
              </a:rPr>
              <a:t>sqlerrm</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END;</a:t>
            </a:r>
          </a:p>
          <a:p>
            <a:pPr>
              <a:lnSpc>
                <a:spcPct val="100000"/>
              </a:lnSpc>
              <a:buNone/>
            </a:pPr>
            <a:r>
              <a:rPr lang="en-US" sz="900" dirty="0">
                <a:ln>
                  <a:solidFill>
                    <a:srgbClr val="00B0F0"/>
                  </a:solidFill>
                </a:ln>
                <a:solidFill>
                  <a:srgbClr val="00B0F0"/>
                </a:solidFill>
              </a:rPr>
              <a:t>/</a:t>
            </a:r>
          </a:p>
          <a:p>
            <a:pPr>
              <a:buNone/>
            </a:pPr>
            <a:r>
              <a:rPr lang="en-US" sz="1600" dirty="0"/>
              <a:t>  ORA-22160: element at index [3] does not exist</a:t>
            </a: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2.9: Restriction on BULK-bind</a:t>
            </a:r>
            <a:br>
              <a:rPr lang="en-US" sz="1400" b="1" dirty="0">
                <a:latin typeface="Candara"/>
              </a:rPr>
            </a:br>
            <a:r>
              <a:rPr lang="en-US" sz="2200" dirty="0"/>
              <a:t>Restriction on FORALL					……</a:t>
            </a:r>
            <a:r>
              <a:rPr lang="en-US" sz="2200" dirty="0" err="1"/>
              <a:t>contd</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a:bodyPr>
          <a:lstStyle/>
          <a:p>
            <a:pPr algn="just"/>
            <a:r>
              <a:rPr lang="en-US" sz="2000" dirty="0"/>
              <a:t>Collection subscripts cannot be expressions, as the following example shows or else there would be a compilation error : </a:t>
            </a:r>
          </a:p>
          <a:p>
            <a:pPr>
              <a:lnSpc>
                <a:spcPct val="100000"/>
              </a:lnSpc>
              <a:buNone/>
            </a:pPr>
            <a:r>
              <a:rPr lang="en-US" sz="900" dirty="0">
                <a:ln>
                  <a:solidFill>
                    <a:srgbClr val="00B0F0"/>
                  </a:solidFill>
                </a:ln>
                <a:solidFill>
                  <a:srgbClr val="00B0F0"/>
                </a:solidFill>
              </a:rPr>
              <a:t>declare </a:t>
            </a:r>
          </a:p>
          <a:p>
            <a:pPr>
              <a:lnSpc>
                <a:spcPct val="10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NumList</a:t>
            </a:r>
            <a:r>
              <a:rPr lang="en-US" sz="900" dirty="0">
                <a:ln>
                  <a:solidFill>
                    <a:srgbClr val="00B0F0"/>
                  </a:solidFill>
                </a:ln>
                <a:solidFill>
                  <a:srgbClr val="00B0F0"/>
                </a:solidFill>
              </a:rPr>
              <a:t> IS TABLE OF NUMBER;</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depts</a:t>
            </a:r>
            <a:r>
              <a:rPr lang="en-US" sz="900" dirty="0">
                <a:ln>
                  <a:solidFill>
                    <a:srgbClr val="00B0F0"/>
                  </a:solidFill>
                </a:ln>
                <a:solidFill>
                  <a:srgbClr val="00B0F0"/>
                </a:solidFill>
              </a:rPr>
              <a:t> </a:t>
            </a:r>
            <a:r>
              <a:rPr lang="en-US" sz="900" dirty="0" err="1">
                <a:ln>
                  <a:solidFill>
                    <a:srgbClr val="00B0F0"/>
                  </a:solidFill>
                </a:ln>
                <a:solidFill>
                  <a:srgbClr val="00B0F0"/>
                </a:solidFill>
              </a:rPr>
              <a:t>NumList</a:t>
            </a:r>
            <a:r>
              <a:rPr lang="en-US" sz="900" dirty="0">
                <a:ln>
                  <a:solidFill>
                    <a:srgbClr val="00B0F0"/>
                  </a:solidFill>
                </a:ln>
                <a:solidFill>
                  <a:srgbClr val="00B0F0"/>
                </a:solidFill>
              </a:rPr>
              <a:t> := </a:t>
            </a:r>
            <a:r>
              <a:rPr lang="en-US" sz="900" dirty="0" err="1">
                <a:ln>
                  <a:solidFill>
                    <a:srgbClr val="00B0F0"/>
                  </a:solidFill>
                </a:ln>
                <a:solidFill>
                  <a:srgbClr val="00B0F0"/>
                </a:solidFill>
              </a:rPr>
              <a:t>NumList</a:t>
            </a:r>
            <a:r>
              <a:rPr lang="en-US" sz="900" dirty="0">
                <a:ln>
                  <a:solidFill>
                    <a:srgbClr val="00B0F0"/>
                  </a:solidFill>
                </a:ln>
                <a:solidFill>
                  <a:srgbClr val="00B0F0"/>
                </a:solidFill>
              </a:rPr>
              <a:t>(10, 20, 30, 40);</a:t>
            </a:r>
          </a:p>
          <a:p>
            <a:pPr>
              <a:lnSpc>
                <a:spcPct val="100000"/>
              </a:lnSpc>
              <a:buNone/>
            </a:pPr>
            <a:r>
              <a:rPr lang="en-US" sz="900" dirty="0">
                <a:ln>
                  <a:solidFill>
                    <a:srgbClr val="00B0F0"/>
                  </a:solidFill>
                </a:ln>
                <a:solidFill>
                  <a:srgbClr val="00B0F0"/>
                </a:solidFill>
              </a:rPr>
              <a:t>begin</a:t>
            </a:r>
          </a:p>
          <a:p>
            <a:pPr>
              <a:lnSpc>
                <a:spcPct val="100000"/>
              </a:lnSpc>
              <a:buNone/>
            </a:pPr>
            <a:r>
              <a:rPr lang="en-US" sz="900" dirty="0">
                <a:ln>
                  <a:solidFill>
                    <a:srgbClr val="00B0F0"/>
                  </a:solidFill>
                </a:ln>
                <a:solidFill>
                  <a:srgbClr val="00B0F0"/>
                </a:solidFill>
              </a:rPr>
              <a:t>		FORALL i IN depts.FIRST..</a:t>
            </a:r>
            <a:r>
              <a:rPr lang="en-US" sz="900" dirty="0" err="1">
                <a:ln>
                  <a:solidFill>
                    <a:srgbClr val="00B0F0"/>
                  </a:solidFill>
                </a:ln>
                <a:solidFill>
                  <a:srgbClr val="00B0F0"/>
                </a:solidFill>
              </a:rPr>
              <a:t>depts.LAST</a:t>
            </a:r>
            <a:r>
              <a:rPr lang="en-US" sz="900" dirty="0">
                <a:ln>
                  <a:solidFill>
                    <a:srgbClr val="00B0F0"/>
                  </a:solidFill>
                </a:ln>
                <a:solidFill>
                  <a:srgbClr val="00B0F0"/>
                </a:solidFill>
              </a:rPr>
              <a:t>  DELETE FROM emp WHERE </a:t>
            </a:r>
            <a:r>
              <a:rPr lang="en-US" sz="900" dirty="0" err="1">
                <a:ln>
                  <a:solidFill>
                    <a:srgbClr val="00B0F0"/>
                  </a:solidFill>
                </a:ln>
                <a:solidFill>
                  <a:srgbClr val="00B0F0"/>
                </a:solidFill>
              </a:rPr>
              <a:t>deptno</a:t>
            </a:r>
            <a:r>
              <a:rPr lang="en-US" sz="900" dirty="0">
                <a:ln>
                  <a:solidFill>
                    <a:srgbClr val="00B0F0"/>
                  </a:solidFill>
                </a:ln>
                <a:solidFill>
                  <a:srgbClr val="00B0F0"/>
                </a:solidFill>
              </a:rPr>
              <a:t> = depts(i+10);</a:t>
            </a:r>
          </a:p>
          <a:p>
            <a:pPr>
              <a:lnSpc>
                <a:spcPct val="100000"/>
              </a:lnSpc>
              <a:buNone/>
            </a:pPr>
            <a:r>
              <a:rPr lang="en-US" sz="900" dirty="0">
                <a:ln>
                  <a:solidFill>
                    <a:srgbClr val="00B0F0"/>
                  </a:solidFill>
                </a:ln>
                <a:solidFill>
                  <a:srgbClr val="00B0F0"/>
                </a:solidFill>
              </a:rPr>
              <a:t>exception</a:t>
            </a:r>
          </a:p>
          <a:p>
            <a:pPr>
              <a:lnSpc>
                <a:spcPct val="100000"/>
              </a:lnSpc>
              <a:buNone/>
            </a:pPr>
            <a:r>
              <a:rPr lang="en-US" sz="900" dirty="0">
                <a:ln>
                  <a:solidFill>
                    <a:srgbClr val="00B0F0"/>
                  </a:solidFill>
                </a:ln>
                <a:solidFill>
                  <a:srgbClr val="00B0F0"/>
                </a:solidFill>
              </a:rPr>
              <a:t>		when others then</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dbms_output.put_line</a:t>
            </a:r>
            <a:r>
              <a:rPr lang="en-US" sz="900" dirty="0">
                <a:ln>
                  <a:solidFill>
                    <a:srgbClr val="00B0F0"/>
                  </a:solidFill>
                </a:ln>
                <a:solidFill>
                  <a:srgbClr val="00B0F0"/>
                </a:solidFill>
              </a:rPr>
              <a:t>('error');</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dbms_output.put_line</a:t>
            </a:r>
            <a:r>
              <a:rPr lang="en-US" sz="900" dirty="0">
                <a:ln>
                  <a:solidFill>
                    <a:srgbClr val="00B0F0"/>
                  </a:solidFill>
                </a:ln>
                <a:solidFill>
                  <a:srgbClr val="00B0F0"/>
                </a:solidFill>
              </a:rPr>
              <a:t>(</a:t>
            </a:r>
            <a:r>
              <a:rPr lang="en-US" sz="900" dirty="0" err="1">
                <a:ln>
                  <a:solidFill>
                    <a:srgbClr val="00B0F0"/>
                  </a:solidFill>
                </a:ln>
                <a:solidFill>
                  <a:srgbClr val="00B0F0"/>
                </a:solidFill>
              </a:rPr>
              <a:t>sqlerrm</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END;</a:t>
            </a:r>
          </a:p>
          <a:p>
            <a:pPr>
              <a:lnSpc>
                <a:spcPct val="100000"/>
              </a:lnSpc>
              <a:buNone/>
            </a:pPr>
            <a:r>
              <a:rPr lang="en-US" sz="900" dirty="0">
                <a:ln>
                  <a:solidFill>
                    <a:srgbClr val="00B0F0"/>
                  </a:solidFill>
                </a:ln>
                <a:solidFill>
                  <a:srgbClr val="00B0F0"/>
                </a:solidFill>
              </a:rPr>
              <a:t>/ </a:t>
            </a:r>
          </a:p>
          <a:p>
            <a:pPr>
              <a:buNone/>
            </a:pPr>
            <a:r>
              <a:rPr lang="en-US" sz="1600" dirty="0"/>
              <a:t>PLS-00430: FORALL iteration variable I is not allowed in this context</a:t>
            </a: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2.9: Restriction on BULK-bind</a:t>
            </a:r>
            <a:br>
              <a:rPr lang="en-US" sz="1400" b="1" dirty="0">
                <a:latin typeface="Candara"/>
              </a:rPr>
            </a:br>
            <a:r>
              <a:rPr lang="en-US" sz="2200" dirty="0"/>
              <a:t>Restriction on FORALL					……</a:t>
            </a:r>
            <a:r>
              <a:rPr lang="en-US" sz="2200" dirty="0" err="1"/>
              <a:t>contd</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92500" lnSpcReduction="10000"/>
          </a:bodyPr>
          <a:lstStyle/>
          <a:p>
            <a:pPr algn="just"/>
            <a:r>
              <a:rPr lang="en-US" sz="2000" dirty="0"/>
              <a:t>You cannot use the SELECT ... BULK COLLECT statement in a FORALL statement. There has to be a INSERT/UPDATE/DELETE with a FOR ALL. Otherwise, you get the error </a:t>
            </a:r>
            <a:r>
              <a:rPr lang="en-US" sz="2000" i="1" dirty="0"/>
              <a:t>implementation restriction: “cannot use </a:t>
            </a:r>
            <a:r>
              <a:rPr lang="en-US" sz="2000" dirty="0"/>
              <a:t>FORALL </a:t>
            </a:r>
            <a:r>
              <a:rPr lang="en-US" sz="2000" i="1" dirty="0"/>
              <a:t>and </a:t>
            </a:r>
            <a:r>
              <a:rPr lang="en-US" sz="2000" dirty="0"/>
              <a:t>BULK COLLECT INTO </a:t>
            </a:r>
            <a:r>
              <a:rPr lang="en-US" sz="2000" i="1" dirty="0"/>
              <a:t>together in </a:t>
            </a:r>
            <a:r>
              <a:rPr lang="en-US" sz="2000" dirty="0"/>
              <a:t>SELECT </a:t>
            </a:r>
            <a:r>
              <a:rPr lang="en-US" sz="2000" i="1" dirty="0"/>
              <a:t>statements</a:t>
            </a:r>
            <a:r>
              <a:rPr lang="en-US" sz="2000" dirty="0"/>
              <a:t>.”: </a:t>
            </a:r>
          </a:p>
          <a:p>
            <a:pPr>
              <a:lnSpc>
                <a:spcPct val="110000"/>
              </a:lnSpc>
              <a:buNone/>
            </a:pPr>
            <a:r>
              <a:rPr lang="en-US" sz="900" dirty="0">
                <a:ln>
                  <a:solidFill>
                    <a:srgbClr val="00B0F0"/>
                  </a:solidFill>
                </a:ln>
                <a:solidFill>
                  <a:srgbClr val="00B0F0"/>
                </a:solidFill>
              </a:rPr>
              <a:t>declare</a:t>
            </a:r>
          </a:p>
          <a:p>
            <a:pPr>
              <a:lnSpc>
                <a:spcPct val="11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dNumList</a:t>
            </a:r>
            <a:r>
              <a:rPr lang="en-US" sz="900" dirty="0">
                <a:ln>
                  <a:solidFill>
                    <a:srgbClr val="00B0F0"/>
                  </a:solidFill>
                </a:ln>
                <a:solidFill>
                  <a:srgbClr val="00B0F0"/>
                </a:solidFill>
              </a:rPr>
              <a:t> IS TABLE OF </a:t>
            </a:r>
            <a:r>
              <a:rPr lang="en-US" sz="900" dirty="0" err="1">
                <a:ln>
                  <a:solidFill>
                    <a:srgbClr val="00B0F0"/>
                  </a:solidFill>
                </a:ln>
                <a:solidFill>
                  <a:srgbClr val="00B0F0"/>
                </a:solidFill>
              </a:rPr>
              <a:t>dept.deptno%TYPE</a:t>
            </a:r>
            <a:r>
              <a:rPr lang="en-US" sz="900" dirty="0">
                <a:ln>
                  <a:solidFill>
                    <a:srgbClr val="00B0F0"/>
                  </a:solidFill>
                </a:ln>
                <a:solidFill>
                  <a:srgbClr val="00B0F0"/>
                </a:solidFill>
              </a:rPr>
              <a:t>;</a:t>
            </a:r>
          </a:p>
          <a:p>
            <a:pPr>
              <a:lnSpc>
                <a:spcPct val="11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dnums</a:t>
            </a:r>
            <a:r>
              <a:rPr lang="en-US" sz="900" dirty="0">
                <a:ln>
                  <a:solidFill>
                    <a:srgbClr val="00B0F0"/>
                  </a:solidFill>
                </a:ln>
                <a:solidFill>
                  <a:srgbClr val="00B0F0"/>
                </a:solidFill>
              </a:rPr>
              <a:t> </a:t>
            </a:r>
            <a:r>
              <a:rPr lang="en-US" sz="900" dirty="0" err="1">
                <a:ln>
                  <a:solidFill>
                    <a:srgbClr val="00B0F0"/>
                  </a:solidFill>
                </a:ln>
                <a:solidFill>
                  <a:srgbClr val="00B0F0"/>
                </a:solidFill>
              </a:rPr>
              <a:t>dNumList</a:t>
            </a:r>
            <a:r>
              <a:rPr lang="en-US" sz="900" dirty="0">
                <a:ln>
                  <a:solidFill>
                    <a:srgbClr val="00B0F0"/>
                  </a:solidFill>
                </a:ln>
                <a:solidFill>
                  <a:srgbClr val="00B0F0"/>
                </a:solidFill>
              </a:rPr>
              <a:t>:= </a:t>
            </a:r>
            <a:r>
              <a:rPr lang="en-US" sz="900" dirty="0" err="1">
                <a:ln>
                  <a:solidFill>
                    <a:srgbClr val="00B0F0"/>
                  </a:solidFill>
                </a:ln>
                <a:solidFill>
                  <a:srgbClr val="00B0F0"/>
                </a:solidFill>
              </a:rPr>
              <a:t>dNumList</a:t>
            </a:r>
            <a:r>
              <a:rPr lang="en-US" sz="900" dirty="0">
                <a:ln>
                  <a:solidFill>
                    <a:srgbClr val="00B0F0"/>
                  </a:solidFill>
                </a:ln>
                <a:solidFill>
                  <a:srgbClr val="00B0F0"/>
                </a:solidFill>
              </a:rPr>
              <a:t>(10,20,30,40);</a:t>
            </a:r>
          </a:p>
          <a:p>
            <a:pPr>
              <a:lnSpc>
                <a:spcPct val="11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eNumList</a:t>
            </a:r>
            <a:r>
              <a:rPr lang="en-US" sz="900" dirty="0">
                <a:ln>
                  <a:solidFill>
                    <a:srgbClr val="00B0F0"/>
                  </a:solidFill>
                </a:ln>
                <a:solidFill>
                  <a:srgbClr val="00B0F0"/>
                </a:solidFill>
              </a:rPr>
              <a:t> IS TABLE OF </a:t>
            </a:r>
            <a:r>
              <a:rPr lang="en-US" sz="900" dirty="0" err="1">
                <a:ln>
                  <a:solidFill>
                    <a:srgbClr val="00B0F0"/>
                  </a:solidFill>
                </a:ln>
                <a:solidFill>
                  <a:srgbClr val="00B0F0"/>
                </a:solidFill>
              </a:rPr>
              <a:t>emp.empno%TYPE</a:t>
            </a:r>
            <a:r>
              <a:rPr lang="en-US" sz="900" dirty="0">
                <a:ln>
                  <a:solidFill>
                    <a:srgbClr val="00B0F0"/>
                  </a:solidFill>
                </a:ln>
                <a:solidFill>
                  <a:srgbClr val="00B0F0"/>
                </a:solidFill>
              </a:rPr>
              <a:t>;</a:t>
            </a:r>
          </a:p>
          <a:p>
            <a:pPr>
              <a:lnSpc>
                <a:spcPct val="11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enums</a:t>
            </a:r>
            <a:r>
              <a:rPr lang="en-US" sz="900" dirty="0">
                <a:ln>
                  <a:solidFill>
                    <a:srgbClr val="00B0F0"/>
                  </a:solidFill>
                </a:ln>
                <a:solidFill>
                  <a:srgbClr val="00B0F0"/>
                </a:solidFill>
              </a:rPr>
              <a:t> </a:t>
            </a:r>
            <a:r>
              <a:rPr lang="en-US" sz="900" dirty="0" err="1">
                <a:ln>
                  <a:solidFill>
                    <a:srgbClr val="00B0F0"/>
                  </a:solidFill>
                </a:ln>
                <a:solidFill>
                  <a:srgbClr val="00B0F0"/>
                </a:solidFill>
              </a:rPr>
              <a:t>eNumList</a:t>
            </a:r>
            <a:r>
              <a:rPr lang="en-US" sz="900" dirty="0">
                <a:ln>
                  <a:solidFill>
                    <a:srgbClr val="00B0F0"/>
                  </a:solidFill>
                </a:ln>
                <a:solidFill>
                  <a:srgbClr val="00B0F0"/>
                </a:solidFill>
              </a:rPr>
              <a:t>;</a:t>
            </a:r>
          </a:p>
          <a:p>
            <a:pPr>
              <a:lnSpc>
                <a:spcPct val="110000"/>
              </a:lnSpc>
              <a:buNone/>
            </a:pPr>
            <a:r>
              <a:rPr lang="en-US" sz="900" dirty="0">
                <a:ln>
                  <a:solidFill>
                    <a:srgbClr val="00B0F0"/>
                  </a:solidFill>
                </a:ln>
                <a:solidFill>
                  <a:srgbClr val="00B0F0"/>
                </a:solidFill>
              </a:rPr>
              <a:t>		a number;</a:t>
            </a:r>
          </a:p>
          <a:p>
            <a:pPr>
              <a:lnSpc>
                <a:spcPct val="11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ctr</a:t>
            </a:r>
            <a:r>
              <a:rPr lang="en-US" sz="900" dirty="0">
                <a:ln>
                  <a:solidFill>
                    <a:srgbClr val="00B0F0"/>
                  </a:solidFill>
                </a:ln>
                <a:solidFill>
                  <a:srgbClr val="00B0F0"/>
                </a:solidFill>
              </a:rPr>
              <a:t> number :=1;</a:t>
            </a:r>
          </a:p>
          <a:p>
            <a:pPr>
              <a:lnSpc>
                <a:spcPct val="110000"/>
              </a:lnSpc>
              <a:buNone/>
            </a:pPr>
            <a:r>
              <a:rPr lang="en-US" sz="900" dirty="0">
                <a:ln>
                  <a:solidFill>
                    <a:srgbClr val="00B0F0"/>
                  </a:solidFill>
                </a:ln>
                <a:solidFill>
                  <a:srgbClr val="00B0F0"/>
                </a:solidFill>
              </a:rPr>
              <a:t>begin</a:t>
            </a:r>
          </a:p>
          <a:p>
            <a:pPr>
              <a:lnSpc>
                <a:spcPct val="11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forall</a:t>
            </a:r>
            <a:r>
              <a:rPr lang="en-US" sz="900" dirty="0">
                <a:ln>
                  <a:solidFill>
                    <a:srgbClr val="00B0F0"/>
                  </a:solidFill>
                </a:ln>
                <a:solidFill>
                  <a:srgbClr val="00B0F0"/>
                </a:solidFill>
              </a:rPr>
              <a:t> </a:t>
            </a:r>
            <a:r>
              <a:rPr lang="en-US" sz="900" dirty="0" err="1">
                <a:ln>
                  <a:solidFill>
                    <a:srgbClr val="00B0F0"/>
                  </a:solidFill>
                </a:ln>
                <a:solidFill>
                  <a:srgbClr val="00B0F0"/>
                </a:solidFill>
              </a:rPr>
              <a:t>i</a:t>
            </a:r>
            <a:r>
              <a:rPr lang="en-US" sz="900" dirty="0">
                <a:ln>
                  <a:solidFill>
                    <a:srgbClr val="00B0F0"/>
                  </a:solidFill>
                </a:ln>
                <a:solidFill>
                  <a:srgbClr val="00B0F0"/>
                </a:solidFill>
              </a:rPr>
              <a:t> in </a:t>
            </a:r>
            <a:r>
              <a:rPr lang="en-US" sz="900" dirty="0" err="1">
                <a:ln>
                  <a:solidFill>
                    <a:srgbClr val="00B0F0"/>
                  </a:solidFill>
                </a:ln>
                <a:solidFill>
                  <a:srgbClr val="00B0F0"/>
                </a:solidFill>
              </a:rPr>
              <a:t>dnums.first</a:t>
            </a:r>
            <a:r>
              <a:rPr lang="en-US" sz="900" dirty="0">
                <a:ln>
                  <a:solidFill>
                    <a:srgbClr val="00B0F0"/>
                  </a:solidFill>
                </a:ln>
                <a:solidFill>
                  <a:srgbClr val="00B0F0"/>
                </a:solidFill>
              </a:rPr>
              <a:t>..</a:t>
            </a:r>
            <a:r>
              <a:rPr lang="en-US" sz="900" dirty="0" err="1">
                <a:ln>
                  <a:solidFill>
                    <a:srgbClr val="00B0F0"/>
                  </a:solidFill>
                </a:ln>
                <a:solidFill>
                  <a:srgbClr val="00B0F0"/>
                </a:solidFill>
              </a:rPr>
              <a:t>dnums.last</a:t>
            </a:r>
            <a:r>
              <a:rPr lang="en-US" sz="900" dirty="0">
                <a:ln>
                  <a:solidFill>
                    <a:srgbClr val="00B0F0"/>
                  </a:solidFill>
                </a:ln>
                <a:solidFill>
                  <a:srgbClr val="00B0F0"/>
                </a:solidFill>
              </a:rPr>
              <a:t> select </a:t>
            </a:r>
            <a:r>
              <a:rPr lang="en-US" sz="900" dirty="0" err="1">
                <a:ln>
                  <a:solidFill>
                    <a:srgbClr val="00B0F0"/>
                  </a:solidFill>
                </a:ln>
                <a:solidFill>
                  <a:srgbClr val="00B0F0"/>
                </a:solidFill>
              </a:rPr>
              <a:t>empno</a:t>
            </a:r>
            <a:r>
              <a:rPr lang="en-US" sz="900" dirty="0">
                <a:ln>
                  <a:solidFill>
                    <a:srgbClr val="00B0F0"/>
                  </a:solidFill>
                </a:ln>
                <a:solidFill>
                  <a:srgbClr val="00B0F0"/>
                </a:solidFill>
              </a:rPr>
              <a:t> bulk collect into </a:t>
            </a:r>
            <a:r>
              <a:rPr lang="en-US" sz="900" dirty="0" err="1">
                <a:ln>
                  <a:solidFill>
                    <a:srgbClr val="00B0F0"/>
                  </a:solidFill>
                </a:ln>
                <a:solidFill>
                  <a:srgbClr val="00B0F0"/>
                </a:solidFill>
              </a:rPr>
              <a:t>enums</a:t>
            </a:r>
            <a:r>
              <a:rPr lang="en-US" sz="900" dirty="0">
                <a:ln>
                  <a:solidFill>
                    <a:srgbClr val="00B0F0"/>
                  </a:solidFill>
                </a:ln>
                <a:solidFill>
                  <a:srgbClr val="00B0F0"/>
                </a:solidFill>
              </a:rPr>
              <a:t> from </a:t>
            </a:r>
            <a:r>
              <a:rPr lang="en-US" sz="900" dirty="0" err="1">
                <a:ln>
                  <a:solidFill>
                    <a:srgbClr val="00B0F0"/>
                  </a:solidFill>
                </a:ln>
                <a:solidFill>
                  <a:srgbClr val="00B0F0"/>
                </a:solidFill>
              </a:rPr>
              <a:t>emp</a:t>
            </a:r>
            <a:r>
              <a:rPr lang="en-US" sz="900" dirty="0">
                <a:ln>
                  <a:solidFill>
                    <a:srgbClr val="00B0F0"/>
                  </a:solidFill>
                </a:ln>
                <a:solidFill>
                  <a:srgbClr val="00B0F0"/>
                </a:solidFill>
              </a:rPr>
              <a:t> where </a:t>
            </a:r>
            <a:r>
              <a:rPr lang="en-US" sz="900" dirty="0" err="1">
                <a:ln>
                  <a:solidFill>
                    <a:srgbClr val="00B0F0"/>
                  </a:solidFill>
                </a:ln>
                <a:solidFill>
                  <a:srgbClr val="00B0F0"/>
                </a:solidFill>
              </a:rPr>
              <a:t>deptno</a:t>
            </a:r>
            <a:r>
              <a:rPr lang="en-US" sz="900" dirty="0">
                <a:ln>
                  <a:solidFill>
                    <a:srgbClr val="00B0F0"/>
                  </a:solidFill>
                </a:ln>
                <a:solidFill>
                  <a:srgbClr val="00B0F0"/>
                </a:solidFill>
              </a:rPr>
              <a:t>=</a:t>
            </a:r>
            <a:r>
              <a:rPr lang="en-US" sz="900" dirty="0" err="1">
                <a:ln>
                  <a:solidFill>
                    <a:srgbClr val="00B0F0"/>
                  </a:solidFill>
                </a:ln>
                <a:solidFill>
                  <a:srgbClr val="00B0F0"/>
                </a:solidFill>
              </a:rPr>
              <a:t>dnums</a:t>
            </a:r>
            <a:r>
              <a:rPr lang="en-US" sz="900" dirty="0">
                <a:ln>
                  <a:solidFill>
                    <a:srgbClr val="00B0F0"/>
                  </a:solidFill>
                </a:ln>
                <a:solidFill>
                  <a:srgbClr val="00B0F0"/>
                </a:solidFill>
              </a:rPr>
              <a:t>(</a:t>
            </a:r>
            <a:r>
              <a:rPr lang="en-US" sz="900" dirty="0" err="1">
                <a:ln>
                  <a:solidFill>
                    <a:srgbClr val="00B0F0"/>
                  </a:solidFill>
                </a:ln>
                <a:solidFill>
                  <a:srgbClr val="00B0F0"/>
                </a:solidFill>
              </a:rPr>
              <a:t>i</a:t>
            </a:r>
            <a:r>
              <a:rPr lang="en-US" sz="900" dirty="0">
                <a:ln>
                  <a:solidFill>
                    <a:srgbClr val="00B0F0"/>
                  </a:solidFill>
                </a:ln>
                <a:solidFill>
                  <a:srgbClr val="00B0F0"/>
                </a:solidFill>
              </a:rPr>
              <a:t>);</a:t>
            </a:r>
          </a:p>
          <a:p>
            <a:pPr>
              <a:lnSpc>
                <a:spcPct val="110000"/>
              </a:lnSpc>
              <a:buNone/>
            </a:pPr>
            <a:r>
              <a:rPr lang="en-US" sz="900" dirty="0">
                <a:ln>
                  <a:solidFill>
                    <a:srgbClr val="00B0F0"/>
                  </a:solidFill>
                </a:ln>
                <a:solidFill>
                  <a:srgbClr val="00B0F0"/>
                </a:solidFill>
              </a:rPr>
              <a:t>		a:=</a:t>
            </a:r>
            <a:r>
              <a:rPr lang="en-US" sz="900" dirty="0" err="1">
                <a:ln>
                  <a:solidFill>
                    <a:srgbClr val="00B0F0"/>
                  </a:solidFill>
                </a:ln>
                <a:solidFill>
                  <a:srgbClr val="00B0F0"/>
                </a:solidFill>
              </a:rPr>
              <a:t>enums.count</a:t>
            </a:r>
            <a:r>
              <a:rPr lang="en-US" sz="900" dirty="0">
                <a:ln>
                  <a:solidFill>
                    <a:srgbClr val="00B0F0"/>
                  </a:solidFill>
                </a:ln>
                <a:solidFill>
                  <a:srgbClr val="00B0F0"/>
                </a:solidFill>
              </a:rPr>
              <a:t>;</a:t>
            </a:r>
          </a:p>
          <a:p>
            <a:pPr>
              <a:lnSpc>
                <a:spcPct val="110000"/>
              </a:lnSpc>
              <a:buNone/>
            </a:pPr>
            <a:r>
              <a:rPr lang="en-US" sz="900" dirty="0">
                <a:ln>
                  <a:solidFill>
                    <a:srgbClr val="00B0F0"/>
                  </a:solidFill>
                </a:ln>
                <a:solidFill>
                  <a:srgbClr val="00B0F0"/>
                </a:solidFill>
              </a:rPr>
              <a:t> 		While </a:t>
            </a:r>
            <a:r>
              <a:rPr lang="en-US" sz="900" dirty="0" err="1">
                <a:ln>
                  <a:solidFill>
                    <a:srgbClr val="00B0F0"/>
                  </a:solidFill>
                </a:ln>
                <a:solidFill>
                  <a:srgbClr val="00B0F0"/>
                </a:solidFill>
              </a:rPr>
              <a:t>ctr</a:t>
            </a:r>
            <a:r>
              <a:rPr lang="en-US" sz="900" dirty="0">
                <a:ln>
                  <a:solidFill>
                    <a:srgbClr val="00B0F0"/>
                  </a:solidFill>
                </a:ln>
                <a:solidFill>
                  <a:srgbClr val="00B0F0"/>
                </a:solidFill>
              </a:rPr>
              <a:t>&lt;=a loop</a:t>
            </a:r>
          </a:p>
          <a:p>
            <a:pPr>
              <a:lnSpc>
                <a:spcPct val="11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Dbms_output.put_line</a:t>
            </a:r>
            <a:r>
              <a:rPr lang="en-US" sz="900" dirty="0">
                <a:ln>
                  <a:solidFill>
                    <a:srgbClr val="00B0F0"/>
                  </a:solidFill>
                </a:ln>
                <a:solidFill>
                  <a:srgbClr val="00B0F0"/>
                </a:solidFill>
              </a:rPr>
              <a:t>(</a:t>
            </a:r>
            <a:r>
              <a:rPr lang="en-US" sz="900" dirty="0" err="1">
                <a:ln>
                  <a:solidFill>
                    <a:srgbClr val="00B0F0"/>
                  </a:solidFill>
                </a:ln>
                <a:solidFill>
                  <a:srgbClr val="00B0F0"/>
                </a:solidFill>
              </a:rPr>
              <a:t>enums</a:t>
            </a:r>
            <a:r>
              <a:rPr lang="en-US" sz="900" dirty="0">
                <a:ln>
                  <a:solidFill>
                    <a:srgbClr val="00B0F0"/>
                  </a:solidFill>
                </a:ln>
                <a:solidFill>
                  <a:srgbClr val="00B0F0"/>
                </a:solidFill>
              </a:rPr>
              <a:t>(</a:t>
            </a:r>
            <a:r>
              <a:rPr lang="en-US" sz="900" dirty="0" err="1">
                <a:ln>
                  <a:solidFill>
                    <a:srgbClr val="00B0F0"/>
                  </a:solidFill>
                </a:ln>
                <a:solidFill>
                  <a:srgbClr val="00B0F0"/>
                </a:solidFill>
              </a:rPr>
              <a:t>ctr</a:t>
            </a:r>
            <a:r>
              <a:rPr lang="en-US" sz="900" dirty="0">
                <a:ln>
                  <a:solidFill>
                    <a:srgbClr val="00B0F0"/>
                  </a:solidFill>
                </a:ln>
                <a:solidFill>
                  <a:srgbClr val="00B0F0"/>
                </a:solidFill>
              </a:rPr>
              <a:t>));</a:t>
            </a:r>
          </a:p>
          <a:p>
            <a:pPr>
              <a:lnSpc>
                <a:spcPct val="11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ctr</a:t>
            </a:r>
            <a:r>
              <a:rPr lang="en-US" sz="900" dirty="0">
                <a:ln>
                  <a:solidFill>
                    <a:srgbClr val="00B0F0"/>
                  </a:solidFill>
                </a:ln>
                <a:solidFill>
                  <a:srgbClr val="00B0F0"/>
                </a:solidFill>
              </a:rPr>
              <a:t>:=ctr+1;</a:t>
            </a:r>
          </a:p>
          <a:p>
            <a:pPr>
              <a:lnSpc>
                <a:spcPct val="110000"/>
              </a:lnSpc>
              <a:buNone/>
            </a:pPr>
            <a:r>
              <a:rPr lang="en-US" sz="900" dirty="0">
                <a:ln>
                  <a:solidFill>
                    <a:srgbClr val="00B0F0"/>
                  </a:solidFill>
                </a:ln>
                <a:solidFill>
                  <a:srgbClr val="00B0F0"/>
                </a:solidFill>
              </a:rPr>
              <a:t>  		End loop;</a:t>
            </a:r>
          </a:p>
          <a:p>
            <a:pPr>
              <a:lnSpc>
                <a:spcPct val="110000"/>
              </a:lnSpc>
              <a:buNone/>
            </a:pPr>
            <a:r>
              <a:rPr lang="en-US" sz="900" dirty="0">
                <a:ln>
                  <a:solidFill>
                    <a:srgbClr val="00B0F0"/>
                  </a:solidFill>
                </a:ln>
                <a:solidFill>
                  <a:srgbClr val="00B0F0"/>
                </a:solidFill>
              </a:rPr>
              <a:t>End;</a:t>
            </a:r>
          </a:p>
          <a:p>
            <a:pPr>
              <a:lnSpc>
                <a:spcPct val="110000"/>
              </a:lnSpc>
              <a:buNone/>
            </a:pPr>
            <a:r>
              <a:rPr lang="en-US" sz="900" dirty="0">
                <a:ln>
                  <a:solidFill>
                    <a:srgbClr val="00B0F0"/>
                  </a:solidFill>
                </a:ln>
                <a:solidFill>
                  <a:srgbClr val="00B0F0"/>
                </a:solidFill>
              </a:rPr>
              <a:t>/</a:t>
            </a: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2.9: Restriction on BULK-bind</a:t>
            </a:r>
            <a:br>
              <a:rPr lang="en-US" sz="1400" b="1" dirty="0">
                <a:latin typeface="Candara"/>
              </a:rPr>
            </a:br>
            <a:r>
              <a:rPr lang="en-US" sz="2200" dirty="0"/>
              <a:t>Restriction on FORALL					……</a:t>
            </a:r>
            <a:r>
              <a:rPr lang="en-US" sz="2200" dirty="0" err="1"/>
              <a:t>contd</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668946" cy="4066673"/>
          </a:xfrm>
        </p:spPr>
        <p:txBody>
          <a:bodyPr>
            <a:normAutofit lnSpcReduction="10000"/>
          </a:bodyPr>
          <a:lstStyle/>
          <a:p>
            <a:pPr algn="just"/>
            <a:r>
              <a:rPr lang="en-US" sz="2000" dirty="0"/>
              <a:t>The keywords BULK COLLECT tell the SQL engine to bulk-bind output collections before returning them to the PL/SQL engine. The SQL engine bulk-binds all collections referenced in the INTO list. </a:t>
            </a:r>
          </a:p>
          <a:p>
            <a:pPr>
              <a:lnSpc>
                <a:spcPct val="100000"/>
              </a:lnSpc>
              <a:buNone/>
            </a:pPr>
            <a:r>
              <a:rPr lang="en-US" sz="900" dirty="0">
                <a:ln>
                  <a:solidFill>
                    <a:srgbClr val="00B0F0"/>
                  </a:solidFill>
                </a:ln>
                <a:solidFill>
                  <a:srgbClr val="00B0F0"/>
                </a:solidFill>
              </a:rPr>
              <a:t>declare </a:t>
            </a:r>
          </a:p>
          <a:p>
            <a:pPr>
              <a:lnSpc>
                <a:spcPct val="10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NumTab</a:t>
            </a:r>
            <a:r>
              <a:rPr lang="en-US" sz="900" dirty="0">
                <a:ln>
                  <a:solidFill>
                    <a:srgbClr val="00B0F0"/>
                  </a:solidFill>
                </a:ln>
                <a:solidFill>
                  <a:srgbClr val="00B0F0"/>
                </a:solidFill>
              </a:rPr>
              <a:t> IS TABLE OF </a:t>
            </a:r>
            <a:r>
              <a:rPr lang="en-US" sz="900" dirty="0" err="1">
                <a:ln>
                  <a:solidFill>
                    <a:srgbClr val="00B0F0"/>
                  </a:solidFill>
                </a:ln>
                <a:solidFill>
                  <a:srgbClr val="00B0F0"/>
                </a:solidFill>
              </a:rPr>
              <a:t>emp.empno%TYPE</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  		TYPE </a:t>
            </a:r>
            <a:r>
              <a:rPr lang="en-US" sz="900" dirty="0" err="1">
                <a:ln>
                  <a:solidFill>
                    <a:srgbClr val="00B0F0"/>
                  </a:solidFill>
                </a:ln>
                <a:solidFill>
                  <a:srgbClr val="00B0F0"/>
                </a:solidFill>
              </a:rPr>
              <a:t>NameTab</a:t>
            </a:r>
            <a:r>
              <a:rPr lang="en-US" sz="900" dirty="0">
                <a:ln>
                  <a:solidFill>
                    <a:srgbClr val="00B0F0"/>
                  </a:solidFill>
                </a:ln>
                <a:solidFill>
                  <a:srgbClr val="00B0F0"/>
                </a:solidFill>
              </a:rPr>
              <a:t> IS TABLE OF </a:t>
            </a:r>
            <a:r>
              <a:rPr lang="en-US" sz="900" dirty="0" err="1">
                <a:ln>
                  <a:solidFill>
                    <a:srgbClr val="00B0F0"/>
                  </a:solidFill>
                </a:ln>
                <a:solidFill>
                  <a:srgbClr val="00B0F0"/>
                </a:solidFill>
              </a:rPr>
              <a:t>emp.ename%TYPE</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enums</a:t>
            </a:r>
            <a:r>
              <a:rPr lang="en-US" sz="900" dirty="0">
                <a:ln>
                  <a:solidFill>
                    <a:srgbClr val="00B0F0"/>
                  </a:solidFill>
                </a:ln>
                <a:solidFill>
                  <a:srgbClr val="00B0F0"/>
                </a:solidFill>
              </a:rPr>
              <a:t> </a:t>
            </a:r>
            <a:r>
              <a:rPr lang="en-US" sz="900" dirty="0" err="1">
                <a:ln>
                  <a:solidFill>
                    <a:srgbClr val="00B0F0"/>
                  </a:solidFill>
                </a:ln>
                <a:solidFill>
                  <a:srgbClr val="00B0F0"/>
                </a:solidFill>
              </a:rPr>
              <a:t>NumTab</a:t>
            </a:r>
            <a:r>
              <a:rPr lang="en-US" sz="900" dirty="0">
                <a:ln>
                  <a:solidFill>
                    <a:srgbClr val="00B0F0"/>
                  </a:solidFill>
                </a:ln>
                <a:solidFill>
                  <a:srgbClr val="00B0F0"/>
                </a:solidFill>
              </a:rPr>
              <a:t>; -- no need to initialize</a:t>
            </a:r>
          </a:p>
          <a:p>
            <a:pPr>
              <a:lnSpc>
                <a:spcPct val="100000"/>
              </a:lnSpc>
              <a:buNone/>
            </a:pPr>
            <a:r>
              <a:rPr lang="en-US" sz="900" dirty="0">
                <a:ln>
                  <a:solidFill>
                    <a:srgbClr val="00B0F0"/>
                  </a:solidFill>
                </a:ln>
                <a:solidFill>
                  <a:srgbClr val="00B0F0"/>
                </a:solidFill>
              </a:rPr>
              <a:t>  		names </a:t>
            </a:r>
            <a:r>
              <a:rPr lang="en-US" sz="900" dirty="0" err="1">
                <a:ln>
                  <a:solidFill>
                    <a:srgbClr val="00B0F0"/>
                  </a:solidFill>
                </a:ln>
                <a:solidFill>
                  <a:srgbClr val="00B0F0"/>
                </a:solidFill>
              </a:rPr>
              <a:t>NameTab</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  		a number;</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ctr</a:t>
            </a:r>
            <a:r>
              <a:rPr lang="en-US" sz="900" dirty="0">
                <a:ln>
                  <a:solidFill>
                    <a:srgbClr val="00B0F0"/>
                  </a:solidFill>
                </a:ln>
                <a:solidFill>
                  <a:srgbClr val="00B0F0"/>
                </a:solidFill>
              </a:rPr>
              <a:t> number:=1;</a:t>
            </a:r>
          </a:p>
          <a:p>
            <a:pPr>
              <a:lnSpc>
                <a:spcPct val="100000"/>
              </a:lnSpc>
              <a:buNone/>
            </a:pPr>
            <a:r>
              <a:rPr lang="en-US" sz="900" dirty="0">
                <a:ln>
                  <a:solidFill>
                    <a:srgbClr val="00B0F0"/>
                  </a:solidFill>
                </a:ln>
                <a:solidFill>
                  <a:srgbClr val="00B0F0"/>
                </a:solidFill>
              </a:rPr>
              <a:t> begin</a:t>
            </a:r>
          </a:p>
          <a:p>
            <a:pPr>
              <a:lnSpc>
                <a:spcPct val="100000"/>
              </a:lnSpc>
              <a:buNone/>
            </a:pPr>
            <a:r>
              <a:rPr lang="en-US" sz="900" dirty="0">
                <a:ln>
                  <a:solidFill>
                    <a:srgbClr val="00B0F0"/>
                  </a:solidFill>
                </a:ln>
                <a:solidFill>
                  <a:srgbClr val="00B0F0"/>
                </a:solidFill>
              </a:rPr>
              <a:t>		SELECT </a:t>
            </a:r>
            <a:r>
              <a:rPr lang="en-US" sz="900" dirty="0" err="1">
                <a:ln>
                  <a:solidFill>
                    <a:srgbClr val="00B0F0"/>
                  </a:solidFill>
                </a:ln>
                <a:solidFill>
                  <a:srgbClr val="00B0F0"/>
                </a:solidFill>
              </a:rPr>
              <a:t>empno</a:t>
            </a:r>
            <a:r>
              <a:rPr lang="en-US" sz="900" dirty="0">
                <a:ln>
                  <a:solidFill>
                    <a:srgbClr val="00B0F0"/>
                  </a:solidFill>
                </a:ln>
                <a:solidFill>
                  <a:srgbClr val="00B0F0"/>
                </a:solidFill>
              </a:rPr>
              <a:t>, </a:t>
            </a:r>
            <a:r>
              <a:rPr lang="en-US" sz="900" dirty="0" err="1">
                <a:ln>
                  <a:solidFill>
                    <a:srgbClr val="00B0F0"/>
                  </a:solidFill>
                </a:ln>
                <a:solidFill>
                  <a:srgbClr val="00B0F0"/>
                </a:solidFill>
              </a:rPr>
              <a:t>ename</a:t>
            </a:r>
            <a:r>
              <a:rPr lang="en-US" sz="900" dirty="0">
                <a:ln>
                  <a:solidFill>
                    <a:srgbClr val="00B0F0"/>
                  </a:solidFill>
                </a:ln>
                <a:solidFill>
                  <a:srgbClr val="00B0F0"/>
                </a:solidFill>
              </a:rPr>
              <a:t> BULK COLLECT INTO </a:t>
            </a:r>
            <a:r>
              <a:rPr lang="en-US" sz="900" dirty="0" err="1">
                <a:ln>
                  <a:solidFill>
                    <a:srgbClr val="00B0F0"/>
                  </a:solidFill>
                </a:ln>
                <a:solidFill>
                  <a:srgbClr val="00B0F0"/>
                </a:solidFill>
              </a:rPr>
              <a:t>enums</a:t>
            </a:r>
            <a:r>
              <a:rPr lang="en-US" sz="900" dirty="0">
                <a:ln>
                  <a:solidFill>
                    <a:srgbClr val="00B0F0"/>
                  </a:solidFill>
                </a:ln>
                <a:solidFill>
                  <a:srgbClr val="00B0F0"/>
                </a:solidFill>
              </a:rPr>
              <a:t>, names FROM </a:t>
            </a:r>
            <a:r>
              <a:rPr lang="en-US" sz="900" dirty="0" err="1">
                <a:ln>
                  <a:solidFill>
                    <a:srgbClr val="00B0F0"/>
                  </a:solidFill>
                </a:ln>
                <a:solidFill>
                  <a:srgbClr val="00B0F0"/>
                </a:solidFill>
              </a:rPr>
              <a:t>emp</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  		a:=</a:t>
            </a:r>
            <a:r>
              <a:rPr lang="en-US" sz="900" dirty="0" err="1">
                <a:ln>
                  <a:solidFill>
                    <a:srgbClr val="00B0F0"/>
                  </a:solidFill>
                </a:ln>
                <a:solidFill>
                  <a:srgbClr val="00B0F0"/>
                </a:solidFill>
              </a:rPr>
              <a:t>enums.count</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  		While </a:t>
            </a:r>
            <a:r>
              <a:rPr lang="en-US" sz="900" dirty="0" err="1">
                <a:ln>
                  <a:solidFill>
                    <a:srgbClr val="00B0F0"/>
                  </a:solidFill>
                </a:ln>
                <a:solidFill>
                  <a:srgbClr val="00B0F0"/>
                </a:solidFill>
              </a:rPr>
              <a:t>ctr</a:t>
            </a:r>
            <a:r>
              <a:rPr lang="en-US" sz="900" dirty="0">
                <a:ln>
                  <a:solidFill>
                    <a:srgbClr val="00B0F0"/>
                  </a:solidFill>
                </a:ln>
                <a:solidFill>
                  <a:srgbClr val="00B0F0"/>
                </a:solidFill>
              </a:rPr>
              <a:t>&lt;=a loop</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Dbms_output.put_line</a:t>
            </a:r>
            <a:r>
              <a:rPr lang="en-US" sz="900" dirty="0">
                <a:ln>
                  <a:solidFill>
                    <a:srgbClr val="00B0F0"/>
                  </a:solidFill>
                </a:ln>
                <a:solidFill>
                  <a:srgbClr val="00B0F0"/>
                </a:solidFill>
              </a:rPr>
              <a:t>(</a:t>
            </a:r>
            <a:r>
              <a:rPr lang="en-US" sz="900" dirty="0" err="1">
                <a:ln>
                  <a:solidFill>
                    <a:srgbClr val="00B0F0"/>
                  </a:solidFill>
                </a:ln>
                <a:solidFill>
                  <a:srgbClr val="00B0F0"/>
                </a:solidFill>
              </a:rPr>
              <a:t>enums</a:t>
            </a:r>
            <a:r>
              <a:rPr lang="en-US" sz="900" dirty="0">
                <a:ln>
                  <a:solidFill>
                    <a:srgbClr val="00B0F0"/>
                  </a:solidFill>
                </a:ln>
                <a:solidFill>
                  <a:srgbClr val="00B0F0"/>
                </a:solidFill>
              </a:rPr>
              <a:t>(</a:t>
            </a:r>
            <a:r>
              <a:rPr lang="en-US" sz="900" dirty="0" err="1">
                <a:ln>
                  <a:solidFill>
                    <a:srgbClr val="00B0F0"/>
                  </a:solidFill>
                </a:ln>
                <a:solidFill>
                  <a:srgbClr val="00B0F0"/>
                </a:solidFill>
              </a:rPr>
              <a:t>ctr</a:t>
            </a:r>
            <a:r>
              <a:rPr lang="en-US" sz="900" dirty="0">
                <a:ln>
                  <a:solidFill>
                    <a:srgbClr val="00B0F0"/>
                  </a:solidFill>
                </a:ln>
                <a:solidFill>
                  <a:srgbClr val="00B0F0"/>
                </a:solidFill>
              </a:rPr>
              <a:t>)||names(</a:t>
            </a:r>
            <a:r>
              <a:rPr lang="en-US" sz="900" dirty="0" err="1">
                <a:ln>
                  <a:solidFill>
                    <a:srgbClr val="00B0F0"/>
                  </a:solidFill>
                </a:ln>
                <a:solidFill>
                  <a:srgbClr val="00B0F0"/>
                </a:solidFill>
              </a:rPr>
              <a:t>ctr</a:t>
            </a:r>
            <a:r>
              <a:rPr lang="en-US" sz="900" dirty="0">
                <a:ln>
                  <a:solidFill>
                    <a:srgbClr val="00B0F0"/>
                  </a:solidFill>
                </a:ln>
                <a:solidFill>
                  <a:srgbClr val="00B0F0"/>
                </a:solidFill>
              </a:rPr>
              <a:t>));</a:t>
            </a:r>
          </a:p>
          <a:p>
            <a:pPr>
              <a:lnSpc>
                <a:spcPct val="100000"/>
              </a:lnSpc>
              <a:buNone/>
            </a:pPr>
            <a:r>
              <a:rPr lang="en-US" sz="900" dirty="0">
                <a:ln>
                  <a:solidFill>
                    <a:srgbClr val="00B0F0"/>
                  </a:solidFill>
                </a:ln>
                <a:solidFill>
                  <a:srgbClr val="00B0F0"/>
                </a:solidFill>
              </a:rPr>
              <a:t>   			</a:t>
            </a:r>
            <a:r>
              <a:rPr lang="en-US" sz="900" dirty="0" err="1">
                <a:ln>
                  <a:solidFill>
                    <a:srgbClr val="00B0F0"/>
                  </a:solidFill>
                </a:ln>
                <a:solidFill>
                  <a:srgbClr val="00B0F0"/>
                </a:solidFill>
              </a:rPr>
              <a:t>Ctr</a:t>
            </a:r>
            <a:r>
              <a:rPr lang="en-US" sz="900" dirty="0">
                <a:ln>
                  <a:solidFill>
                    <a:srgbClr val="00B0F0"/>
                  </a:solidFill>
                </a:ln>
                <a:solidFill>
                  <a:srgbClr val="00B0F0"/>
                </a:solidFill>
              </a:rPr>
              <a:t>:=ctr+1;</a:t>
            </a:r>
          </a:p>
          <a:p>
            <a:pPr>
              <a:lnSpc>
                <a:spcPct val="100000"/>
              </a:lnSpc>
              <a:buNone/>
            </a:pPr>
            <a:r>
              <a:rPr lang="en-US" sz="900" dirty="0">
                <a:ln>
                  <a:solidFill>
                    <a:srgbClr val="00B0F0"/>
                  </a:solidFill>
                </a:ln>
                <a:solidFill>
                  <a:srgbClr val="00B0F0"/>
                </a:solidFill>
              </a:rPr>
              <a:t>  		End loop;</a:t>
            </a:r>
          </a:p>
          <a:p>
            <a:pPr>
              <a:lnSpc>
                <a:spcPct val="100000"/>
              </a:lnSpc>
              <a:buNone/>
            </a:pPr>
            <a:r>
              <a:rPr lang="en-US" sz="900" dirty="0">
                <a:ln>
                  <a:solidFill>
                    <a:srgbClr val="00B0F0"/>
                  </a:solidFill>
                </a:ln>
                <a:solidFill>
                  <a:srgbClr val="00B0F0"/>
                </a:solidFill>
              </a:rPr>
              <a:t> End;</a:t>
            </a:r>
          </a:p>
          <a:p>
            <a:pPr>
              <a:lnSpc>
                <a:spcPct val="100000"/>
              </a:lnSpc>
              <a:buNone/>
            </a:pPr>
            <a:r>
              <a:rPr lang="en-US" sz="900" dirty="0">
                <a:ln>
                  <a:solidFill>
                    <a:srgbClr val="00B0F0"/>
                  </a:solidFill>
                </a:ln>
                <a:solidFill>
                  <a:srgbClr val="00B0F0"/>
                </a:solidFill>
              </a:rPr>
              <a:t>/ </a:t>
            </a: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2.10: Bulk Collect</a:t>
            </a:r>
            <a:br>
              <a:rPr lang="en-US" sz="1400" b="1" dirty="0">
                <a:latin typeface="Candara"/>
              </a:rPr>
            </a:br>
            <a:r>
              <a:rPr lang="en-US" sz="2000" dirty="0"/>
              <a:t>Retrieving Query Results with the BULK COLLECT Clause</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42504" y="806116"/>
            <a:ext cx="8847117" cy="4066673"/>
          </a:xfrm>
        </p:spPr>
        <p:txBody>
          <a:bodyPr>
            <a:normAutofit fontScale="70000" lnSpcReduction="20000"/>
          </a:bodyPr>
          <a:lstStyle/>
          <a:p>
            <a:pPr algn="just"/>
            <a:r>
              <a:rPr lang="en-US" sz="2000" dirty="0"/>
              <a:t>In the following example, SQL engine loads all the values from an object-column into a nested table variable whose element-type is same as the datatype of the object-column  </a:t>
            </a:r>
          </a:p>
          <a:p>
            <a:pPr>
              <a:lnSpc>
                <a:spcPct val="120000"/>
              </a:lnSpc>
              <a:buNone/>
            </a:pPr>
            <a:r>
              <a:rPr lang="en-US" sz="1100" dirty="0">
                <a:ln>
                  <a:solidFill>
                    <a:srgbClr val="00B0F0"/>
                  </a:solidFill>
                </a:ln>
                <a:solidFill>
                  <a:srgbClr val="00B0F0"/>
                </a:solidFill>
              </a:rPr>
              <a:t>CREATE TYPE </a:t>
            </a:r>
            <a:r>
              <a:rPr lang="en-US" sz="1100" dirty="0" err="1">
                <a:ln>
                  <a:solidFill>
                    <a:srgbClr val="00B0F0"/>
                  </a:solidFill>
                </a:ln>
                <a:solidFill>
                  <a:srgbClr val="00B0F0"/>
                </a:solidFill>
              </a:rPr>
              <a:t>Coords</a:t>
            </a:r>
            <a:r>
              <a:rPr lang="en-US" sz="1100" dirty="0">
                <a:ln>
                  <a:solidFill>
                    <a:srgbClr val="00B0F0"/>
                  </a:solidFill>
                </a:ln>
                <a:solidFill>
                  <a:srgbClr val="00B0F0"/>
                </a:solidFill>
              </a:rPr>
              <a:t> AS OBJECT (x NUMBER, y NUMBER);</a:t>
            </a:r>
          </a:p>
          <a:p>
            <a:pPr>
              <a:lnSpc>
                <a:spcPct val="120000"/>
              </a:lnSpc>
              <a:buNone/>
            </a:pP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CREATE TABLE grid (num NUMBER, loc </a:t>
            </a:r>
            <a:r>
              <a:rPr lang="en-US" sz="1100" dirty="0" err="1">
                <a:ln>
                  <a:solidFill>
                    <a:srgbClr val="00B0F0"/>
                  </a:solidFill>
                </a:ln>
                <a:solidFill>
                  <a:srgbClr val="00B0F0"/>
                </a:solidFill>
              </a:rPr>
              <a:t>Coords</a:t>
            </a:r>
            <a:r>
              <a:rPr lang="en-US" sz="1100" dirty="0">
                <a:ln>
                  <a:solidFill>
                    <a:srgbClr val="00B0F0"/>
                  </a:solidFill>
                </a:ln>
                <a:solidFill>
                  <a:srgbClr val="00B0F0"/>
                </a:solidFill>
              </a:rPr>
              <a:t>);</a:t>
            </a:r>
          </a:p>
          <a:p>
            <a:pPr algn="just">
              <a:lnSpc>
                <a:spcPct val="120000"/>
              </a:lnSpc>
              <a:buNone/>
            </a:pPr>
            <a:r>
              <a:rPr lang="en-US" sz="1100" dirty="0">
                <a:ln>
                  <a:solidFill>
                    <a:srgbClr val="00B0F0"/>
                  </a:solidFill>
                </a:ln>
                <a:solidFill>
                  <a:srgbClr val="00B0F0"/>
                </a:solidFill>
              </a:rPr>
              <a:t>INSERT INTO grid VALUES(10, </a:t>
            </a:r>
            <a:r>
              <a:rPr lang="en-US" sz="1100" dirty="0" err="1">
                <a:ln>
                  <a:solidFill>
                    <a:srgbClr val="00B0F0"/>
                  </a:solidFill>
                </a:ln>
                <a:solidFill>
                  <a:srgbClr val="00B0F0"/>
                </a:solidFill>
              </a:rPr>
              <a:t>Coords</a:t>
            </a:r>
            <a:r>
              <a:rPr lang="en-US" sz="1100" dirty="0">
                <a:ln>
                  <a:solidFill>
                    <a:srgbClr val="00B0F0"/>
                  </a:solidFill>
                </a:ln>
                <a:solidFill>
                  <a:srgbClr val="00B0F0"/>
                </a:solidFill>
              </a:rPr>
              <a:t>(1,2));  INSERT INTO grid VALUES(20, </a:t>
            </a:r>
            <a:r>
              <a:rPr lang="en-US" sz="1100" dirty="0" err="1">
                <a:ln>
                  <a:solidFill>
                    <a:srgbClr val="00B0F0"/>
                  </a:solidFill>
                </a:ln>
                <a:solidFill>
                  <a:srgbClr val="00B0F0"/>
                </a:solidFill>
              </a:rPr>
              <a:t>Coords</a:t>
            </a:r>
            <a:r>
              <a:rPr lang="en-US" sz="1100" dirty="0">
                <a:ln>
                  <a:solidFill>
                    <a:srgbClr val="00B0F0"/>
                  </a:solidFill>
                </a:ln>
                <a:solidFill>
                  <a:srgbClr val="00B0F0"/>
                </a:solidFill>
              </a:rPr>
              <a:t>(3,4));  INSERT INTO grid VALUES(30, </a:t>
            </a:r>
            <a:r>
              <a:rPr lang="en-US" sz="1100" dirty="0" err="1">
                <a:ln>
                  <a:solidFill>
                    <a:srgbClr val="00B0F0"/>
                  </a:solidFill>
                </a:ln>
                <a:solidFill>
                  <a:srgbClr val="00B0F0"/>
                </a:solidFill>
              </a:rPr>
              <a:t>Coords</a:t>
            </a:r>
            <a:r>
              <a:rPr lang="en-US" sz="1100" dirty="0">
                <a:ln>
                  <a:solidFill>
                    <a:srgbClr val="00B0F0"/>
                  </a:solidFill>
                </a:ln>
                <a:solidFill>
                  <a:srgbClr val="00B0F0"/>
                </a:solidFill>
              </a:rPr>
              <a:t>(5,6));   INSERT INTO grid VALUES(40, </a:t>
            </a:r>
            <a:r>
              <a:rPr lang="en-US" sz="1100" dirty="0" err="1">
                <a:ln>
                  <a:solidFill>
                    <a:srgbClr val="00B0F0"/>
                  </a:solidFill>
                </a:ln>
                <a:solidFill>
                  <a:srgbClr val="00B0F0"/>
                </a:solidFill>
              </a:rPr>
              <a:t>Coords</a:t>
            </a:r>
            <a:r>
              <a:rPr lang="en-US" sz="1100" dirty="0">
                <a:ln>
                  <a:solidFill>
                    <a:srgbClr val="00B0F0"/>
                  </a:solidFill>
                </a:ln>
                <a:solidFill>
                  <a:srgbClr val="00B0F0"/>
                </a:solidFill>
              </a:rPr>
              <a:t>(7,8));</a:t>
            </a:r>
          </a:p>
          <a:p>
            <a:pPr>
              <a:lnSpc>
                <a:spcPct val="120000"/>
              </a:lnSpc>
              <a:buNone/>
            </a:pPr>
            <a:r>
              <a:rPr lang="en-US" sz="1100" dirty="0">
                <a:ln>
                  <a:solidFill>
                    <a:srgbClr val="00B0F0"/>
                  </a:solidFill>
                </a:ln>
                <a:solidFill>
                  <a:srgbClr val="00B0F0"/>
                </a:solidFill>
              </a:rPr>
              <a:t> </a:t>
            </a:r>
          </a:p>
          <a:p>
            <a:pPr>
              <a:lnSpc>
                <a:spcPct val="120000"/>
              </a:lnSpc>
              <a:buNone/>
            </a:pPr>
            <a:r>
              <a:rPr lang="en-US" sz="1100" dirty="0">
                <a:ln>
                  <a:solidFill>
                    <a:srgbClr val="00B0F0"/>
                  </a:solidFill>
                </a:ln>
                <a:solidFill>
                  <a:srgbClr val="00B0F0"/>
                </a:solidFill>
              </a:rPr>
              <a:t>DECLARE</a:t>
            </a:r>
          </a:p>
          <a:p>
            <a:pPr>
              <a:lnSpc>
                <a:spcPct val="120000"/>
              </a:lnSpc>
              <a:buNone/>
            </a:pPr>
            <a:r>
              <a:rPr lang="en-US" sz="1100" dirty="0">
                <a:ln>
                  <a:solidFill>
                    <a:srgbClr val="00B0F0"/>
                  </a:solidFill>
                </a:ln>
                <a:solidFill>
                  <a:srgbClr val="00B0F0"/>
                </a:solidFill>
              </a:rPr>
              <a:t> 		TYPE </a:t>
            </a:r>
            <a:r>
              <a:rPr lang="en-US" sz="1100" dirty="0" err="1">
                <a:ln>
                  <a:solidFill>
                    <a:srgbClr val="00B0F0"/>
                  </a:solidFill>
                </a:ln>
                <a:solidFill>
                  <a:srgbClr val="00B0F0"/>
                </a:solidFill>
              </a:rPr>
              <a:t>CoordsTab</a:t>
            </a:r>
            <a:r>
              <a:rPr lang="en-US" sz="1100" dirty="0">
                <a:ln>
                  <a:solidFill>
                    <a:srgbClr val="00B0F0"/>
                  </a:solidFill>
                </a:ln>
                <a:solidFill>
                  <a:srgbClr val="00B0F0"/>
                </a:solidFill>
              </a:rPr>
              <a:t> IS TABLE OF </a:t>
            </a:r>
            <a:r>
              <a:rPr lang="en-US" sz="1100" dirty="0" err="1">
                <a:ln>
                  <a:solidFill>
                    <a:srgbClr val="00B0F0"/>
                  </a:solidFill>
                </a:ln>
                <a:solidFill>
                  <a:srgbClr val="00B0F0"/>
                </a:solidFill>
              </a:rPr>
              <a:t>Coords</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pairs </a:t>
            </a:r>
            <a:r>
              <a:rPr lang="en-US" sz="1100" dirty="0" err="1">
                <a:ln>
                  <a:solidFill>
                    <a:srgbClr val="00B0F0"/>
                  </a:solidFill>
                </a:ln>
                <a:solidFill>
                  <a:srgbClr val="00B0F0"/>
                </a:solidFill>
              </a:rPr>
              <a:t>CoordsTab</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a number;</a:t>
            </a:r>
          </a:p>
          <a:p>
            <a:pPr>
              <a:lnSpc>
                <a:spcPct val="120000"/>
              </a:lnSpc>
              <a:buNone/>
            </a:pPr>
            <a:r>
              <a:rPr lang="en-US" sz="1100" dirty="0">
                <a:ln>
                  <a:solidFill>
                    <a:srgbClr val="00B0F0"/>
                  </a:solidFill>
                </a:ln>
                <a:solidFill>
                  <a:srgbClr val="00B0F0"/>
                </a:solidFill>
              </a:rPr>
              <a:t> 		</a:t>
            </a:r>
            <a:r>
              <a:rPr lang="en-US" sz="1100" dirty="0" err="1">
                <a:ln>
                  <a:solidFill>
                    <a:srgbClr val="00B0F0"/>
                  </a:solidFill>
                </a:ln>
                <a:solidFill>
                  <a:srgbClr val="00B0F0"/>
                </a:solidFill>
              </a:rPr>
              <a:t>ctr</a:t>
            </a:r>
            <a:r>
              <a:rPr lang="en-US" sz="1100" dirty="0">
                <a:ln>
                  <a:solidFill>
                    <a:srgbClr val="00B0F0"/>
                  </a:solidFill>
                </a:ln>
                <a:solidFill>
                  <a:srgbClr val="00B0F0"/>
                </a:solidFill>
              </a:rPr>
              <a:t> number :=1;</a:t>
            </a:r>
          </a:p>
          <a:p>
            <a:pPr>
              <a:lnSpc>
                <a:spcPct val="120000"/>
              </a:lnSpc>
              <a:buNone/>
            </a:pPr>
            <a:r>
              <a:rPr lang="en-US" sz="1100" dirty="0">
                <a:ln>
                  <a:solidFill>
                    <a:srgbClr val="00B0F0"/>
                  </a:solidFill>
                </a:ln>
                <a:solidFill>
                  <a:srgbClr val="00B0F0"/>
                </a:solidFill>
              </a:rPr>
              <a:t> BEGIN</a:t>
            </a:r>
          </a:p>
          <a:p>
            <a:pPr>
              <a:lnSpc>
                <a:spcPct val="120000"/>
              </a:lnSpc>
              <a:buNone/>
            </a:pPr>
            <a:r>
              <a:rPr lang="en-US" sz="1100" dirty="0">
                <a:ln>
                  <a:solidFill>
                    <a:srgbClr val="00B0F0"/>
                  </a:solidFill>
                </a:ln>
                <a:solidFill>
                  <a:srgbClr val="00B0F0"/>
                </a:solidFill>
              </a:rPr>
              <a:t> 		SELECT loc BULK COLLECT INTO pairs FROM grid;</a:t>
            </a:r>
          </a:p>
          <a:p>
            <a:pPr>
              <a:lnSpc>
                <a:spcPct val="120000"/>
              </a:lnSpc>
              <a:buNone/>
            </a:pPr>
            <a:r>
              <a:rPr lang="en-US" sz="1100" dirty="0">
                <a:ln>
                  <a:solidFill>
                    <a:srgbClr val="00B0F0"/>
                  </a:solidFill>
                </a:ln>
                <a:solidFill>
                  <a:srgbClr val="00B0F0"/>
                </a:solidFill>
              </a:rPr>
              <a:t>		a:=</a:t>
            </a:r>
            <a:r>
              <a:rPr lang="en-US" sz="1100" dirty="0" err="1">
                <a:ln>
                  <a:solidFill>
                    <a:srgbClr val="00B0F0"/>
                  </a:solidFill>
                </a:ln>
                <a:solidFill>
                  <a:srgbClr val="00B0F0"/>
                </a:solidFill>
              </a:rPr>
              <a:t>pairs.count</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While </a:t>
            </a:r>
            <a:r>
              <a:rPr lang="en-US" sz="1100" dirty="0" err="1">
                <a:ln>
                  <a:solidFill>
                    <a:srgbClr val="00B0F0"/>
                  </a:solidFill>
                </a:ln>
                <a:solidFill>
                  <a:srgbClr val="00B0F0"/>
                </a:solidFill>
              </a:rPr>
              <a:t>ctr</a:t>
            </a:r>
            <a:r>
              <a:rPr lang="en-US" sz="1100" dirty="0">
                <a:ln>
                  <a:solidFill>
                    <a:srgbClr val="00B0F0"/>
                  </a:solidFill>
                </a:ln>
                <a:solidFill>
                  <a:srgbClr val="00B0F0"/>
                </a:solidFill>
              </a:rPr>
              <a:t>&lt;=a loop</a:t>
            </a:r>
          </a:p>
          <a:p>
            <a:pPr>
              <a:lnSpc>
                <a:spcPct val="120000"/>
              </a:lnSpc>
              <a:buNone/>
            </a:pPr>
            <a:r>
              <a:rPr lang="en-US" sz="1100" dirty="0">
                <a:ln>
                  <a:solidFill>
                    <a:srgbClr val="00B0F0"/>
                  </a:solidFill>
                </a:ln>
                <a:solidFill>
                  <a:srgbClr val="00B0F0"/>
                </a:solidFill>
              </a:rPr>
              <a:t>			</a:t>
            </a:r>
            <a:r>
              <a:rPr lang="en-US" sz="1100" dirty="0" err="1">
                <a:ln>
                  <a:solidFill>
                    <a:srgbClr val="00B0F0"/>
                  </a:solidFill>
                </a:ln>
                <a:solidFill>
                  <a:srgbClr val="00B0F0"/>
                </a:solidFill>
              </a:rPr>
              <a:t>Dbms_output.put_line</a:t>
            </a:r>
            <a:r>
              <a:rPr lang="en-US" sz="1100" dirty="0">
                <a:ln>
                  <a:solidFill>
                    <a:srgbClr val="00B0F0"/>
                  </a:solidFill>
                </a:ln>
                <a:solidFill>
                  <a:srgbClr val="00B0F0"/>
                </a:solidFill>
              </a:rPr>
              <a:t>(pairs(</a:t>
            </a:r>
            <a:r>
              <a:rPr lang="en-US" sz="1100" dirty="0" err="1">
                <a:ln>
                  <a:solidFill>
                    <a:srgbClr val="00B0F0"/>
                  </a:solidFill>
                </a:ln>
                <a:solidFill>
                  <a:srgbClr val="00B0F0"/>
                </a:solidFill>
              </a:rPr>
              <a:t>ctr</a:t>
            </a:r>
            <a:r>
              <a:rPr lang="en-US" sz="1100" dirty="0">
                <a:ln>
                  <a:solidFill>
                    <a:srgbClr val="00B0F0"/>
                  </a:solidFill>
                </a:ln>
                <a:solidFill>
                  <a:srgbClr val="00B0F0"/>
                </a:solidFill>
              </a:rPr>
              <a:t>).x||' '||pairs(</a:t>
            </a:r>
            <a:r>
              <a:rPr lang="en-US" sz="1100" dirty="0" err="1">
                <a:ln>
                  <a:solidFill>
                    <a:srgbClr val="00B0F0"/>
                  </a:solidFill>
                </a:ln>
                <a:solidFill>
                  <a:srgbClr val="00B0F0"/>
                </a:solidFill>
              </a:rPr>
              <a:t>ctr</a:t>
            </a:r>
            <a:r>
              <a:rPr lang="en-US" sz="1100" dirty="0">
                <a:ln>
                  <a:solidFill>
                    <a:srgbClr val="00B0F0"/>
                  </a:solidFill>
                </a:ln>
                <a:solidFill>
                  <a:srgbClr val="00B0F0"/>
                </a:solidFill>
              </a:rPr>
              <a:t>).y);</a:t>
            </a:r>
          </a:p>
          <a:p>
            <a:pPr>
              <a:lnSpc>
                <a:spcPct val="120000"/>
              </a:lnSpc>
              <a:buNone/>
            </a:pPr>
            <a:r>
              <a:rPr lang="en-US" sz="1100" dirty="0">
                <a:ln>
                  <a:solidFill>
                    <a:srgbClr val="00B0F0"/>
                  </a:solidFill>
                </a:ln>
                <a:solidFill>
                  <a:srgbClr val="00B0F0"/>
                </a:solidFill>
              </a:rPr>
              <a:t>			</a:t>
            </a:r>
            <a:r>
              <a:rPr lang="en-US" sz="1100" dirty="0" err="1">
                <a:ln>
                  <a:solidFill>
                    <a:srgbClr val="00B0F0"/>
                  </a:solidFill>
                </a:ln>
                <a:solidFill>
                  <a:srgbClr val="00B0F0"/>
                </a:solidFill>
              </a:rPr>
              <a:t>Ctr</a:t>
            </a:r>
            <a:r>
              <a:rPr lang="en-US" sz="1100" dirty="0">
                <a:ln>
                  <a:solidFill>
                    <a:srgbClr val="00B0F0"/>
                  </a:solidFill>
                </a:ln>
                <a:solidFill>
                  <a:srgbClr val="00B0F0"/>
                </a:solidFill>
              </a:rPr>
              <a:t>:=ctr+1;</a:t>
            </a:r>
          </a:p>
          <a:p>
            <a:pPr>
              <a:lnSpc>
                <a:spcPct val="120000"/>
              </a:lnSpc>
              <a:buNone/>
            </a:pPr>
            <a:r>
              <a:rPr lang="en-US" sz="1100" dirty="0">
                <a:ln>
                  <a:solidFill>
                    <a:srgbClr val="00B0F0"/>
                  </a:solidFill>
                </a:ln>
                <a:solidFill>
                  <a:srgbClr val="00B0F0"/>
                </a:solidFill>
              </a:rPr>
              <a:t>		End loop;</a:t>
            </a:r>
          </a:p>
          <a:p>
            <a:pPr>
              <a:lnSpc>
                <a:spcPct val="120000"/>
              </a:lnSpc>
              <a:buNone/>
            </a:pPr>
            <a:r>
              <a:rPr lang="en-US" sz="1100" dirty="0">
                <a:ln>
                  <a:solidFill>
                    <a:srgbClr val="00B0F0"/>
                  </a:solidFill>
                </a:ln>
                <a:solidFill>
                  <a:srgbClr val="00B0F0"/>
                </a:solidFill>
              </a:rPr>
              <a:t>End;</a:t>
            </a:r>
          </a:p>
          <a:p>
            <a:pPr>
              <a:lnSpc>
                <a:spcPct val="120000"/>
              </a:lnSpc>
              <a:buNone/>
            </a:pPr>
            <a:r>
              <a:rPr lang="en-US" sz="1100" dirty="0">
                <a:ln>
                  <a:solidFill>
                    <a:srgbClr val="00B0F0"/>
                  </a:solidFill>
                </a:ln>
                <a:solidFill>
                  <a:srgbClr val="00B0F0"/>
                </a:solidFill>
              </a:rPr>
              <a:t>/</a:t>
            </a:r>
          </a:p>
          <a:p>
            <a:pPr>
              <a:buNone/>
            </a:pPr>
            <a:endParaRPr lang="en-US" sz="900" dirty="0">
              <a:ln>
                <a:solidFill>
                  <a:srgbClr val="00B0F0"/>
                </a:solidFill>
              </a:ln>
              <a:solidFill>
                <a:srgbClr val="00B0F0"/>
              </a:solidFill>
            </a:endParaRP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2.10: Bulk Collect									…..</a:t>
            </a:r>
            <a:r>
              <a:rPr lang="en-US" sz="1400" b="1" dirty="0" err="1">
                <a:latin typeface="Candara"/>
              </a:rPr>
              <a:t>contd</a:t>
            </a:r>
            <a:br>
              <a:rPr lang="en-US" sz="1400" b="1" dirty="0">
                <a:latin typeface="Candara"/>
              </a:rPr>
            </a:br>
            <a:r>
              <a:rPr lang="en-US" sz="2000" dirty="0"/>
              <a:t>Retrieving Query Results from Object-columns</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142504" y="806116"/>
            <a:ext cx="8847117" cy="4066673"/>
          </a:xfrm>
        </p:spPr>
        <p:txBody>
          <a:bodyPr>
            <a:normAutofit fontScale="92500" lnSpcReduction="10000"/>
          </a:bodyPr>
          <a:lstStyle/>
          <a:p>
            <a:pPr algn="just"/>
            <a:r>
              <a:rPr lang="en-US" sz="1400" dirty="0"/>
              <a:t>You can use the BULK COLLECT clause in the RETURNING INTO clause of an INSERT, UPDATE, or DELETE statement, as the following example shows</a:t>
            </a:r>
            <a:r>
              <a:rPr lang="en-US" sz="2000" dirty="0"/>
              <a:t>. </a:t>
            </a:r>
          </a:p>
          <a:p>
            <a:pPr>
              <a:lnSpc>
                <a:spcPct val="120000"/>
              </a:lnSpc>
              <a:buNone/>
            </a:pPr>
            <a:r>
              <a:rPr lang="en-US" sz="1100" dirty="0">
                <a:ln>
                  <a:solidFill>
                    <a:srgbClr val="00B0F0"/>
                  </a:solidFill>
                </a:ln>
                <a:solidFill>
                  <a:srgbClr val="00B0F0"/>
                </a:solidFill>
              </a:rPr>
              <a:t>DECLARE</a:t>
            </a:r>
          </a:p>
          <a:p>
            <a:pPr>
              <a:lnSpc>
                <a:spcPct val="120000"/>
              </a:lnSpc>
              <a:buNone/>
            </a:pPr>
            <a:r>
              <a:rPr lang="en-US" sz="1100" dirty="0">
                <a:ln>
                  <a:solidFill>
                    <a:srgbClr val="00B0F0"/>
                  </a:solidFill>
                </a:ln>
                <a:solidFill>
                  <a:srgbClr val="00B0F0"/>
                </a:solidFill>
              </a:rPr>
              <a:t>		TYPE </a:t>
            </a:r>
            <a:r>
              <a:rPr lang="en-US" sz="1100" dirty="0" err="1">
                <a:ln>
                  <a:solidFill>
                    <a:srgbClr val="00B0F0"/>
                  </a:solidFill>
                </a:ln>
                <a:solidFill>
                  <a:srgbClr val="00B0F0"/>
                </a:solidFill>
              </a:rPr>
              <a:t>NumList</a:t>
            </a:r>
            <a:r>
              <a:rPr lang="en-US" sz="1100" dirty="0">
                <a:ln>
                  <a:solidFill>
                    <a:srgbClr val="00B0F0"/>
                  </a:solidFill>
                </a:ln>
                <a:solidFill>
                  <a:srgbClr val="00B0F0"/>
                </a:solidFill>
              </a:rPr>
              <a:t> IS TABLE OF </a:t>
            </a:r>
            <a:r>
              <a:rPr lang="en-US" sz="1100" dirty="0" err="1">
                <a:ln>
                  <a:solidFill>
                    <a:srgbClr val="00B0F0"/>
                  </a:solidFill>
                </a:ln>
                <a:solidFill>
                  <a:srgbClr val="00B0F0"/>
                </a:solidFill>
              </a:rPr>
              <a:t>emp.empno%TYPE</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a:t>
            </a:r>
            <a:r>
              <a:rPr lang="en-US" sz="1100" dirty="0" err="1">
                <a:ln>
                  <a:solidFill>
                    <a:srgbClr val="00B0F0"/>
                  </a:solidFill>
                </a:ln>
                <a:solidFill>
                  <a:srgbClr val="00B0F0"/>
                </a:solidFill>
              </a:rPr>
              <a:t>enums</a:t>
            </a:r>
            <a:r>
              <a:rPr lang="en-US" sz="1100" dirty="0">
                <a:ln>
                  <a:solidFill>
                    <a:srgbClr val="00B0F0"/>
                  </a:solidFill>
                </a:ln>
                <a:solidFill>
                  <a:srgbClr val="00B0F0"/>
                </a:solidFill>
              </a:rPr>
              <a:t> </a:t>
            </a:r>
            <a:r>
              <a:rPr lang="en-US" sz="1100" dirty="0" err="1">
                <a:ln>
                  <a:solidFill>
                    <a:srgbClr val="00B0F0"/>
                  </a:solidFill>
                </a:ln>
                <a:solidFill>
                  <a:srgbClr val="00B0F0"/>
                </a:solidFill>
              </a:rPr>
              <a:t>NumList</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a number;</a:t>
            </a:r>
          </a:p>
          <a:p>
            <a:pPr>
              <a:lnSpc>
                <a:spcPct val="120000"/>
              </a:lnSpc>
              <a:buNone/>
            </a:pPr>
            <a:r>
              <a:rPr lang="en-US" sz="1100" dirty="0">
                <a:ln>
                  <a:solidFill>
                    <a:srgbClr val="00B0F0"/>
                  </a:solidFill>
                </a:ln>
                <a:solidFill>
                  <a:srgbClr val="00B0F0"/>
                </a:solidFill>
              </a:rPr>
              <a:t>		</a:t>
            </a:r>
            <a:r>
              <a:rPr lang="en-US" sz="1100" dirty="0" err="1">
                <a:ln>
                  <a:solidFill>
                    <a:srgbClr val="00B0F0"/>
                  </a:solidFill>
                </a:ln>
                <a:solidFill>
                  <a:srgbClr val="00B0F0"/>
                </a:solidFill>
              </a:rPr>
              <a:t>ctr</a:t>
            </a:r>
            <a:r>
              <a:rPr lang="en-US" sz="1100" dirty="0">
                <a:ln>
                  <a:solidFill>
                    <a:srgbClr val="00B0F0"/>
                  </a:solidFill>
                </a:ln>
                <a:solidFill>
                  <a:srgbClr val="00B0F0"/>
                </a:solidFill>
              </a:rPr>
              <a:t> number :=1;</a:t>
            </a:r>
          </a:p>
          <a:p>
            <a:pPr>
              <a:lnSpc>
                <a:spcPct val="120000"/>
              </a:lnSpc>
              <a:buNone/>
            </a:pPr>
            <a:r>
              <a:rPr lang="en-US" sz="1100" dirty="0">
                <a:ln>
                  <a:solidFill>
                    <a:srgbClr val="00B0F0"/>
                  </a:solidFill>
                </a:ln>
                <a:solidFill>
                  <a:srgbClr val="00B0F0"/>
                </a:solidFill>
              </a:rPr>
              <a:t>BEGIN</a:t>
            </a:r>
          </a:p>
          <a:p>
            <a:pPr>
              <a:lnSpc>
                <a:spcPct val="120000"/>
              </a:lnSpc>
              <a:buNone/>
            </a:pPr>
            <a:r>
              <a:rPr lang="en-US" sz="1100" dirty="0">
                <a:ln>
                  <a:solidFill>
                    <a:srgbClr val="00B0F0"/>
                  </a:solidFill>
                </a:ln>
                <a:solidFill>
                  <a:srgbClr val="00B0F0"/>
                </a:solidFill>
              </a:rPr>
              <a:t>		DELETE FROM </a:t>
            </a:r>
            <a:r>
              <a:rPr lang="en-US" sz="1100" dirty="0" err="1">
                <a:ln>
                  <a:solidFill>
                    <a:srgbClr val="00B0F0"/>
                  </a:solidFill>
                </a:ln>
                <a:solidFill>
                  <a:srgbClr val="00B0F0"/>
                </a:solidFill>
              </a:rPr>
              <a:t>emp</a:t>
            </a:r>
            <a:r>
              <a:rPr lang="en-US" sz="1100" dirty="0">
                <a:ln>
                  <a:solidFill>
                    <a:srgbClr val="00B0F0"/>
                  </a:solidFill>
                </a:ln>
                <a:solidFill>
                  <a:srgbClr val="00B0F0"/>
                </a:solidFill>
              </a:rPr>
              <a:t> WHERE </a:t>
            </a:r>
            <a:r>
              <a:rPr lang="en-US" sz="1100" dirty="0" err="1">
                <a:ln>
                  <a:solidFill>
                    <a:srgbClr val="00B0F0"/>
                  </a:solidFill>
                </a:ln>
                <a:solidFill>
                  <a:srgbClr val="00B0F0"/>
                </a:solidFill>
              </a:rPr>
              <a:t>deptno</a:t>
            </a:r>
            <a:r>
              <a:rPr lang="en-US" sz="1100" dirty="0">
                <a:ln>
                  <a:solidFill>
                    <a:srgbClr val="00B0F0"/>
                  </a:solidFill>
                </a:ln>
                <a:solidFill>
                  <a:srgbClr val="00B0F0"/>
                </a:solidFill>
              </a:rPr>
              <a:t> = 30 RETURNING </a:t>
            </a:r>
            <a:r>
              <a:rPr lang="en-US" sz="1100" dirty="0" err="1">
                <a:ln>
                  <a:solidFill>
                    <a:srgbClr val="00B0F0"/>
                  </a:solidFill>
                </a:ln>
                <a:solidFill>
                  <a:srgbClr val="00B0F0"/>
                </a:solidFill>
              </a:rPr>
              <a:t>empno</a:t>
            </a:r>
            <a:r>
              <a:rPr lang="en-US" sz="1100" dirty="0">
                <a:ln>
                  <a:solidFill>
                    <a:srgbClr val="00B0F0"/>
                  </a:solidFill>
                </a:ln>
                <a:solidFill>
                  <a:srgbClr val="00B0F0"/>
                </a:solidFill>
              </a:rPr>
              <a:t> BULK COLLECT INTO </a:t>
            </a:r>
            <a:r>
              <a:rPr lang="en-US" sz="1100" dirty="0" err="1">
                <a:ln>
                  <a:solidFill>
                    <a:srgbClr val="00B0F0"/>
                  </a:solidFill>
                </a:ln>
                <a:solidFill>
                  <a:srgbClr val="00B0F0"/>
                </a:solidFill>
              </a:rPr>
              <a:t>enums</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a:=</a:t>
            </a:r>
            <a:r>
              <a:rPr lang="en-US" sz="1100" dirty="0" err="1">
                <a:ln>
                  <a:solidFill>
                    <a:srgbClr val="00B0F0"/>
                  </a:solidFill>
                </a:ln>
                <a:solidFill>
                  <a:srgbClr val="00B0F0"/>
                </a:solidFill>
              </a:rPr>
              <a:t>enums.count</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While </a:t>
            </a:r>
            <a:r>
              <a:rPr lang="en-US" sz="1100" dirty="0" err="1">
                <a:ln>
                  <a:solidFill>
                    <a:srgbClr val="00B0F0"/>
                  </a:solidFill>
                </a:ln>
                <a:solidFill>
                  <a:srgbClr val="00B0F0"/>
                </a:solidFill>
              </a:rPr>
              <a:t>ctr</a:t>
            </a:r>
            <a:r>
              <a:rPr lang="en-US" sz="1100" dirty="0">
                <a:ln>
                  <a:solidFill>
                    <a:srgbClr val="00B0F0"/>
                  </a:solidFill>
                </a:ln>
                <a:solidFill>
                  <a:srgbClr val="00B0F0"/>
                </a:solidFill>
              </a:rPr>
              <a:t>&lt;=a loop</a:t>
            </a:r>
          </a:p>
          <a:p>
            <a:pPr>
              <a:lnSpc>
                <a:spcPct val="120000"/>
              </a:lnSpc>
              <a:buNone/>
            </a:pPr>
            <a:r>
              <a:rPr lang="en-US" sz="1100" dirty="0">
                <a:ln>
                  <a:solidFill>
                    <a:srgbClr val="00B0F0"/>
                  </a:solidFill>
                </a:ln>
                <a:solidFill>
                  <a:srgbClr val="00B0F0"/>
                </a:solidFill>
              </a:rPr>
              <a:t> 			</a:t>
            </a:r>
            <a:r>
              <a:rPr lang="en-US" sz="1100" dirty="0" err="1">
                <a:ln>
                  <a:solidFill>
                    <a:srgbClr val="00B0F0"/>
                  </a:solidFill>
                </a:ln>
                <a:solidFill>
                  <a:srgbClr val="00B0F0"/>
                </a:solidFill>
              </a:rPr>
              <a:t>Dbms_output.put_line</a:t>
            </a:r>
            <a:r>
              <a:rPr lang="en-US" sz="1100" dirty="0">
                <a:ln>
                  <a:solidFill>
                    <a:srgbClr val="00B0F0"/>
                  </a:solidFill>
                </a:ln>
                <a:solidFill>
                  <a:srgbClr val="00B0F0"/>
                </a:solidFill>
              </a:rPr>
              <a:t>(</a:t>
            </a:r>
            <a:r>
              <a:rPr lang="en-US" sz="1100" dirty="0" err="1">
                <a:ln>
                  <a:solidFill>
                    <a:srgbClr val="00B0F0"/>
                  </a:solidFill>
                </a:ln>
                <a:solidFill>
                  <a:srgbClr val="00B0F0"/>
                </a:solidFill>
              </a:rPr>
              <a:t>enums</a:t>
            </a:r>
            <a:r>
              <a:rPr lang="en-US" sz="1100" dirty="0">
                <a:ln>
                  <a:solidFill>
                    <a:srgbClr val="00B0F0"/>
                  </a:solidFill>
                </a:ln>
                <a:solidFill>
                  <a:srgbClr val="00B0F0"/>
                </a:solidFill>
              </a:rPr>
              <a:t>(</a:t>
            </a:r>
            <a:r>
              <a:rPr lang="en-US" sz="1100" dirty="0" err="1">
                <a:ln>
                  <a:solidFill>
                    <a:srgbClr val="00B0F0"/>
                  </a:solidFill>
                </a:ln>
                <a:solidFill>
                  <a:srgbClr val="00B0F0"/>
                </a:solidFill>
              </a:rPr>
              <a:t>ctr</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a:t>
            </a:r>
            <a:r>
              <a:rPr lang="en-US" sz="1100" dirty="0" err="1">
                <a:ln>
                  <a:solidFill>
                    <a:srgbClr val="00B0F0"/>
                  </a:solidFill>
                </a:ln>
                <a:solidFill>
                  <a:srgbClr val="00B0F0"/>
                </a:solidFill>
              </a:rPr>
              <a:t>ctr</a:t>
            </a:r>
            <a:r>
              <a:rPr lang="en-US" sz="1100" dirty="0">
                <a:ln>
                  <a:solidFill>
                    <a:srgbClr val="00B0F0"/>
                  </a:solidFill>
                </a:ln>
                <a:solidFill>
                  <a:srgbClr val="00B0F0"/>
                </a:solidFill>
              </a:rPr>
              <a:t>:=ctr+1;</a:t>
            </a:r>
          </a:p>
          <a:p>
            <a:pPr>
              <a:lnSpc>
                <a:spcPct val="120000"/>
              </a:lnSpc>
              <a:buNone/>
            </a:pPr>
            <a:r>
              <a:rPr lang="en-US" sz="1100" dirty="0">
                <a:ln>
                  <a:solidFill>
                    <a:srgbClr val="00B0F0"/>
                  </a:solidFill>
                </a:ln>
                <a:solidFill>
                  <a:srgbClr val="00B0F0"/>
                </a:solidFill>
              </a:rPr>
              <a:t> 		End loop;</a:t>
            </a:r>
          </a:p>
          <a:p>
            <a:pPr>
              <a:lnSpc>
                <a:spcPct val="120000"/>
              </a:lnSpc>
              <a:buNone/>
            </a:pPr>
            <a:r>
              <a:rPr lang="en-US" sz="1100" dirty="0">
                <a:ln>
                  <a:solidFill>
                    <a:srgbClr val="00B0F0"/>
                  </a:solidFill>
                </a:ln>
                <a:solidFill>
                  <a:srgbClr val="00B0F0"/>
                </a:solidFill>
              </a:rPr>
              <a:t>END;</a:t>
            </a:r>
          </a:p>
          <a:p>
            <a:pPr>
              <a:lnSpc>
                <a:spcPct val="120000"/>
              </a:lnSpc>
              <a:buNone/>
            </a:pPr>
            <a:r>
              <a:rPr lang="en-US" sz="1100" dirty="0">
                <a:ln>
                  <a:solidFill>
                    <a:srgbClr val="00B0F0"/>
                  </a:solidFill>
                </a:ln>
                <a:solidFill>
                  <a:srgbClr val="00B0F0"/>
                </a:solidFill>
              </a:rPr>
              <a:t>/</a:t>
            </a:r>
          </a:p>
          <a:p>
            <a:pPr>
              <a:buNone/>
            </a:pPr>
            <a:endParaRPr lang="en-US" sz="900" dirty="0">
              <a:ln>
                <a:solidFill>
                  <a:srgbClr val="00B0F0"/>
                </a:solidFill>
              </a:ln>
              <a:solidFill>
                <a:srgbClr val="00B0F0"/>
              </a:solidFill>
            </a:endParaRP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2.10: Bulk Collect									…..</a:t>
            </a:r>
            <a:r>
              <a:rPr lang="en-US" sz="1400" b="1" dirty="0" err="1">
                <a:latin typeface="Candara"/>
              </a:rPr>
              <a:t>contd</a:t>
            </a:r>
            <a:br>
              <a:rPr lang="en-US" sz="1400" b="1" dirty="0">
                <a:latin typeface="Candara"/>
              </a:rPr>
            </a:br>
            <a:r>
              <a:rPr lang="en-US" sz="1800" dirty="0"/>
              <a:t> Retrieving DML Results into a Collection with the RETURNING INTO Clause</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320675" y="806116"/>
            <a:ext cx="8570662" cy="4066673"/>
          </a:xfrm>
        </p:spPr>
        <p:txBody>
          <a:bodyPr>
            <a:normAutofit fontScale="92500"/>
          </a:bodyPr>
          <a:lstStyle/>
          <a:p>
            <a:pPr algn="just"/>
            <a:r>
              <a:rPr lang="en-US" sz="2000" dirty="0"/>
              <a:t>You can use the BULK COLLECT clause only in tools which include PL SQL  engine Otherwise, you get the error </a:t>
            </a:r>
            <a:r>
              <a:rPr lang="en-US" sz="2000" i="1" dirty="0"/>
              <a:t>this feature is not supported in client-side  programs</a:t>
            </a:r>
            <a:r>
              <a:rPr lang="en-US" sz="2000" dirty="0"/>
              <a:t>.</a:t>
            </a:r>
          </a:p>
          <a:p>
            <a:pPr algn="just">
              <a:buNone/>
            </a:pPr>
            <a:endParaRPr lang="en-US" sz="2000" dirty="0"/>
          </a:p>
          <a:p>
            <a:pPr algn="just"/>
            <a:r>
              <a:rPr lang="en-US" sz="2000" dirty="0"/>
              <a:t>All targets in a BULK COLLECT INTO clause must be collections, as the following example shows names is a collection, but not salary, hence error.</a:t>
            </a:r>
          </a:p>
          <a:p>
            <a:pPr>
              <a:lnSpc>
                <a:spcPct val="120000"/>
              </a:lnSpc>
              <a:buNone/>
            </a:pPr>
            <a:r>
              <a:rPr lang="en-US" sz="1100" dirty="0">
                <a:ln>
                  <a:solidFill>
                    <a:srgbClr val="00B0F0"/>
                  </a:solidFill>
                </a:ln>
                <a:solidFill>
                  <a:srgbClr val="00B0F0"/>
                </a:solidFill>
              </a:rPr>
              <a:t>	DECLARE</a:t>
            </a:r>
          </a:p>
          <a:p>
            <a:pPr>
              <a:lnSpc>
                <a:spcPct val="120000"/>
              </a:lnSpc>
              <a:buNone/>
            </a:pPr>
            <a:r>
              <a:rPr lang="en-US" sz="1100" dirty="0">
                <a:ln>
                  <a:solidFill>
                    <a:srgbClr val="00B0F0"/>
                  </a:solidFill>
                </a:ln>
                <a:solidFill>
                  <a:srgbClr val="00B0F0"/>
                </a:solidFill>
              </a:rPr>
              <a:t>		TYPE </a:t>
            </a:r>
            <a:r>
              <a:rPr lang="en-US" sz="1100" dirty="0" err="1">
                <a:ln>
                  <a:solidFill>
                    <a:srgbClr val="00B0F0"/>
                  </a:solidFill>
                </a:ln>
                <a:solidFill>
                  <a:srgbClr val="00B0F0"/>
                </a:solidFill>
              </a:rPr>
              <a:t>NameList</a:t>
            </a:r>
            <a:r>
              <a:rPr lang="en-US" sz="1100" dirty="0">
                <a:ln>
                  <a:solidFill>
                    <a:srgbClr val="00B0F0"/>
                  </a:solidFill>
                </a:ln>
                <a:solidFill>
                  <a:srgbClr val="00B0F0"/>
                </a:solidFill>
              </a:rPr>
              <a:t> IS TABLE OF </a:t>
            </a:r>
            <a:r>
              <a:rPr lang="en-US" sz="1100" dirty="0" err="1">
                <a:ln>
                  <a:solidFill>
                    <a:srgbClr val="00B0F0"/>
                  </a:solidFill>
                </a:ln>
                <a:solidFill>
                  <a:srgbClr val="00B0F0"/>
                </a:solidFill>
              </a:rPr>
              <a:t>emp.ename%TYPE</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names </a:t>
            </a:r>
            <a:r>
              <a:rPr lang="en-US" sz="1100" dirty="0" err="1">
                <a:ln>
                  <a:solidFill>
                    <a:srgbClr val="00B0F0"/>
                  </a:solidFill>
                </a:ln>
                <a:solidFill>
                  <a:srgbClr val="00B0F0"/>
                </a:solidFill>
              </a:rPr>
              <a:t>NameList</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salary </a:t>
            </a:r>
            <a:r>
              <a:rPr lang="en-US" sz="1100" dirty="0" err="1">
                <a:ln>
                  <a:solidFill>
                    <a:srgbClr val="00B0F0"/>
                  </a:solidFill>
                </a:ln>
                <a:solidFill>
                  <a:srgbClr val="00B0F0"/>
                </a:solidFill>
              </a:rPr>
              <a:t>emp.sal%TYPE</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BEGIN</a:t>
            </a:r>
          </a:p>
          <a:p>
            <a:pPr>
              <a:lnSpc>
                <a:spcPct val="120000"/>
              </a:lnSpc>
              <a:buNone/>
            </a:pPr>
            <a:r>
              <a:rPr lang="en-US" sz="1100" dirty="0">
                <a:ln>
                  <a:solidFill>
                    <a:srgbClr val="00B0F0"/>
                  </a:solidFill>
                </a:ln>
                <a:solidFill>
                  <a:srgbClr val="00B0F0"/>
                </a:solidFill>
              </a:rPr>
              <a:t>		SELECT </a:t>
            </a:r>
            <a:r>
              <a:rPr lang="en-US" sz="1100" dirty="0" err="1">
                <a:ln>
                  <a:solidFill>
                    <a:srgbClr val="00B0F0"/>
                  </a:solidFill>
                </a:ln>
                <a:solidFill>
                  <a:srgbClr val="00B0F0"/>
                </a:solidFill>
              </a:rPr>
              <a:t>ename</a:t>
            </a:r>
            <a:r>
              <a:rPr lang="en-US" sz="1100" dirty="0">
                <a:ln>
                  <a:solidFill>
                    <a:srgbClr val="00B0F0"/>
                  </a:solidFill>
                </a:ln>
                <a:solidFill>
                  <a:srgbClr val="00B0F0"/>
                </a:solidFill>
              </a:rPr>
              <a:t>, </a:t>
            </a:r>
            <a:r>
              <a:rPr lang="en-US" sz="1100" dirty="0" err="1">
                <a:ln>
                  <a:solidFill>
                    <a:srgbClr val="00B0F0"/>
                  </a:solidFill>
                </a:ln>
                <a:solidFill>
                  <a:srgbClr val="00B0F0"/>
                </a:solidFill>
              </a:rPr>
              <a:t>sal</a:t>
            </a:r>
            <a:r>
              <a:rPr lang="en-US" sz="1100" dirty="0">
                <a:ln>
                  <a:solidFill>
                    <a:srgbClr val="00B0F0"/>
                  </a:solidFill>
                </a:ln>
                <a:solidFill>
                  <a:srgbClr val="00B0F0"/>
                </a:solidFill>
              </a:rPr>
              <a:t> BULK COLLECT INTO names, salary from </a:t>
            </a:r>
            <a:r>
              <a:rPr lang="en-US" sz="1100" dirty="0" err="1">
                <a:ln>
                  <a:solidFill>
                    <a:srgbClr val="00B0F0"/>
                  </a:solidFill>
                </a:ln>
                <a:solidFill>
                  <a:srgbClr val="00B0F0"/>
                </a:solidFill>
              </a:rPr>
              <a:t>emp</a:t>
            </a:r>
            <a:r>
              <a:rPr lang="en-US" sz="1100" dirty="0">
                <a:ln>
                  <a:solidFill>
                    <a:srgbClr val="00B0F0"/>
                  </a:solidFill>
                </a:ln>
                <a:solidFill>
                  <a:srgbClr val="00B0F0"/>
                </a:solidFill>
              </a:rPr>
              <a:t>;</a:t>
            </a:r>
          </a:p>
          <a:p>
            <a:pPr>
              <a:lnSpc>
                <a:spcPct val="120000"/>
              </a:lnSpc>
              <a:buNone/>
            </a:pPr>
            <a:r>
              <a:rPr lang="en-US" sz="1100" dirty="0">
                <a:ln>
                  <a:solidFill>
                    <a:srgbClr val="00B0F0"/>
                  </a:solidFill>
                </a:ln>
                <a:solidFill>
                  <a:srgbClr val="00B0F0"/>
                </a:solidFill>
              </a:rPr>
              <a:t>	END;</a:t>
            </a:r>
          </a:p>
          <a:p>
            <a:pPr>
              <a:lnSpc>
                <a:spcPct val="120000"/>
              </a:lnSpc>
              <a:buNone/>
            </a:pPr>
            <a:r>
              <a:rPr lang="en-US" sz="1100" dirty="0">
                <a:ln>
                  <a:solidFill>
                    <a:srgbClr val="00B0F0"/>
                  </a:solidFill>
                </a:ln>
                <a:solidFill>
                  <a:srgbClr val="00B0F0"/>
                </a:solidFill>
              </a:rPr>
              <a:t>/ </a:t>
            </a:r>
          </a:p>
          <a:p>
            <a:pPr algn="just">
              <a:buNone/>
            </a:pPr>
            <a:r>
              <a:rPr lang="en-US" sz="1300" dirty="0"/>
              <a:t>PLS-00497: cannot mix between single row and multi-row (BULK) in INTO list</a:t>
            </a: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dirty="0">
                <a:latin typeface="Candara"/>
              </a:rPr>
            </a:br>
            <a:r>
              <a:rPr lang="en-US" sz="1400" b="1" dirty="0">
                <a:latin typeface="Candara"/>
              </a:rPr>
              <a:t>2.11: Restriction on BULK-collect</a:t>
            </a:r>
            <a:br>
              <a:rPr lang="en-US" sz="1400" b="1" dirty="0">
                <a:latin typeface="Candara"/>
              </a:rPr>
            </a:br>
            <a:r>
              <a:rPr lang="en-US" sz="2200" dirty="0"/>
              <a:t>Restriction on RETURNING…..BULK COLLECT INTO</a:t>
            </a:r>
            <a:br>
              <a:rPr lang="en-US" dirty="0"/>
            </a:br>
            <a:r>
              <a:rPr lang="en-US" b="1" dirty="0">
                <a:latin typeface="Candara"/>
              </a:rPr>
              <a:t> </a:t>
            </a: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3"/>
          <p:cNvSpPr>
            <a:spLocks noGrp="1" noChangeArrowheads="1"/>
          </p:cNvSpPr>
          <p:nvPr>
            <p:ph type="body" idx="1"/>
          </p:nvPr>
        </p:nvSpPr>
        <p:spPr>
          <a:xfrm>
            <a:off x="0" y="700644"/>
            <a:ext cx="9144000" cy="4206240"/>
          </a:xfrm>
        </p:spPr>
        <p:txBody>
          <a:bodyPr>
            <a:normAutofit fontScale="47500" lnSpcReduction="20000"/>
          </a:bodyPr>
          <a:lstStyle/>
          <a:p>
            <a:pPr algn="just"/>
            <a:endParaRPr lang="en-US" sz="2000" dirty="0"/>
          </a:p>
          <a:p>
            <a:pPr algn="just"/>
            <a:r>
              <a:rPr lang="en-US" sz="2000" dirty="0"/>
              <a:t>You can combine the BULK COLLECT clause with a FORALL statement, in which case, the SQL engine bulk-binds column values incrementally. In the following example, if collection </a:t>
            </a:r>
            <a:r>
              <a:rPr lang="en-US" sz="2000" dirty="0" err="1"/>
              <a:t>dnums</a:t>
            </a:r>
            <a:r>
              <a:rPr lang="en-US" sz="2000" dirty="0"/>
              <a:t> has 3 elements, each of which causes 2 rows to be deleted, then collection </a:t>
            </a:r>
            <a:r>
              <a:rPr lang="en-US" sz="2000" dirty="0" err="1"/>
              <a:t>enums</a:t>
            </a:r>
            <a:r>
              <a:rPr lang="en-US" sz="2000" dirty="0"/>
              <a:t> has 6 elements when the statement completes:</a:t>
            </a:r>
          </a:p>
          <a:p>
            <a:pPr>
              <a:lnSpc>
                <a:spcPct val="140000"/>
              </a:lnSpc>
              <a:buNone/>
            </a:pPr>
            <a:r>
              <a:rPr lang="en-US" sz="1100" dirty="0">
                <a:ln>
                  <a:solidFill>
                    <a:srgbClr val="00B0F0"/>
                  </a:solidFill>
                </a:ln>
                <a:solidFill>
                  <a:srgbClr val="00B0F0"/>
                </a:solidFill>
              </a:rPr>
              <a:t>	</a:t>
            </a:r>
            <a:r>
              <a:rPr lang="en-US" sz="1200" dirty="0">
                <a:ln>
                  <a:solidFill>
                    <a:srgbClr val="00B0F0"/>
                  </a:solidFill>
                </a:ln>
                <a:solidFill>
                  <a:srgbClr val="00B0F0"/>
                </a:solidFill>
              </a:rPr>
              <a:t>Declare</a:t>
            </a:r>
          </a:p>
          <a:p>
            <a:pPr>
              <a:lnSpc>
                <a:spcPct val="140000"/>
              </a:lnSpc>
              <a:buNone/>
            </a:pPr>
            <a:r>
              <a:rPr lang="en-US" sz="1200" dirty="0">
                <a:ln>
                  <a:solidFill>
                    <a:srgbClr val="00B0F0"/>
                  </a:solidFill>
                </a:ln>
                <a:solidFill>
                  <a:srgbClr val="00B0F0"/>
                </a:solidFill>
              </a:rPr>
              <a:t> 		TYPE </a:t>
            </a:r>
            <a:r>
              <a:rPr lang="en-US" sz="1200" dirty="0" err="1">
                <a:ln>
                  <a:solidFill>
                    <a:srgbClr val="00B0F0"/>
                  </a:solidFill>
                </a:ln>
                <a:solidFill>
                  <a:srgbClr val="00B0F0"/>
                </a:solidFill>
              </a:rPr>
              <a:t>dNumList</a:t>
            </a:r>
            <a:r>
              <a:rPr lang="en-US" sz="1200" dirty="0">
                <a:ln>
                  <a:solidFill>
                    <a:srgbClr val="00B0F0"/>
                  </a:solidFill>
                </a:ln>
                <a:solidFill>
                  <a:srgbClr val="00B0F0"/>
                </a:solidFill>
              </a:rPr>
              <a:t> IS TABLE OF </a:t>
            </a:r>
            <a:r>
              <a:rPr lang="en-US" sz="1200" dirty="0" err="1">
                <a:ln>
                  <a:solidFill>
                    <a:srgbClr val="00B0F0"/>
                  </a:solidFill>
                </a:ln>
                <a:solidFill>
                  <a:srgbClr val="00B0F0"/>
                </a:solidFill>
              </a:rPr>
              <a:t>dept.deptno%TYPE</a:t>
            </a:r>
            <a:r>
              <a:rPr lang="en-US" sz="1200" dirty="0">
                <a:ln>
                  <a:solidFill>
                    <a:srgbClr val="00B0F0"/>
                  </a:solidFill>
                </a:ln>
                <a:solidFill>
                  <a:srgbClr val="00B0F0"/>
                </a:solidFill>
              </a:rPr>
              <a:t>;</a:t>
            </a:r>
          </a:p>
          <a:p>
            <a:pPr>
              <a:lnSpc>
                <a:spcPct val="140000"/>
              </a:lnSpc>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dnums</a:t>
            </a:r>
            <a:r>
              <a:rPr lang="en-US" sz="1200" dirty="0">
                <a:ln>
                  <a:solidFill>
                    <a:srgbClr val="00B0F0"/>
                  </a:solidFill>
                </a:ln>
                <a:solidFill>
                  <a:srgbClr val="00B0F0"/>
                </a:solidFill>
              </a:rPr>
              <a:t> </a:t>
            </a:r>
            <a:r>
              <a:rPr lang="en-US" sz="1200" dirty="0" err="1">
                <a:ln>
                  <a:solidFill>
                    <a:srgbClr val="00B0F0"/>
                  </a:solidFill>
                </a:ln>
                <a:solidFill>
                  <a:srgbClr val="00B0F0"/>
                </a:solidFill>
              </a:rPr>
              <a:t>dNumList</a:t>
            </a:r>
            <a:r>
              <a:rPr lang="en-US" sz="1200" dirty="0">
                <a:ln>
                  <a:solidFill>
                    <a:srgbClr val="00B0F0"/>
                  </a:solidFill>
                </a:ln>
                <a:solidFill>
                  <a:srgbClr val="00B0F0"/>
                </a:solidFill>
              </a:rPr>
              <a:t>;</a:t>
            </a:r>
          </a:p>
          <a:p>
            <a:pPr>
              <a:lnSpc>
                <a:spcPct val="140000"/>
              </a:lnSpc>
              <a:buNone/>
            </a:pPr>
            <a:r>
              <a:rPr lang="en-US" sz="1200" dirty="0">
                <a:ln>
                  <a:solidFill>
                    <a:srgbClr val="00B0F0"/>
                  </a:solidFill>
                </a:ln>
                <a:solidFill>
                  <a:srgbClr val="00B0F0"/>
                </a:solidFill>
              </a:rPr>
              <a:t> 		TYPE </a:t>
            </a:r>
            <a:r>
              <a:rPr lang="en-US" sz="1200" dirty="0" err="1">
                <a:ln>
                  <a:solidFill>
                    <a:srgbClr val="00B0F0"/>
                  </a:solidFill>
                </a:ln>
                <a:solidFill>
                  <a:srgbClr val="00B0F0"/>
                </a:solidFill>
              </a:rPr>
              <a:t>eNumList</a:t>
            </a:r>
            <a:r>
              <a:rPr lang="en-US" sz="1200" dirty="0">
                <a:ln>
                  <a:solidFill>
                    <a:srgbClr val="00B0F0"/>
                  </a:solidFill>
                </a:ln>
                <a:solidFill>
                  <a:srgbClr val="00B0F0"/>
                </a:solidFill>
              </a:rPr>
              <a:t> IS TABLE OF </a:t>
            </a:r>
            <a:r>
              <a:rPr lang="en-US" sz="1200" dirty="0" err="1">
                <a:ln>
                  <a:solidFill>
                    <a:srgbClr val="00B0F0"/>
                  </a:solidFill>
                </a:ln>
                <a:solidFill>
                  <a:srgbClr val="00B0F0"/>
                </a:solidFill>
              </a:rPr>
              <a:t>emp.empno%TYPE</a:t>
            </a:r>
            <a:r>
              <a:rPr lang="en-US" sz="1200" dirty="0">
                <a:ln>
                  <a:solidFill>
                    <a:srgbClr val="00B0F0"/>
                  </a:solidFill>
                </a:ln>
                <a:solidFill>
                  <a:srgbClr val="00B0F0"/>
                </a:solidFill>
              </a:rPr>
              <a:t>;</a:t>
            </a:r>
          </a:p>
          <a:p>
            <a:pPr>
              <a:lnSpc>
                <a:spcPct val="140000"/>
              </a:lnSpc>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enums</a:t>
            </a:r>
            <a:r>
              <a:rPr lang="en-US" sz="1200" dirty="0">
                <a:ln>
                  <a:solidFill>
                    <a:srgbClr val="00B0F0"/>
                  </a:solidFill>
                </a:ln>
                <a:solidFill>
                  <a:srgbClr val="00B0F0"/>
                </a:solidFill>
              </a:rPr>
              <a:t> </a:t>
            </a:r>
            <a:r>
              <a:rPr lang="en-US" sz="1200" dirty="0" err="1">
                <a:ln>
                  <a:solidFill>
                    <a:srgbClr val="00B0F0"/>
                  </a:solidFill>
                </a:ln>
                <a:solidFill>
                  <a:srgbClr val="00B0F0"/>
                </a:solidFill>
              </a:rPr>
              <a:t>eNumList</a:t>
            </a:r>
            <a:r>
              <a:rPr lang="en-US" sz="1200" dirty="0">
                <a:ln>
                  <a:solidFill>
                    <a:srgbClr val="00B0F0"/>
                  </a:solidFill>
                </a:ln>
                <a:solidFill>
                  <a:srgbClr val="00B0F0"/>
                </a:solidFill>
              </a:rPr>
              <a:t>;</a:t>
            </a:r>
          </a:p>
          <a:p>
            <a:pPr>
              <a:lnSpc>
                <a:spcPct val="140000"/>
              </a:lnSpc>
              <a:buNone/>
            </a:pPr>
            <a:r>
              <a:rPr lang="en-US" sz="1200" dirty="0">
                <a:ln>
                  <a:solidFill>
                    <a:srgbClr val="00B0F0"/>
                  </a:solidFill>
                </a:ln>
                <a:solidFill>
                  <a:srgbClr val="00B0F0"/>
                </a:solidFill>
              </a:rPr>
              <a:t> 		a number;</a:t>
            </a:r>
          </a:p>
          <a:p>
            <a:pPr>
              <a:lnSpc>
                <a:spcPct val="140000"/>
              </a:lnSpc>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ctr</a:t>
            </a:r>
            <a:r>
              <a:rPr lang="en-US" sz="1200" dirty="0">
                <a:ln>
                  <a:solidFill>
                    <a:srgbClr val="00B0F0"/>
                  </a:solidFill>
                </a:ln>
                <a:solidFill>
                  <a:srgbClr val="00B0F0"/>
                </a:solidFill>
              </a:rPr>
              <a:t> number :=1;</a:t>
            </a:r>
          </a:p>
          <a:p>
            <a:pPr>
              <a:lnSpc>
                <a:spcPct val="140000"/>
              </a:lnSpc>
              <a:buNone/>
            </a:pPr>
            <a:r>
              <a:rPr lang="en-US" sz="1200" dirty="0">
                <a:ln>
                  <a:solidFill>
                    <a:srgbClr val="00B0F0"/>
                  </a:solidFill>
                </a:ln>
                <a:solidFill>
                  <a:srgbClr val="00B0F0"/>
                </a:solidFill>
              </a:rPr>
              <a:t> 	begin</a:t>
            </a:r>
          </a:p>
          <a:p>
            <a:pPr>
              <a:lnSpc>
                <a:spcPct val="140000"/>
              </a:lnSpc>
              <a:buNone/>
            </a:pPr>
            <a:r>
              <a:rPr lang="en-US" sz="1200" dirty="0">
                <a:ln>
                  <a:solidFill>
                    <a:srgbClr val="00B0F0"/>
                  </a:solidFill>
                </a:ln>
                <a:solidFill>
                  <a:srgbClr val="00B0F0"/>
                </a:solidFill>
              </a:rPr>
              <a:t> 		select </a:t>
            </a:r>
            <a:r>
              <a:rPr lang="en-US" sz="1200" dirty="0" err="1">
                <a:ln>
                  <a:solidFill>
                    <a:srgbClr val="00B0F0"/>
                  </a:solidFill>
                </a:ln>
                <a:solidFill>
                  <a:srgbClr val="00B0F0"/>
                </a:solidFill>
              </a:rPr>
              <a:t>deptno</a:t>
            </a:r>
            <a:r>
              <a:rPr lang="en-US" sz="1200" dirty="0">
                <a:ln>
                  <a:solidFill>
                    <a:srgbClr val="00B0F0"/>
                  </a:solidFill>
                </a:ln>
                <a:solidFill>
                  <a:srgbClr val="00B0F0"/>
                </a:solidFill>
              </a:rPr>
              <a:t> bulk collect into </a:t>
            </a:r>
            <a:r>
              <a:rPr lang="en-US" sz="1200" dirty="0" err="1">
                <a:ln>
                  <a:solidFill>
                    <a:srgbClr val="00B0F0"/>
                  </a:solidFill>
                </a:ln>
                <a:solidFill>
                  <a:srgbClr val="00B0F0"/>
                </a:solidFill>
              </a:rPr>
              <a:t>dnums</a:t>
            </a:r>
            <a:r>
              <a:rPr lang="en-US" sz="1200" dirty="0">
                <a:ln>
                  <a:solidFill>
                    <a:srgbClr val="00B0F0"/>
                  </a:solidFill>
                </a:ln>
                <a:solidFill>
                  <a:srgbClr val="00B0F0"/>
                </a:solidFill>
              </a:rPr>
              <a:t> from dept where </a:t>
            </a:r>
            <a:r>
              <a:rPr lang="en-US" sz="1200" dirty="0" err="1">
                <a:ln>
                  <a:solidFill>
                    <a:srgbClr val="00B0F0"/>
                  </a:solidFill>
                </a:ln>
                <a:solidFill>
                  <a:srgbClr val="00B0F0"/>
                </a:solidFill>
              </a:rPr>
              <a:t>deptno</a:t>
            </a:r>
            <a:r>
              <a:rPr lang="en-US" sz="1200" dirty="0">
                <a:ln>
                  <a:solidFill>
                    <a:srgbClr val="00B0F0"/>
                  </a:solidFill>
                </a:ln>
                <a:solidFill>
                  <a:srgbClr val="00B0F0"/>
                </a:solidFill>
              </a:rPr>
              <a:t>&lt;=30;</a:t>
            </a:r>
          </a:p>
          <a:p>
            <a:pPr>
              <a:lnSpc>
                <a:spcPct val="140000"/>
              </a:lnSpc>
              <a:buNone/>
            </a:pPr>
            <a:r>
              <a:rPr lang="en-US" sz="1200" dirty="0">
                <a:ln>
                  <a:solidFill>
                    <a:srgbClr val="00B0F0"/>
                  </a:solidFill>
                </a:ln>
                <a:solidFill>
                  <a:srgbClr val="00B0F0"/>
                </a:solidFill>
              </a:rPr>
              <a:t> 		FORALL j IN </a:t>
            </a:r>
            <a:r>
              <a:rPr lang="en-US" sz="1200" dirty="0" err="1">
                <a:ln>
                  <a:solidFill>
                    <a:srgbClr val="00B0F0"/>
                  </a:solidFill>
                </a:ln>
                <a:solidFill>
                  <a:srgbClr val="00B0F0"/>
                </a:solidFill>
              </a:rPr>
              <a:t>dnums.FIRST</a:t>
            </a:r>
            <a:r>
              <a:rPr lang="en-US" sz="1200" dirty="0">
                <a:ln>
                  <a:solidFill>
                    <a:srgbClr val="00B0F0"/>
                  </a:solidFill>
                </a:ln>
                <a:solidFill>
                  <a:srgbClr val="00B0F0"/>
                </a:solidFill>
              </a:rPr>
              <a:t>..</a:t>
            </a:r>
            <a:r>
              <a:rPr lang="en-US" sz="1200" dirty="0" err="1">
                <a:ln>
                  <a:solidFill>
                    <a:srgbClr val="00B0F0"/>
                  </a:solidFill>
                </a:ln>
                <a:solidFill>
                  <a:srgbClr val="00B0F0"/>
                </a:solidFill>
              </a:rPr>
              <a:t>dnums.LAST</a:t>
            </a:r>
            <a:r>
              <a:rPr lang="en-US" sz="1200" dirty="0">
                <a:ln>
                  <a:solidFill>
                    <a:srgbClr val="00B0F0"/>
                  </a:solidFill>
                </a:ln>
                <a:solidFill>
                  <a:srgbClr val="00B0F0"/>
                </a:solidFill>
              </a:rPr>
              <a:t> DELETE FROM </a:t>
            </a:r>
            <a:r>
              <a:rPr lang="en-US" sz="1200" dirty="0" err="1">
                <a:ln>
                  <a:solidFill>
                    <a:srgbClr val="00B0F0"/>
                  </a:solidFill>
                </a:ln>
                <a:solidFill>
                  <a:srgbClr val="00B0F0"/>
                </a:solidFill>
              </a:rPr>
              <a:t>emp</a:t>
            </a:r>
            <a:r>
              <a:rPr lang="en-US" sz="1200" dirty="0">
                <a:ln>
                  <a:solidFill>
                    <a:srgbClr val="00B0F0"/>
                  </a:solidFill>
                </a:ln>
                <a:solidFill>
                  <a:srgbClr val="00B0F0"/>
                </a:solidFill>
              </a:rPr>
              <a:t> WHERE </a:t>
            </a:r>
            <a:r>
              <a:rPr lang="en-US" sz="1200" dirty="0" err="1">
                <a:ln>
                  <a:solidFill>
                    <a:srgbClr val="00B0F0"/>
                  </a:solidFill>
                </a:ln>
                <a:solidFill>
                  <a:srgbClr val="00B0F0"/>
                </a:solidFill>
              </a:rPr>
              <a:t>deptno</a:t>
            </a:r>
            <a:r>
              <a:rPr lang="en-US" sz="1200" dirty="0">
                <a:ln>
                  <a:solidFill>
                    <a:srgbClr val="00B0F0"/>
                  </a:solidFill>
                </a:ln>
                <a:solidFill>
                  <a:srgbClr val="00B0F0"/>
                </a:solidFill>
              </a:rPr>
              <a:t> = </a:t>
            </a:r>
            <a:r>
              <a:rPr lang="en-US" sz="1200" dirty="0" err="1">
                <a:ln>
                  <a:solidFill>
                    <a:srgbClr val="00B0F0"/>
                  </a:solidFill>
                </a:ln>
                <a:solidFill>
                  <a:srgbClr val="00B0F0"/>
                </a:solidFill>
              </a:rPr>
              <a:t>dnums</a:t>
            </a:r>
            <a:r>
              <a:rPr lang="en-US" sz="1200" dirty="0">
                <a:ln>
                  <a:solidFill>
                    <a:srgbClr val="00B0F0"/>
                  </a:solidFill>
                </a:ln>
                <a:solidFill>
                  <a:srgbClr val="00B0F0"/>
                </a:solidFill>
              </a:rPr>
              <a:t>(j) RETURNING </a:t>
            </a:r>
            <a:r>
              <a:rPr lang="en-US" sz="1200" dirty="0" err="1">
                <a:ln>
                  <a:solidFill>
                    <a:srgbClr val="00B0F0"/>
                  </a:solidFill>
                </a:ln>
                <a:solidFill>
                  <a:srgbClr val="00B0F0"/>
                </a:solidFill>
              </a:rPr>
              <a:t>empno</a:t>
            </a:r>
            <a:r>
              <a:rPr lang="en-US" sz="1200" dirty="0">
                <a:ln>
                  <a:solidFill>
                    <a:srgbClr val="00B0F0"/>
                  </a:solidFill>
                </a:ln>
                <a:solidFill>
                  <a:srgbClr val="00B0F0"/>
                </a:solidFill>
              </a:rPr>
              <a:t> BULK COLLECT INTO </a:t>
            </a:r>
            <a:r>
              <a:rPr lang="en-US" sz="1200" dirty="0" err="1">
                <a:ln>
                  <a:solidFill>
                    <a:srgbClr val="00B0F0"/>
                  </a:solidFill>
                </a:ln>
                <a:solidFill>
                  <a:srgbClr val="00B0F0"/>
                </a:solidFill>
              </a:rPr>
              <a:t>enums</a:t>
            </a:r>
            <a:r>
              <a:rPr lang="en-US" sz="1200" dirty="0">
                <a:ln>
                  <a:solidFill>
                    <a:srgbClr val="00B0F0"/>
                  </a:solidFill>
                </a:ln>
                <a:solidFill>
                  <a:srgbClr val="00B0F0"/>
                </a:solidFill>
              </a:rPr>
              <a:t>;</a:t>
            </a:r>
          </a:p>
          <a:p>
            <a:pPr>
              <a:lnSpc>
                <a:spcPct val="140000"/>
              </a:lnSpc>
              <a:buNone/>
            </a:pPr>
            <a:r>
              <a:rPr lang="en-US" sz="1200" dirty="0">
                <a:ln>
                  <a:solidFill>
                    <a:srgbClr val="00B0F0"/>
                  </a:solidFill>
                </a:ln>
                <a:solidFill>
                  <a:srgbClr val="00B0F0"/>
                </a:solidFill>
              </a:rPr>
              <a:t> 		a:=</a:t>
            </a:r>
            <a:r>
              <a:rPr lang="en-US" sz="1200" dirty="0" err="1">
                <a:ln>
                  <a:solidFill>
                    <a:srgbClr val="00B0F0"/>
                  </a:solidFill>
                </a:ln>
                <a:solidFill>
                  <a:srgbClr val="00B0F0"/>
                </a:solidFill>
              </a:rPr>
              <a:t>enums.count</a:t>
            </a:r>
            <a:r>
              <a:rPr lang="en-US" sz="1200" dirty="0">
                <a:ln>
                  <a:solidFill>
                    <a:srgbClr val="00B0F0"/>
                  </a:solidFill>
                </a:ln>
                <a:solidFill>
                  <a:srgbClr val="00B0F0"/>
                </a:solidFill>
              </a:rPr>
              <a:t>;</a:t>
            </a:r>
          </a:p>
          <a:p>
            <a:pPr>
              <a:lnSpc>
                <a:spcPct val="140000"/>
              </a:lnSpc>
              <a:buNone/>
            </a:pPr>
            <a:r>
              <a:rPr lang="en-US" sz="1200" dirty="0">
                <a:ln>
                  <a:solidFill>
                    <a:srgbClr val="00B0F0"/>
                  </a:solidFill>
                </a:ln>
                <a:solidFill>
                  <a:srgbClr val="00B0F0"/>
                </a:solidFill>
              </a:rPr>
              <a:t> 		While </a:t>
            </a:r>
            <a:r>
              <a:rPr lang="en-US" sz="1200" dirty="0" err="1">
                <a:ln>
                  <a:solidFill>
                    <a:srgbClr val="00B0F0"/>
                  </a:solidFill>
                </a:ln>
                <a:solidFill>
                  <a:srgbClr val="00B0F0"/>
                </a:solidFill>
              </a:rPr>
              <a:t>ctr</a:t>
            </a:r>
            <a:r>
              <a:rPr lang="en-US" sz="1200" dirty="0">
                <a:ln>
                  <a:solidFill>
                    <a:srgbClr val="00B0F0"/>
                  </a:solidFill>
                </a:ln>
                <a:solidFill>
                  <a:srgbClr val="00B0F0"/>
                </a:solidFill>
              </a:rPr>
              <a:t>&lt;=a loop</a:t>
            </a:r>
          </a:p>
          <a:p>
            <a:pPr>
              <a:lnSpc>
                <a:spcPct val="140000"/>
              </a:lnSpc>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Dbms_output.put_line</a:t>
            </a:r>
            <a:r>
              <a:rPr lang="en-US" sz="1200" dirty="0">
                <a:ln>
                  <a:solidFill>
                    <a:srgbClr val="00B0F0"/>
                  </a:solidFill>
                </a:ln>
                <a:solidFill>
                  <a:srgbClr val="00B0F0"/>
                </a:solidFill>
              </a:rPr>
              <a:t>(</a:t>
            </a:r>
            <a:r>
              <a:rPr lang="en-US" sz="1200" dirty="0" err="1">
                <a:ln>
                  <a:solidFill>
                    <a:srgbClr val="00B0F0"/>
                  </a:solidFill>
                </a:ln>
                <a:solidFill>
                  <a:srgbClr val="00B0F0"/>
                </a:solidFill>
              </a:rPr>
              <a:t>enums</a:t>
            </a:r>
            <a:r>
              <a:rPr lang="en-US" sz="1200" dirty="0">
                <a:ln>
                  <a:solidFill>
                    <a:srgbClr val="00B0F0"/>
                  </a:solidFill>
                </a:ln>
                <a:solidFill>
                  <a:srgbClr val="00B0F0"/>
                </a:solidFill>
              </a:rPr>
              <a:t>(</a:t>
            </a:r>
            <a:r>
              <a:rPr lang="en-US" sz="1200" dirty="0" err="1">
                <a:ln>
                  <a:solidFill>
                    <a:srgbClr val="00B0F0"/>
                  </a:solidFill>
                </a:ln>
                <a:solidFill>
                  <a:srgbClr val="00B0F0"/>
                </a:solidFill>
              </a:rPr>
              <a:t>ctr</a:t>
            </a:r>
            <a:r>
              <a:rPr lang="en-US" sz="1200" dirty="0">
                <a:ln>
                  <a:solidFill>
                    <a:srgbClr val="00B0F0"/>
                  </a:solidFill>
                </a:ln>
                <a:solidFill>
                  <a:srgbClr val="00B0F0"/>
                </a:solidFill>
              </a:rPr>
              <a:t>));</a:t>
            </a:r>
          </a:p>
          <a:p>
            <a:pPr>
              <a:lnSpc>
                <a:spcPct val="140000"/>
              </a:lnSpc>
              <a:buNone/>
            </a:pPr>
            <a:r>
              <a:rPr lang="en-US" sz="1200" dirty="0">
                <a:ln>
                  <a:solidFill>
                    <a:srgbClr val="00B0F0"/>
                  </a:solidFill>
                </a:ln>
                <a:solidFill>
                  <a:srgbClr val="00B0F0"/>
                </a:solidFill>
              </a:rPr>
              <a:t>  			</a:t>
            </a:r>
            <a:r>
              <a:rPr lang="en-US" sz="1200" dirty="0" err="1">
                <a:ln>
                  <a:solidFill>
                    <a:srgbClr val="00B0F0"/>
                  </a:solidFill>
                </a:ln>
                <a:solidFill>
                  <a:srgbClr val="00B0F0"/>
                </a:solidFill>
              </a:rPr>
              <a:t>ctr</a:t>
            </a:r>
            <a:r>
              <a:rPr lang="en-US" sz="1200" dirty="0">
                <a:ln>
                  <a:solidFill>
                    <a:srgbClr val="00B0F0"/>
                  </a:solidFill>
                </a:ln>
                <a:solidFill>
                  <a:srgbClr val="00B0F0"/>
                </a:solidFill>
              </a:rPr>
              <a:t>:=ctr+1;</a:t>
            </a:r>
          </a:p>
          <a:p>
            <a:pPr>
              <a:lnSpc>
                <a:spcPct val="140000"/>
              </a:lnSpc>
              <a:buNone/>
            </a:pPr>
            <a:r>
              <a:rPr lang="en-US" sz="1200" dirty="0">
                <a:ln>
                  <a:solidFill>
                    <a:srgbClr val="00B0F0"/>
                  </a:solidFill>
                </a:ln>
                <a:solidFill>
                  <a:srgbClr val="00B0F0"/>
                </a:solidFill>
              </a:rPr>
              <a:t>  		End loop;</a:t>
            </a:r>
          </a:p>
          <a:p>
            <a:pPr>
              <a:lnSpc>
                <a:spcPct val="140000"/>
              </a:lnSpc>
              <a:buNone/>
            </a:pPr>
            <a:r>
              <a:rPr lang="en-US" sz="1200" dirty="0">
                <a:ln>
                  <a:solidFill>
                    <a:srgbClr val="00B0F0"/>
                  </a:solidFill>
                </a:ln>
                <a:solidFill>
                  <a:srgbClr val="00B0F0"/>
                </a:solidFill>
              </a:rPr>
              <a:t> 	END;</a:t>
            </a:r>
          </a:p>
          <a:p>
            <a:pPr>
              <a:lnSpc>
                <a:spcPct val="140000"/>
              </a:lnSpc>
              <a:buNone/>
            </a:pPr>
            <a:r>
              <a:rPr lang="en-US" sz="1200" dirty="0">
                <a:ln>
                  <a:solidFill>
                    <a:srgbClr val="00B0F0"/>
                  </a:solidFill>
                </a:ln>
                <a:solidFill>
                  <a:srgbClr val="00B0F0"/>
                </a:solidFill>
              </a:rPr>
              <a:t>/</a:t>
            </a:r>
          </a:p>
          <a:p>
            <a:pPr>
              <a:lnSpc>
                <a:spcPct val="140000"/>
              </a:lnSpc>
              <a:buNone/>
            </a:pPr>
            <a:r>
              <a:rPr lang="en-US" sz="1800" dirty="0"/>
              <a:t>	The column values returned by each execution of DELETE are added to the values of </a:t>
            </a:r>
            <a:r>
              <a:rPr lang="en-US" sz="1800" dirty="0" err="1"/>
              <a:t>enum</a:t>
            </a:r>
            <a:r>
              <a:rPr lang="en-US" sz="1800" dirty="0"/>
              <a:t> returned previously. This is possible with FOR ALL. With a FOR loop, the previous values would have been overwritten.</a:t>
            </a:r>
            <a:endParaRPr lang="en-US" sz="1800" dirty="0">
              <a:ln>
                <a:solidFill>
                  <a:srgbClr val="00B0F0"/>
                </a:solidFill>
              </a:ln>
              <a:solidFill>
                <a:srgbClr val="00B0F0"/>
              </a:solidFill>
            </a:endParaRPr>
          </a:p>
        </p:txBody>
      </p:sp>
      <p:sp>
        <p:nvSpPr>
          <p:cNvPr id="6147" name="Rectangle 3"/>
          <p:cNvSpPr>
            <a:spLocks noGrp="1"/>
          </p:cNvSpPr>
          <p:nvPr>
            <p:ph type="title"/>
          </p:nvPr>
        </p:nvSpPr>
        <p:spPr>
          <a:xfrm>
            <a:off x="0" y="0"/>
            <a:ext cx="9144000" cy="546265"/>
          </a:xfrm>
          <a:noFill/>
        </p:spPr>
        <p:txBody>
          <a:bodyPr>
            <a:normAutofit fontScale="90000"/>
          </a:bodyPr>
          <a:lstStyle/>
          <a:p>
            <a:br>
              <a:rPr lang="en-US" sz="1400" b="1" dirty="0">
                <a:latin typeface="Candara"/>
              </a:rPr>
            </a:br>
            <a:br>
              <a:rPr lang="en-US" sz="1400" b="1">
                <a:latin typeface="Candara"/>
              </a:rPr>
            </a:br>
            <a:r>
              <a:rPr lang="en-US" sz="1400" b="1">
                <a:latin typeface="Candara"/>
              </a:rPr>
              <a:t>2.12: </a:t>
            </a:r>
            <a:r>
              <a:rPr lang="en-US" sz="1400" b="1" dirty="0">
                <a:latin typeface="Candara"/>
              </a:rPr>
              <a:t>BULK-Bind and BULK-collect combined </a:t>
            </a:r>
            <a:br>
              <a:rPr lang="en-US" sz="1400" b="1" dirty="0">
                <a:latin typeface="Candara"/>
              </a:rPr>
            </a:br>
            <a:r>
              <a:rPr lang="en-US" sz="2000" dirty="0"/>
              <a:t>Using FORALL and BULK COLLECT Together</a:t>
            </a:r>
            <a:br>
              <a:rPr lang="en-US" sz="2000" dirty="0"/>
            </a:br>
            <a:endParaRPr lang="en-US" sz="2400" b="1" dirty="0">
              <a:latin typeface="Candara"/>
            </a:endParaRPr>
          </a:p>
        </p:txBody>
      </p:sp>
    </p:spTree>
    <p:extLst>
      <p:ext uri="{BB962C8B-B14F-4D97-AF65-F5344CB8AC3E}">
        <p14:creationId xmlns:p14="http://schemas.microsoft.com/office/powerpoint/2010/main" val="11181558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cOLV5mW.q0KZi163Pl1y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jDnCrkojv0SGcwHGEYrPF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pOFNbajSUEaO0T7L3_MyV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zDbv4V7vT0WxnXgCD5MXW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11Y1Bb0l0irz8SJoiUMe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mxc0iXCQkmeiJMOi0JxK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cF9GXJfe4kWec6UHbfCPK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6kAk9o_lW0Ov.hm_5Xvny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OxU61rCZf0ui2sg3.Ux._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Xq6O2oonXUC.Ah4a29V_I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0nVqnsTkbEesDolNHQoqs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heme/theme1.xml><?xml version="1.0" encoding="utf-8"?>
<a:theme xmlns:a="http://schemas.openxmlformats.org/drawingml/2006/main" name="ClassBook-LessonXX-Template Capgemini">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losing slides">
  <a:themeElements>
    <a:clrScheme name="Capgemini Palette">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64F2559C04AE4488E94205E47398A2E" ma:contentTypeVersion="1" ma:contentTypeDescription="Create a new document." ma:contentTypeScope="" ma:versionID="bb2d9302acd88bfb40288f9de05848d0">
  <xsd:schema xmlns:xsd="http://www.w3.org/2001/XMLSchema" xmlns:xs="http://www.w3.org/2001/XMLSchema" xmlns:p="http://schemas.microsoft.com/office/2006/metadata/properties" xmlns:ns2="a85eb2a3-840f-4054-86f6-d41d0c1cba4b" xmlns:ns3="952a6df7-b138-4f89-9bc4-e7a874ea3254" targetNamespace="http://schemas.microsoft.com/office/2006/metadata/properties" ma:root="true" ma:fieldsID="2d7d6362be7cac7839ee051b71b7ca70" ns2:_="" ns3:_="">
    <xsd:import namespace="a85eb2a3-840f-4054-86f6-d41d0c1cba4b"/>
    <xsd:import namespace="952a6df7-b138-4f89-9bc4-e7a874ea3254"/>
    <xsd:element name="properties">
      <xsd:complexType>
        <xsd:sequence>
          <xsd:element name="documentManagement">
            <xsd:complexType>
              <xsd:all>
                <xsd:element ref="ns2:Material_x0020_Type"/>
                <xsd:element ref="ns3:Folder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5eb2a3-840f-4054-86f6-d41d0c1cba4b" elementFormDefault="qualified">
    <xsd:import namespace="http://schemas.microsoft.com/office/2006/documentManagement/types"/>
    <xsd:import namespace="http://schemas.microsoft.com/office/infopath/2007/PartnerControls"/>
    <xsd:element name="Material_x0020_Type" ma:index="8" ma:displayName="Material Type" ma:default="Template" ma:format="Dropdown" ma:internalName="Material_x0020_Type">
      <xsd:simpleType>
        <xsd:restriction base="dms:Choice">
          <xsd:enumeration value="Procedure"/>
          <xsd:enumeration value="Guideline"/>
          <xsd:enumeration value="Form"/>
          <xsd:enumeration value="Format"/>
          <xsd:enumeration value="General"/>
          <xsd:enumeration value="Template"/>
        </xsd:restriction>
      </xsd:simpleType>
    </xsd:element>
  </xsd:schema>
  <xsd:schema xmlns:xsd="http://www.w3.org/2001/XMLSchema" xmlns:xs="http://www.w3.org/2001/XMLSchema" xmlns:dms="http://schemas.microsoft.com/office/2006/documentManagement/types" xmlns:pc="http://schemas.microsoft.com/office/infopath/2007/PartnerControls" targetNamespace="952a6df7-b138-4f89-9bc4-e7a874ea3254" elementFormDefault="qualified">
    <xsd:import namespace="http://schemas.microsoft.com/office/2006/documentManagement/types"/>
    <xsd:import namespace="http://schemas.microsoft.com/office/infopath/2007/PartnerControls"/>
    <xsd:element name="FolderName" ma:index="9" nillable="true" ma:displayName="FolderName" ma:internalName="FolderName">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aterial_x0020_Type xmlns="a85eb2a3-840f-4054-86f6-d41d0c1cba4b">Template</Material_x0020_Type>
    <FolderName xmlns="952a6df7-b138-4f89-9bc4-e7a874ea3254" xsi:nil="true"/>
  </documentManagement>
</p:properties>
</file>

<file path=customXml/itemProps1.xml><?xml version="1.0" encoding="utf-8"?>
<ds:datastoreItem xmlns:ds="http://schemas.openxmlformats.org/officeDocument/2006/customXml" ds:itemID="{813D12F9-4C52-4333-958E-73B490CD8B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5eb2a3-840f-4054-86f6-d41d0c1cba4b"/>
    <ds:schemaRef ds:uri="952a6df7-b138-4f89-9bc4-e7a874ea32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purl.org/dc/terms/"/>
    <ds:schemaRef ds:uri="http://schemas.openxmlformats.org/package/2006/metadata/core-properties"/>
    <ds:schemaRef ds:uri="952a6df7-b138-4f89-9bc4-e7a874ea3254"/>
    <ds:schemaRef ds:uri="a85eb2a3-840f-4054-86f6-d41d0c1cba4b"/>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ClassBook-LessonXX-Template Capgemini</Template>
  <TotalTime>89509</TotalTime>
  <Words>1691</Words>
  <Application>Microsoft Office PowerPoint</Application>
  <PresentationFormat>On-screen Show (16:9)</PresentationFormat>
  <Paragraphs>367</Paragraphs>
  <Slides>29</Slides>
  <Notes>29</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29</vt:i4>
      </vt:variant>
    </vt:vector>
  </HeadingPairs>
  <TitlesOfParts>
    <vt:vector size="39" baseType="lpstr">
      <vt:lpstr>Arial</vt:lpstr>
      <vt:lpstr>Calibri</vt:lpstr>
      <vt:lpstr>Candara</vt:lpstr>
      <vt:lpstr>Trebuchet MS</vt:lpstr>
      <vt:lpstr>Wingdings</vt:lpstr>
      <vt:lpstr>ClassBook-LessonXX-Template Capgemini</vt:lpstr>
      <vt:lpstr>2_Office Theme</vt:lpstr>
      <vt:lpstr>1_Office Theme</vt:lpstr>
      <vt:lpstr>Closing slides</vt:lpstr>
      <vt:lpstr>think-cell Slide</vt:lpstr>
      <vt:lpstr>Advanced PLSQL</vt:lpstr>
      <vt:lpstr>PowerPoint Presentation</vt:lpstr>
      <vt:lpstr>2.1: Need for BULK operations Working of SQL statements through PLSQL blocks</vt:lpstr>
      <vt:lpstr>2.1: Need for Bulk Operations      …….contd How context-switches degrades performance</vt:lpstr>
      <vt:lpstr>2.1: Need for Bulk Operations       ……contd How Bulk-binds improve performance</vt:lpstr>
      <vt:lpstr>2.2: Binding of variables Binding of variables  </vt:lpstr>
      <vt:lpstr>2.3: Performance Impact Performance Difference created by Bulk-bind </vt:lpstr>
      <vt:lpstr>2.3: Performance Impact Performance Difference  with  Bulk-bind  ….contd </vt:lpstr>
      <vt:lpstr>2.4: FORALL command FORALL command for Bulk-bind </vt:lpstr>
      <vt:lpstr>2.5: Binding range of values      Arbitary collection-slices can be bound using FORALL</vt:lpstr>
      <vt:lpstr>2.6:  FORALL affect on transactions  How FORALL affects  Rollbacks </vt:lpstr>
      <vt:lpstr>2.6: FORALL affect on transactions   How FORALL affects  Rollbacks   …..contd </vt:lpstr>
      <vt:lpstr>  2.6:  FORALL affect on transactions  How FORALL affects  Rollbacks   …..contd    </vt:lpstr>
      <vt:lpstr> 2.7: Bulk_rowcount        Counting Rows Affected by FORALL Iterations    </vt:lpstr>
      <vt:lpstr>  2.7: Bulk_rowcount        ……contd.  Counting Rows Affected by FORALL Iterations   </vt:lpstr>
      <vt:lpstr> 2.7: Bulk_rowcount        ……contd.  Counting Rows Affected by FORALL Iterations   </vt:lpstr>
      <vt:lpstr> 2.7: Bulk _rowcount      ……contd. Counting Rows Affected by FORALL Iterations </vt:lpstr>
      <vt:lpstr>  2.8: Bulk _exceptions  Handling FORALL Exceptions with the %BULK_EXCEPTIONS Attribute  </vt:lpstr>
      <vt:lpstr>  2.8: Bulk _exceptions       …..contd Handling FORALL Exceptions with the %BULK_EXCEPTIONS Attribute  </vt:lpstr>
      <vt:lpstr>  2.9: Restriction on BULK-bind Restriction on FORALL  </vt:lpstr>
      <vt:lpstr>  2.9: Restriction on BULK-bind Restriction on FORALL     ……contd  </vt:lpstr>
      <vt:lpstr>  2.9: Restriction on BULK-bind Restriction on FORALL     ……contd  </vt:lpstr>
      <vt:lpstr>  2.9: Restriction on BULK-bind Restriction on FORALL     ……contd  </vt:lpstr>
      <vt:lpstr>  2.9: Restriction on BULK-bind Restriction on FORALL     ……contd  </vt:lpstr>
      <vt:lpstr>  2.10: Bulk Collect Retrieving Query Results with the BULK COLLECT Clause  </vt:lpstr>
      <vt:lpstr>  2.10: Bulk Collect         …..contd Retrieving Query Results from Object-columns  </vt:lpstr>
      <vt:lpstr>  2.10: Bulk Collect         …..contd  Retrieving DML Results into a Collection with the RETURNING INTO Clause  </vt:lpstr>
      <vt:lpstr>  2.11: Restriction on BULK-collect Restriction on RETURNING…..BULK COLLECT INTO  </vt:lpstr>
      <vt:lpstr>  2.12: BULK-Bind and BULK-collect combined  Using FORALL and BULK COLLECT Together </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dc:title>
  <dc:creator>hpangam</dc:creator>
  <cp:lastModifiedBy>Pangam, Hemant</cp:lastModifiedBy>
  <cp:revision>1868</cp:revision>
  <dcterms:created xsi:type="dcterms:W3CDTF">2016-10-27T07:09:48Z</dcterms:created>
  <dcterms:modified xsi:type="dcterms:W3CDTF">2019-11-19T11:03:08Z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0x010100A64F2559C04AE4488E94205E47398A2E</vt:lpwstr>
  </property>
</Properties>
</file>