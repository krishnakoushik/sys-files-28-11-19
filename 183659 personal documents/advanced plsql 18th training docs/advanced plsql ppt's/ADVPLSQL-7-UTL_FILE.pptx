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  <p:sldMasterId id="2147483728" r:id="rId5"/>
    <p:sldMasterId id="2147483716" r:id="rId6"/>
    <p:sldMasterId id="2147483713" r:id="rId7"/>
  </p:sldMasterIdLst>
  <p:notesMasterIdLst>
    <p:notesMasterId r:id="rId40"/>
  </p:notesMasterIdLst>
  <p:handoutMasterIdLst>
    <p:handoutMasterId r:id="rId41"/>
  </p:handoutMasterIdLst>
  <p:sldIdLst>
    <p:sldId id="265" r:id="rId8"/>
    <p:sldId id="339" r:id="rId9"/>
    <p:sldId id="340" r:id="rId10"/>
    <p:sldId id="465" r:id="rId11"/>
    <p:sldId id="466" r:id="rId12"/>
    <p:sldId id="467" r:id="rId13"/>
    <p:sldId id="468" r:id="rId14"/>
    <p:sldId id="469" r:id="rId15"/>
    <p:sldId id="470" r:id="rId16"/>
    <p:sldId id="471" r:id="rId17"/>
    <p:sldId id="474" r:id="rId18"/>
    <p:sldId id="472" r:id="rId19"/>
    <p:sldId id="473" r:id="rId20"/>
    <p:sldId id="475" r:id="rId21"/>
    <p:sldId id="476" r:id="rId22"/>
    <p:sldId id="477" r:id="rId23"/>
    <p:sldId id="478" r:id="rId24"/>
    <p:sldId id="479" r:id="rId25"/>
    <p:sldId id="480" r:id="rId26"/>
    <p:sldId id="481" r:id="rId27"/>
    <p:sldId id="482" r:id="rId28"/>
    <p:sldId id="483" r:id="rId29"/>
    <p:sldId id="484" r:id="rId30"/>
    <p:sldId id="485" r:id="rId31"/>
    <p:sldId id="486" r:id="rId32"/>
    <p:sldId id="487" r:id="rId33"/>
    <p:sldId id="488" r:id="rId34"/>
    <p:sldId id="489" r:id="rId35"/>
    <p:sldId id="490" r:id="rId36"/>
    <p:sldId id="491" r:id="rId37"/>
    <p:sldId id="492" r:id="rId38"/>
    <p:sldId id="493" r:id="rId39"/>
  </p:sldIdLst>
  <p:sldSz cx="9144000" cy="5143500" type="screen16x9"/>
  <p:notesSz cx="6858000" cy="9144000"/>
  <p:defaultTextStyle>
    <a:defPPr>
      <a:defRPr lang="en-US"/>
    </a:defPPr>
    <a:lvl1pPr marL="0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BDBD00"/>
    <a:srgbClr val="FF9900"/>
    <a:srgbClr val="598E20"/>
    <a:srgbClr val="00234B"/>
    <a:srgbClr val="ED771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8" autoAdjust="0"/>
    <p:restoredTop sz="89841" autoAdjust="0"/>
  </p:normalViewPr>
  <p:slideViewPr>
    <p:cSldViewPr snapToGrid="0" showGuides="1">
      <p:cViewPr>
        <p:scale>
          <a:sx n="100" d="100"/>
          <a:sy n="100" d="100"/>
        </p:scale>
        <p:origin x="102" y="-396"/>
      </p:cViewPr>
      <p:guideLst>
        <p:guide orient="horz" pos="1620"/>
        <p:guide pos="2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168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28672-4337-41E0-A109-2BF6C0A0EED5}" type="datetimeFigureOut">
              <a:rPr lang="en-US" smtClean="0"/>
              <a:pPr/>
              <a:t>11/22/2019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Page XX-#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1AB50-9623-476D-A480-EBA5402225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1869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text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39550" y="4235826"/>
            <a:ext cx="4586881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905000" y="457200"/>
            <a:ext cx="0" cy="800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41300" y="152400"/>
            <a:ext cx="6500813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446" tIns="46223" rIns="92446" bIns="46223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&lt;Course Name&gt;				&lt;Lesson Name&gt;		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962793" y="8591057"/>
            <a:ext cx="2762530" cy="448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446" tIns="46223" rIns="92446" bIns="46223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		 Page XX-</a:t>
            </a:r>
            <a:fld id="{BD9FB300-F9DC-4669-88F4-967ABA23CC04}" type="slidenum">
              <a:rPr lang="en-US" sz="1000" smtClean="0">
                <a:latin typeface="Arial" pitchFamily="34" charset="0"/>
                <a:cs typeface="Arial" pitchFamily="34" charset="0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10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2209442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389626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779252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168878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558503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1948129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04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2213" y="839788"/>
            <a:ext cx="6226175" cy="3503612"/>
          </a:xfrm>
          <a:ln/>
        </p:spPr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0" y="4572000"/>
            <a:ext cx="4648200" cy="396398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152400" y="1295400"/>
            <a:ext cx="1676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 dirty="0">
                <a:latin typeface="Trebuchet MS" pitchFamily="34" charset="0"/>
              </a:rPr>
              <a:t>Explain the lesson coverage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40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662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084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949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135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772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489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671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92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23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0985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665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34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43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737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821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729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238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6653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505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340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1422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879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declare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   a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utl_file.file_type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buf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varchar2(1000);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  cursor c1 is select * from emp;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begin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 a:=UTL_FILE.FOPEN ('c:\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photos','xyz.csv','w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');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  for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erec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in c1 loop</a:t>
            </a:r>
          </a:p>
          <a:p>
            <a:pPr>
              <a:buNone/>
            </a:pP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utl_file.putf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(a,'%s,%s,%s,%s,%s',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erec.empno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erec.ename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erec.sal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erec.comm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erec.deptno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);</a:t>
            </a:r>
          </a:p>
          <a:p>
            <a:pPr>
              <a:buNone/>
            </a:pP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utl_file.putf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(a, ',%s\n',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erec.mgr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);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  end loop;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  </a:t>
            </a:r>
            <a:r>
              <a:rPr lang="en-US" sz="900" kern="1200" dirty="0" err="1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utl_file.fclose</a:t>
            </a: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(a);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 End;</a:t>
            </a:r>
          </a:p>
          <a:p>
            <a:pPr>
              <a:buNone/>
            </a:pPr>
            <a:r>
              <a:rPr lang="en-US" sz="90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/</a:t>
            </a:r>
          </a:p>
          <a:p>
            <a:pPr eaLnBrk="1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9271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484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960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1734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4125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724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9.xml"/><Relationship Id="rId7" Type="http://schemas.openxmlformats.org/officeDocument/2006/relationships/oleObject" Target="../embeddings/oleObject2.bin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10" Type="http://schemas.openxmlformats.org/officeDocument/2006/relationships/image" Target="../media/image4.jpeg"/><Relationship Id="rId4" Type="http://schemas.openxmlformats.org/officeDocument/2006/relationships/tags" Target="../tags/tag10.xml"/><Relationship Id="rId9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1.emf"/><Relationship Id="rId2" Type="http://schemas.openxmlformats.org/officeDocument/2006/relationships/tags" Target="../tags/tag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7.xml"/><Relationship Id="rId7" Type="http://schemas.openxmlformats.org/officeDocument/2006/relationships/image" Target="../media/image1.emf"/><Relationship Id="rId2" Type="http://schemas.openxmlformats.org/officeDocument/2006/relationships/tags" Target="../tags/tag2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8.xml"/><Relationship Id="rId9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6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 11" descr="GraphicTablet_shutterstock_73936774.jpg"/>
          <p:cNvPicPr>
            <a:picLocks noChangeAspect="1"/>
          </p:cNvPicPr>
          <p:nvPr userDrawn="1"/>
        </p:nvPicPr>
        <p:blipFill>
          <a:blip r:embed="rId9" cstate="print"/>
          <a:srcRect b="14021"/>
          <a:stretch>
            <a:fillRect/>
          </a:stretch>
        </p:blipFill>
        <p:spPr>
          <a:xfrm>
            <a:off x="1588" y="883526"/>
            <a:ext cx="9904413" cy="4259975"/>
          </a:xfrm>
          <a:prstGeom prst="rect">
            <a:avLst/>
          </a:prstGeom>
        </p:spPr>
      </p:pic>
      <p:sp>
        <p:nvSpPr>
          <p:cNvPr id="7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2" y="0"/>
            <a:ext cx="9906318" cy="2012275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0 w 10560222"/>
              <a:gd name="connsiteY0" fmla="*/ 0 h 2958168"/>
              <a:gd name="connsiteX1" fmla="*/ 10559466 w 10560222"/>
              <a:gd name="connsiteY1" fmla="*/ 0 h 2958168"/>
              <a:gd name="connsiteX2" fmla="*/ 10558968 w 10560222"/>
              <a:gd name="connsiteY2" fmla="*/ 1476338 h 2958168"/>
              <a:gd name="connsiteX3" fmla="*/ 9286405 w 10560222"/>
              <a:gd name="connsiteY3" fmla="*/ 2153103 h 2958168"/>
              <a:gd name="connsiteX4" fmla="*/ 2315369 w 10560222"/>
              <a:gd name="connsiteY4" fmla="*/ 2159512 h 2958168"/>
              <a:gd name="connsiteX5" fmla="*/ 1178700 w 10560222"/>
              <a:gd name="connsiteY5" fmla="*/ 2958168 h 2958168"/>
              <a:gd name="connsiteX6" fmla="*/ 0 w 10560222"/>
              <a:gd name="connsiteY6" fmla="*/ 2174065 h 2958168"/>
              <a:gd name="connsiteX7" fmla="*/ 0 w 10560222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0222" h="2958168">
                <a:moveTo>
                  <a:pt x="0" y="0"/>
                </a:moveTo>
                <a:lnTo>
                  <a:pt x="10559466" y="0"/>
                </a:lnTo>
                <a:cubicBezTo>
                  <a:pt x="10559979" y="67600"/>
                  <a:pt x="10560222" y="1432923"/>
                  <a:pt x="10558968" y="1476338"/>
                </a:cubicBezTo>
                <a:cubicBezTo>
                  <a:pt x="10081572" y="2148347"/>
                  <a:pt x="9702991" y="2158423"/>
                  <a:pt x="9286405" y="2153103"/>
                </a:cubicBezTo>
                <a:lnTo>
                  <a:pt x="2315369" y="2159512"/>
                </a:lnTo>
                <a:cubicBezTo>
                  <a:pt x="1738155" y="2192654"/>
                  <a:pt x="1370309" y="2495346"/>
                  <a:pt x="1178700" y="2958168"/>
                </a:cubicBezTo>
                <a:cubicBezTo>
                  <a:pt x="880346" y="2254391"/>
                  <a:pt x="278640" y="2173187"/>
                  <a:pt x="0" y="2174065"/>
                </a:cubicBezTo>
                <a:cubicBezTo>
                  <a:pt x="2067" y="2138552"/>
                  <a:pt x="1272" y="9558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28173" tIns="36624" rIns="28173" bIns="36624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943238" y="2208806"/>
            <a:ext cx="4915261" cy="823618"/>
          </a:xfrm>
        </p:spPr>
        <p:txBody>
          <a:bodyPr vert="horz" lIns="0" tIns="28173" rIns="28173" bIns="28173" rtlCol="0" anchor="t">
            <a:noAutofit/>
          </a:bodyPr>
          <a:lstStyle>
            <a:lvl1pPr marL="0" indent="0" algn="l" defTabSz="779202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7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940137" y="3324784"/>
            <a:ext cx="4918363" cy="710813"/>
          </a:xfrm>
        </p:spPr>
        <p:txBody>
          <a:bodyPr lIns="0" tIns="28173" rIns="28173" bIns="28173"/>
          <a:lstStyle>
            <a:lvl1pPr marL="0" indent="0" algn="l">
              <a:buNone/>
              <a:defRPr sz="1900" b="0">
                <a:solidFill>
                  <a:schemeClr val="tx1"/>
                </a:solidFill>
              </a:defRPr>
            </a:lvl1pPr>
            <a:lvl2pPr marL="389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79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68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58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48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376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27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16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</a:t>
            </a:r>
          </a:p>
        </p:txBody>
      </p:sp>
      <p:pic>
        <p:nvPicPr>
          <p:cNvPr id="8" name="Image 10" descr="Capgemini_logo.jp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735690" y="494028"/>
            <a:ext cx="2880000" cy="51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9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35749" cy="10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0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35749" cy="10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298516" y="1121076"/>
            <a:ext cx="8845484" cy="3482813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</p:spTree>
    <p:extLst>
      <p:ext uri="{BB962C8B-B14F-4D97-AF65-F5344CB8AC3E}">
        <p14:creationId xmlns:p14="http://schemas.microsoft.com/office/powerpoint/2010/main" val="39054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121076"/>
            <a:ext cx="6793764" cy="3482813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102" y="1371600"/>
            <a:ext cx="1985371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8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35749" cy="10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0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35749" cy="10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904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Ø"/>
              <a:defRPr/>
            </a:lvl1pPr>
            <a:lvl4pPr>
              <a:defRPr lang="en-US" sz="1600" kern="1200" dirty="0" smtClean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727887C-E3D9-4956-B241-0D7B3E50E8A2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B09E437-E805-4B6F-B83F-3A554894CB63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Ø"/>
              <a:defRPr/>
            </a:lvl1pPr>
            <a:lvl4pPr>
              <a:defRPr lang="en-US" sz="1600" kern="1200" dirty="0" smtClean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27887C-E3D9-4956-B241-0D7B3E50E8A2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5850057-C325-4AB0-8C0E-59DC42E45BBA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1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D9E8221-FB7D-4883-86F6-263E75469167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8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125D57F-D058-4785-AE69-4051EF09BCDE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3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142EE93-3912-4F7A-A116-AD58C43B6D10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ACDFF22-B6EA-4CED-A6CA-61C16E5EAB15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23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0410464-921E-44DE-8661-BEFE8F21C728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02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4E67F5D-EE00-4A60-BE82-D0881C03BA66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77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92453C69-B6DB-4482-9D7D-A9D66B2576A4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68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E1D0F29-5A92-4827-9A0E-CF6BC89C19B0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97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B09E437-E805-4B6F-B83F-3A554894CB63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Ø"/>
              <a:defRPr/>
            </a:lvl1pPr>
            <a:lvl4pPr>
              <a:defRPr lang="en-US" sz="1600" kern="1200" dirty="0" smtClean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27887C-E3D9-4956-B241-0D7B3E50E8A2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7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5850057-C325-4AB0-8C0E-59DC42E45BBA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11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D9E8221-FB7D-4883-86F6-263E75469167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858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125D57F-D058-4785-AE69-4051EF09BCDE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346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142EE93-3912-4F7A-A116-AD58C43B6D10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ACDFF22-B6EA-4CED-A6CA-61C16E5EAB15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237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0410464-921E-44DE-8661-BEFE8F21C728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021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4E67F5D-EE00-4A60-BE82-D0881C03BA66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776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92453C69-B6DB-4482-9D7D-A9D66B2576A4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681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E1D0F29-5A92-4827-9A0E-CF6BC89C19B0}" type="datetime1">
              <a:rPr lang="en-US" smtClean="0"/>
              <a:pPr/>
              <a:t>11/22/2019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971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35749" cy="10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50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5749" cy="10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>
            <p:custDataLst>
              <p:tags r:id="rId3"/>
            </p:custDataLst>
          </p:nvPr>
        </p:nvSpPr>
        <p:spPr>
          <a:xfrm>
            <a:off x="4527501" y="4785622"/>
            <a:ext cx="4045000" cy="210785"/>
          </a:xfrm>
          <a:prstGeom prst="rect">
            <a:avLst/>
          </a:prstGeom>
        </p:spPr>
        <p:txBody>
          <a:bodyPr wrap="square" lIns="28173" tIns="28173" rIns="0" bIns="28173" anchor="b" anchorCtr="0">
            <a:spAutoFit/>
          </a:bodyPr>
          <a:lstStyle/>
          <a:p>
            <a:pPr algn="r"/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information contained in this presentation is proprietary.</a:t>
            </a:r>
          </a:p>
          <a:p>
            <a:pPr marL="0" marR="0" indent="0" algn="r" defTabSz="816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2014 Capgemini. All rights reserved. Rightshore</a:t>
            </a:r>
            <a:r>
              <a:rPr lang="en-US" sz="500" b="0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®  </a:t>
            </a:r>
            <a:r>
              <a:rPr lang="en-US" sz="500" b="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 a trademark belonging to Capgemini.</a:t>
            </a:r>
            <a:endParaRPr lang="en-US" sz="500" b="0" kern="0" noProof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gray">
          <a:xfrm>
            <a:off x="1021004" y="2769919"/>
            <a:ext cx="3932160" cy="1511693"/>
          </a:xfrm>
          <a:custGeom>
            <a:avLst/>
            <a:gdLst>
              <a:gd name="connsiteX0" fmla="*/ 0 w 4423977"/>
              <a:gd name="connsiteY0" fmla="*/ 164137 h 2296914"/>
              <a:gd name="connsiteX1" fmla="*/ 48075 w 4423977"/>
              <a:gd name="connsiteY1" fmla="*/ 48075 h 2296914"/>
              <a:gd name="connsiteX2" fmla="*/ 164138 w 4423977"/>
              <a:gd name="connsiteY2" fmla="*/ 1 h 2296914"/>
              <a:gd name="connsiteX3" fmla="*/ 4259840 w 4423977"/>
              <a:gd name="connsiteY3" fmla="*/ 0 h 2296914"/>
              <a:gd name="connsiteX4" fmla="*/ 4375902 w 4423977"/>
              <a:gd name="connsiteY4" fmla="*/ 48075 h 2296914"/>
              <a:gd name="connsiteX5" fmla="*/ 4423976 w 4423977"/>
              <a:gd name="connsiteY5" fmla="*/ 164138 h 2296914"/>
              <a:gd name="connsiteX6" fmla="*/ 4423977 w 4423977"/>
              <a:gd name="connsiteY6" fmla="*/ 2132777 h 2296914"/>
              <a:gd name="connsiteX7" fmla="*/ 4375902 w 4423977"/>
              <a:gd name="connsiteY7" fmla="*/ 2248839 h 2296914"/>
              <a:gd name="connsiteX8" fmla="*/ 4259840 w 4423977"/>
              <a:gd name="connsiteY8" fmla="*/ 2296914 h 2296914"/>
              <a:gd name="connsiteX9" fmla="*/ 164137 w 4423977"/>
              <a:gd name="connsiteY9" fmla="*/ 2296914 h 2296914"/>
              <a:gd name="connsiteX10" fmla="*/ 48075 w 4423977"/>
              <a:gd name="connsiteY10" fmla="*/ 2248839 h 2296914"/>
              <a:gd name="connsiteX11" fmla="*/ 0 w 4423977"/>
              <a:gd name="connsiteY11" fmla="*/ 2132777 h 2296914"/>
              <a:gd name="connsiteX12" fmla="*/ 0 w 4423977"/>
              <a:gd name="connsiteY12" fmla="*/ 164137 h 2296914"/>
              <a:gd name="connsiteX0" fmla="*/ 0 w 4969813"/>
              <a:gd name="connsiteY0" fmla="*/ 164137 h 2488240"/>
              <a:gd name="connsiteX1" fmla="*/ 48075 w 4969813"/>
              <a:gd name="connsiteY1" fmla="*/ 48075 h 2488240"/>
              <a:gd name="connsiteX2" fmla="*/ 164138 w 4969813"/>
              <a:gd name="connsiteY2" fmla="*/ 1 h 2488240"/>
              <a:gd name="connsiteX3" fmla="*/ 4259840 w 4969813"/>
              <a:gd name="connsiteY3" fmla="*/ 0 h 2488240"/>
              <a:gd name="connsiteX4" fmla="*/ 4375902 w 4969813"/>
              <a:gd name="connsiteY4" fmla="*/ 48075 h 2488240"/>
              <a:gd name="connsiteX5" fmla="*/ 4423976 w 4969813"/>
              <a:gd name="connsiteY5" fmla="*/ 164138 h 2488240"/>
              <a:gd name="connsiteX6" fmla="*/ 4423977 w 4969813"/>
              <a:gd name="connsiteY6" fmla="*/ 2132777 h 2488240"/>
              <a:gd name="connsiteX7" fmla="*/ 4259840 w 4969813"/>
              <a:gd name="connsiteY7" fmla="*/ 2296914 h 2488240"/>
              <a:gd name="connsiteX8" fmla="*/ 164137 w 4969813"/>
              <a:gd name="connsiteY8" fmla="*/ 2296914 h 2488240"/>
              <a:gd name="connsiteX9" fmla="*/ 48075 w 4969813"/>
              <a:gd name="connsiteY9" fmla="*/ 2248839 h 2488240"/>
              <a:gd name="connsiteX10" fmla="*/ 0 w 4969813"/>
              <a:gd name="connsiteY10" fmla="*/ 2132777 h 2488240"/>
              <a:gd name="connsiteX11" fmla="*/ 0 w 4969813"/>
              <a:gd name="connsiteY11" fmla="*/ 164137 h 2488240"/>
              <a:gd name="connsiteX0" fmla="*/ 0 w 4969813"/>
              <a:gd name="connsiteY0" fmla="*/ 164137 h 2296914"/>
              <a:gd name="connsiteX1" fmla="*/ 48075 w 4969813"/>
              <a:gd name="connsiteY1" fmla="*/ 48075 h 2296914"/>
              <a:gd name="connsiteX2" fmla="*/ 164138 w 4969813"/>
              <a:gd name="connsiteY2" fmla="*/ 1 h 2296914"/>
              <a:gd name="connsiteX3" fmla="*/ 4259840 w 4969813"/>
              <a:gd name="connsiteY3" fmla="*/ 0 h 2296914"/>
              <a:gd name="connsiteX4" fmla="*/ 4375902 w 4969813"/>
              <a:gd name="connsiteY4" fmla="*/ 48075 h 2296914"/>
              <a:gd name="connsiteX5" fmla="*/ 4423976 w 4969813"/>
              <a:gd name="connsiteY5" fmla="*/ 164138 h 2296914"/>
              <a:gd name="connsiteX6" fmla="*/ 4259840 w 4969813"/>
              <a:gd name="connsiteY6" fmla="*/ 2296914 h 2296914"/>
              <a:gd name="connsiteX7" fmla="*/ 164137 w 4969813"/>
              <a:gd name="connsiteY7" fmla="*/ 2296914 h 2296914"/>
              <a:gd name="connsiteX8" fmla="*/ 48075 w 4969813"/>
              <a:gd name="connsiteY8" fmla="*/ 2248839 h 2296914"/>
              <a:gd name="connsiteX9" fmla="*/ 0 w 4969813"/>
              <a:gd name="connsiteY9" fmla="*/ 2132777 h 2296914"/>
              <a:gd name="connsiteX10" fmla="*/ 0 w 4969813"/>
              <a:gd name="connsiteY10" fmla="*/ 164137 h 2296914"/>
              <a:gd name="connsiteX0" fmla="*/ 0 w 4961801"/>
              <a:gd name="connsiteY0" fmla="*/ 498881 h 2631658"/>
              <a:gd name="connsiteX1" fmla="*/ 48075 w 4961801"/>
              <a:gd name="connsiteY1" fmla="*/ 382819 h 2631658"/>
              <a:gd name="connsiteX2" fmla="*/ 164138 w 4961801"/>
              <a:gd name="connsiteY2" fmla="*/ 334745 h 2631658"/>
              <a:gd name="connsiteX3" fmla="*/ 4259840 w 4961801"/>
              <a:gd name="connsiteY3" fmla="*/ 334744 h 2631658"/>
              <a:gd name="connsiteX4" fmla="*/ 4375902 w 4961801"/>
              <a:gd name="connsiteY4" fmla="*/ 382819 h 2631658"/>
              <a:gd name="connsiteX5" fmla="*/ 4259840 w 4961801"/>
              <a:gd name="connsiteY5" fmla="*/ 2631658 h 2631658"/>
              <a:gd name="connsiteX6" fmla="*/ 164137 w 4961801"/>
              <a:gd name="connsiteY6" fmla="*/ 2631658 h 2631658"/>
              <a:gd name="connsiteX7" fmla="*/ 48075 w 4961801"/>
              <a:gd name="connsiteY7" fmla="*/ 2583583 h 2631658"/>
              <a:gd name="connsiteX8" fmla="*/ 0 w 4961801"/>
              <a:gd name="connsiteY8" fmla="*/ 2467521 h 2631658"/>
              <a:gd name="connsiteX9" fmla="*/ 0 w 4961801"/>
              <a:gd name="connsiteY9" fmla="*/ 498881 h 2631658"/>
              <a:gd name="connsiteX0" fmla="*/ 0 w 4942457"/>
              <a:gd name="connsiteY0" fmla="*/ 164137 h 2296914"/>
              <a:gd name="connsiteX1" fmla="*/ 48075 w 4942457"/>
              <a:gd name="connsiteY1" fmla="*/ 48075 h 2296914"/>
              <a:gd name="connsiteX2" fmla="*/ 164138 w 4942457"/>
              <a:gd name="connsiteY2" fmla="*/ 1 h 2296914"/>
              <a:gd name="connsiteX3" fmla="*/ 4259840 w 4942457"/>
              <a:gd name="connsiteY3" fmla="*/ 0 h 2296914"/>
              <a:gd name="connsiteX4" fmla="*/ 4259840 w 4942457"/>
              <a:gd name="connsiteY4" fmla="*/ 2296914 h 2296914"/>
              <a:gd name="connsiteX5" fmla="*/ 164137 w 4942457"/>
              <a:gd name="connsiteY5" fmla="*/ 2296914 h 2296914"/>
              <a:gd name="connsiteX6" fmla="*/ 48075 w 4942457"/>
              <a:gd name="connsiteY6" fmla="*/ 2248839 h 2296914"/>
              <a:gd name="connsiteX7" fmla="*/ 0 w 4942457"/>
              <a:gd name="connsiteY7" fmla="*/ 2132777 h 2296914"/>
              <a:gd name="connsiteX8" fmla="*/ 0 w 4942457"/>
              <a:gd name="connsiteY8" fmla="*/ 164137 h 2296914"/>
              <a:gd name="connsiteX0" fmla="*/ 4259840 w 4942457"/>
              <a:gd name="connsiteY0" fmla="*/ 0 h 2296914"/>
              <a:gd name="connsiteX1" fmla="*/ 4259840 w 4942457"/>
              <a:gd name="connsiteY1" fmla="*/ 2296914 h 2296914"/>
              <a:gd name="connsiteX2" fmla="*/ 164137 w 4942457"/>
              <a:gd name="connsiteY2" fmla="*/ 2296914 h 2296914"/>
              <a:gd name="connsiteX3" fmla="*/ 48075 w 4942457"/>
              <a:gd name="connsiteY3" fmla="*/ 2248839 h 2296914"/>
              <a:gd name="connsiteX4" fmla="*/ 0 w 4942457"/>
              <a:gd name="connsiteY4" fmla="*/ 2132777 h 2296914"/>
              <a:gd name="connsiteX5" fmla="*/ 0 w 4942457"/>
              <a:gd name="connsiteY5" fmla="*/ 164137 h 2296914"/>
              <a:gd name="connsiteX6" fmla="*/ 48075 w 4942457"/>
              <a:gd name="connsiteY6" fmla="*/ 48075 h 2296914"/>
              <a:gd name="connsiteX7" fmla="*/ 164138 w 4942457"/>
              <a:gd name="connsiteY7" fmla="*/ 1 h 2296914"/>
              <a:gd name="connsiteX8" fmla="*/ 4351280 w 4942457"/>
              <a:gd name="connsiteY8" fmla="*/ 91440 h 2296914"/>
              <a:gd name="connsiteX0" fmla="*/ 4259840 w 4351280"/>
              <a:gd name="connsiteY0" fmla="*/ 2296914 h 2296914"/>
              <a:gd name="connsiteX1" fmla="*/ 164137 w 4351280"/>
              <a:gd name="connsiteY1" fmla="*/ 2296914 h 2296914"/>
              <a:gd name="connsiteX2" fmla="*/ 48075 w 4351280"/>
              <a:gd name="connsiteY2" fmla="*/ 2248839 h 2296914"/>
              <a:gd name="connsiteX3" fmla="*/ 0 w 4351280"/>
              <a:gd name="connsiteY3" fmla="*/ 2132777 h 2296914"/>
              <a:gd name="connsiteX4" fmla="*/ 0 w 4351280"/>
              <a:gd name="connsiteY4" fmla="*/ 164137 h 2296914"/>
              <a:gd name="connsiteX5" fmla="*/ 48075 w 4351280"/>
              <a:gd name="connsiteY5" fmla="*/ 48075 h 2296914"/>
              <a:gd name="connsiteX6" fmla="*/ 164138 w 4351280"/>
              <a:gd name="connsiteY6" fmla="*/ 1 h 2296914"/>
              <a:gd name="connsiteX7" fmla="*/ 4351280 w 4351280"/>
              <a:gd name="connsiteY7" fmla="*/ 91440 h 2296914"/>
              <a:gd name="connsiteX0" fmla="*/ 4259840 w 4330731"/>
              <a:gd name="connsiteY0" fmla="*/ 2297942 h 2297942"/>
              <a:gd name="connsiteX1" fmla="*/ 164137 w 4330731"/>
              <a:gd name="connsiteY1" fmla="*/ 2297942 h 2297942"/>
              <a:gd name="connsiteX2" fmla="*/ 48075 w 4330731"/>
              <a:gd name="connsiteY2" fmla="*/ 2249867 h 2297942"/>
              <a:gd name="connsiteX3" fmla="*/ 0 w 4330731"/>
              <a:gd name="connsiteY3" fmla="*/ 2133805 h 2297942"/>
              <a:gd name="connsiteX4" fmla="*/ 0 w 4330731"/>
              <a:gd name="connsiteY4" fmla="*/ 165165 h 2297942"/>
              <a:gd name="connsiteX5" fmla="*/ 48075 w 4330731"/>
              <a:gd name="connsiteY5" fmla="*/ 49103 h 2297942"/>
              <a:gd name="connsiteX6" fmla="*/ 164138 w 4330731"/>
              <a:gd name="connsiteY6" fmla="*/ 1029 h 2297942"/>
              <a:gd name="connsiteX7" fmla="*/ 4330731 w 4330731"/>
              <a:gd name="connsiteY7" fmla="*/ 0 h 2297942"/>
              <a:gd name="connsiteX0" fmla="*/ 4259840 w 4259840"/>
              <a:gd name="connsiteY0" fmla="*/ 2296914 h 2296914"/>
              <a:gd name="connsiteX1" fmla="*/ 164137 w 4259840"/>
              <a:gd name="connsiteY1" fmla="*/ 2296914 h 2296914"/>
              <a:gd name="connsiteX2" fmla="*/ 48075 w 4259840"/>
              <a:gd name="connsiteY2" fmla="*/ 2248839 h 2296914"/>
              <a:gd name="connsiteX3" fmla="*/ 0 w 4259840"/>
              <a:gd name="connsiteY3" fmla="*/ 2132777 h 2296914"/>
              <a:gd name="connsiteX4" fmla="*/ 0 w 4259840"/>
              <a:gd name="connsiteY4" fmla="*/ 164137 h 2296914"/>
              <a:gd name="connsiteX5" fmla="*/ 48075 w 4259840"/>
              <a:gd name="connsiteY5" fmla="*/ 48075 h 2296914"/>
              <a:gd name="connsiteX6" fmla="*/ 164138 w 4259840"/>
              <a:gd name="connsiteY6" fmla="*/ 1 h 2296914"/>
              <a:gd name="connsiteX0" fmla="*/ 4259840 w 4259840"/>
              <a:gd name="connsiteY0" fmla="*/ 2248839 h 2248839"/>
              <a:gd name="connsiteX1" fmla="*/ 164137 w 4259840"/>
              <a:gd name="connsiteY1" fmla="*/ 2248839 h 2248839"/>
              <a:gd name="connsiteX2" fmla="*/ 48075 w 4259840"/>
              <a:gd name="connsiteY2" fmla="*/ 2200764 h 2248839"/>
              <a:gd name="connsiteX3" fmla="*/ 0 w 4259840"/>
              <a:gd name="connsiteY3" fmla="*/ 2084702 h 2248839"/>
              <a:gd name="connsiteX4" fmla="*/ 0 w 4259840"/>
              <a:gd name="connsiteY4" fmla="*/ 116062 h 2248839"/>
              <a:gd name="connsiteX5" fmla="*/ 48075 w 4259840"/>
              <a:gd name="connsiteY5" fmla="*/ 0 h 2248839"/>
              <a:gd name="connsiteX0" fmla="*/ 4259840 w 4259840"/>
              <a:gd name="connsiteY0" fmla="*/ 2132777 h 2132777"/>
              <a:gd name="connsiteX1" fmla="*/ 164137 w 4259840"/>
              <a:gd name="connsiteY1" fmla="*/ 2132777 h 2132777"/>
              <a:gd name="connsiteX2" fmla="*/ 48075 w 4259840"/>
              <a:gd name="connsiteY2" fmla="*/ 2084702 h 2132777"/>
              <a:gd name="connsiteX3" fmla="*/ 0 w 4259840"/>
              <a:gd name="connsiteY3" fmla="*/ 1968640 h 2132777"/>
              <a:gd name="connsiteX4" fmla="*/ 0 w 4259840"/>
              <a:gd name="connsiteY4" fmla="*/ 0 h 213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9840" h="2132777">
                <a:moveTo>
                  <a:pt x="4259840" y="2132777"/>
                </a:moveTo>
                <a:lnTo>
                  <a:pt x="164137" y="2132777"/>
                </a:lnTo>
                <a:cubicBezTo>
                  <a:pt x="120605" y="2132777"/>
                  <a:pt x="78856" y="2115484"/>
                  <a:pt x="48075" y="2084702"/>
                </a:cubicBezTo>
                <a:cubicBezTo>
                  <a:pt x="17293" y="2053920"/>
                  <a:pt x="0" y="2012171"/>
                  <a:pt x="0" y="1968640"/>
                </a:cubicBezTo>
                <a:lnTo>
                  <a:pt x="0" y="0"/>
                </a:lnTo>
              </a:path>
            </a:pathLst>
          </a:custGeom>
          <a:noFill/>
          <a:ln w="19050" cap="flat" cmpd="sng" algn="ctr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240000" scaled="0"/>
              <a:tileRect/>
            </a:gradFill>
            <a:prstDash val="solid"/>
            <a:round/>
          </a:ln>
          <a:effectLst/>
        </p:spPr>
        <p:txBody>
          <a:bodyPr wrap="square" lIns="306792" tIns="43420" rIns="184075" bIns="122717" rtlCol="0" anchor="b"/>
          <a:lstStyle/>
          <a:p>
            <a:pPr marL="0" marR="0" indent="0" algn="just" defTabSz="8888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bg1"/>
                </a:solidFill>
                <a:latin typeface="Arial"/>
                <a:cs typeface="Arial"/>
              </a:rPr>
              <a:t>About Capgemini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With almost 140,000 people in over 40 countries, Capgemini is one of the world's foremost providers of consulting, technology and outsourcing services. The Group reported 2013</a:t>
            </a:r>
            <a:r>
              <a:rPr lang="en-US" sz="90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global revenues of  EUR 10.1 billion.</a:t>
            </a:r>
          </a:p>
          <a:p>
            <a:pPr marL="0" indent="0" algn="just"/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Together with its clients, Capgemini creates and delivers business and technology solutions that fit their needs and drive the results they want. A deeply multicultural organization, Capgemini has developed its own way of working, the Collaborative Business Experience</a:t>
            </a:r>
            <a:r>
              <a:rPr lang="en-US" sz="900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TM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and draws on Rightshore</a:t>
            </a:r>
            <a:r>
              <a:rPr lang="en-US" sz="900" b="1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®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its worldwide delivery model.</a:t>
            </a:r>
          </a:p>
        </p:txBody>
      </p:sp>
      <p:pic>
        <p:nvPicPr>
          <p:cNvPr id="11" name="Image 10" descr="ppt_Label_CBE.png"/>
          <p:cNvPicPr>
            <a:picLocks noChangeAspect="1"/>
          </p:cNvPicPr>
          <p:nvPr userDrawn="1"/>
        </p:nvPicPr>
        <p:blipFill>
          <a:blip r:embed="rId8" cstate="email"/>
          <a:stretch>
            <a:fillRect/>
          </a:stretch>
        </p:blipFill>
        <p:spPr>
          <a:xfrm>
            <a:off x="751798" y="2594015"/>
            <a:ext cx="531692" cy="432000"/>
          </a:xfrm>
          <a:prstGeom prst="rect">
            <a:avLst/>
          </a:prstGeom>
        </p:spPr>
      </p:pic>
      <p:pic>
        <p:nvPicPr>
          <p:cNvPr id="8" name="Image 7" descr="Locations_Map_2014.pn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5042446" y="2532039"/>
            <a:ext cx="3595355" cy="14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74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 userDrawn="1">
            <p:custDataLst>
              <p:tags r:id="rId3"/>
            </p:custDataLst>
          </p:nvPr>
        </p:nvSpPr>
        <p:spPr>
          <a:xfrm>
            <a:off x="4527501" y="4785622"/>
            <a:ext cx="4045000" cy="210785"/>
          </a:xfrm>
          <a:prstGeom prst="rect">
            <a:avLst/>
          </a:prstGeom>
        </p:spPr>
        <p:txBody>
          <a:bodyPr wrap="square" lIns="28173" tIns="28173" rIns="0" bIns="28173" anchor="b" anchorCtr="0">
            <a:spAutoFit/>
          </a:bodyPr>
          <a:lstStyle/>
          <a:p>
            <a:pPr algn="r"/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information contained in this presentation is proprietary.</a:t>
            </a:r>
          </a:p>
          <a:p>
            <a:pPr marL="0" marR="0" indent="0" algn="r" defTabSz="816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2014 Capgemini. All rights reserved.</a:t>
            </a:r>
            <a:r>
              <a:rPr lang="en-US" sz="500" b="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500" b="0" kern="0" noProof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13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12" Type="http://schemas.openxmlformats.org/officeDocument/2006/relationships/tags" Target="../tags/tag5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tags" Target="../tags/tag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image" Target="../media/image8.png"/><Relationship Id="rId26" Type="http://schemas.openxmlformats.org/officeDocument/2006/relationships/image" Target="../media/image12.gif"/><Relationship Id="rId3" Type="http://schemas.openxmlformats.org/officeDocument/2006/relationships/theme" Target="../theme/theme4.xml"/><Relationship Id="rId21" Type="http://schemas.openxmlformats.org/officeDocument/2006/relationships/hyperlink" Target="http://www.twitter.com/capgemini" TargetMode="Externa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hyperlink" Target="http://www.facebook.com/Capgemini" TargetMode="External"/><Relationship Id="rId25" Type="http://schemas.openxmlformats.org/officeDocument/2006/relationships/hyperlink" Target="http://www.slideshare.net/capgemini" TargetMode="Externa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7.emf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24" Type="http://schemas.openxmlformats.org/officeDocument/2006/relationships/image" Target="../media/image11.png"/><Relationship Id="rId5" Type="http://schemas.openxmlformats.org/officeDocument/2006/relationships/tags" Target="../tags/tag17.xml"/><Relationship Id="rId15" Type="http://schemas.openxmlformats.org/officeDocument/2006/relationships/image" Target="../media/image1.emf"/><Relationship Id="rId23" Type="http://schemas.openxmlformats.org/officeDocument/2006/relationships/hyperlink" Target="http://www.youtube.com/capgemini" TargetMode="External"/><Relationship Id="rId10" Type="http://schemas.openxmlformats.org/officeDocument/2006/relationships/tags" Target="../tags/tag22.xml"/><Relationship Id="rId19" Type="http://schemas.openxmlformats.org/officeDocument/2006/relationships/hyperlink" Target="http://www.linkedin.com/company/capgemini" TargetMode="External"/><Relationship Id="rId4" Type="http://schemas.openxmlformats.org/officeDocument/2006/relationships/vmlDrawing" Target="../drawings/vmlDrawing5.vml"/><Relationship Id="rId9" Type="http://schemas.openxmlformats.org/officeDocument/2006/relationships/tags" Target="../tags/tag21.xml"/><Relationship Id="rId14" Type="http://schemas.openxmlformats.org/officeDocument/2006/relationships/oleObject" Target="../embeddings/oleObject5.bin"/><Relationship Id="rId22" Type="http://schemas.openxmlformats.org/officeDocument/2006/relationships/image" Target="../media/image10.png"/><Relationship Id="rId27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2" name="think-cell Slide" r:id="rId15" imgW="360" imgH="360" progId="">
                  <p:embed/>
                </p:oleObj>
              </mc:Choice>
              <mc:Fallback>
                <p:oleObj name="think-cell Slide" r:id="rId15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2" y="0"/>
            <a:ext cx="9143999" cy="751601"/>
          </a:xfrm>
          <a:prstGeom prst="rect">
            <a:avLst/>
          </a:prstGeom>
        </p:spPr>
        <p:txBody>
          <a:bodyPr vert="horz" lIns="253554" tIns="28173" rIns="140864" bIns="28173" rtlCol="0" anchor="ctr">
            <a:noAutofit/>
          </a:bodyPr>
          <a:lstStyle/>
          <a:p>
            <a:r>
              <a:rPr lang="fr-FR" noProof="0" dirty="0"/>
              <a:t>Cliquez pour modifier le style du titre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298517" y="1126483"/>
            <a:ext cx="8712115" cy="3477405"/>
          </a:xfrm>
          <a:prstGeom prst="rect">
            <a:avLst/>
          </a:prstGeom>
        </p:spPr>
        <p:txBody>
          <a:bodyPr vert="horz" lIns="92038" tIns="61358" rIns="61358" bIns="61358" rtlCol="0">
            <a:noAutofit/>
          </a:bodyPr>
          <a:lstStyle/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sp>
        <p:nvSpPr>
          <p:cNvPr id="11" name="TextBox 10"/>
          <p:cNvSpPr txBox="1"/>
          <p:nvPr>
            <p:custDataLst>
              <p:tags r:id="rId11"/>
            </p:custDataLst>
          </p:nvPr>
        </p:nvSpPr>
        <p:spPr>
          <a:xfrm>
            <a:off x="8835291" y="4990498"/>
            <a:ext cx="94578" cy="9233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US" sz="600" smtClean="0">
                <a:solidFill>
                  <a:schemeClr val="tx2"/>
                </a:solidFill>
              </a:rPr>
              <a:pPr algn="ctr"/>
              <a:t>‹#›</a:t>
            </a:fld>
            <a:endParaRPr lang="en-US" sz="600" dirty="0">
              <a:solidFill>
                <a:schemeClr val="tx2"/>
              </a:solidFill>
            </a:endParaRPr>
          </a:p>
        </p:txBody>
      </p:sp>
      <p:sp>
        <p:nvSpPr>
          <p:cNvPr id="9" name="Freeform 4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" y="507301"/>
            <a:ext cx="9143999" cy="54609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84848" tIns="42424" rIns="84848" bIns="42424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223229" y="4967554"/>
            <a:ext cx="2455979" cy="13762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30677" tIns="30677" rIns="30677" bIns="30677" anchor="b" anchorCtr="0">
            <a:noAutofit/>
          </a:bodyPr>
          <a:lstStyle/>
          <a:p>
            <a:pPr marL="0" marR="0" lvl="0" indent="0" algn="r" defTabSz="848318" rtl="0" eaLnBrk="0" fontAlgn="auto" latinLnBrk="0" hangingPunct="0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500" b="0" i="0" noProof="0" dirty="0">
                <a:solidFill>
                  <a:schemeClr val="tx2"/>
                </a:solidFill>
                <a:latin typeface="+mj-lt"/>
                <a:cs typeface="Helvetica Light"/>
              </a:rPr>
              <a:t>Copyright © </a:t>
            </a:r>
            <a:r>
              <a:rPr lang="en-US" altLang="en-US" sz="500" b="0" i="0" noProof="0" dirty="0" err="1">
                <a:solidFill>
                  <a:schemeClr val="tx2"/>
                </a:solidFill>
                <a:latin typeface="+mj-lt"/>
                <a:cs typeface="Helvetica Light"/>
              </a:rPr>
              <a:t>Capgemini</a:t>
            </a:r>
            <a:r>
              <a:rPr lang="en-US" altLang="en-US" sz="500" b="0" i="0" noProof="0" dirty="0">
                <a:solidFill>
                  <a:schemeClr val="tx2"/>
                </a:solidFill>
                <a:latin typeface="+mj-lt"/>
                <a:cs typeface="Helvetica Light"/>
              </a:rPr>
              <a:t> 2016. All Rights Reserved</a:t>
            </a:r>
          </a:p>
        </p:txBody>
      </p:sp>
      <p:cxnSp>
        <p:nvCxnSpPr>
          <p:cNvPr id="15" name="Straight Connector 5"/>
          <p:cNvCxnSpPr/>
          <p:nvPr>
            <p:custDataLst>
              <p:tags r:id="rId14"/>
            </p:custDataLst>
          </p:nvPr>
        </p:nvCxnSpPr>
        <p:spPr>
          <a:xfrm flipH="1">
            <a:off x="3" y="4772025"/>
            <a:ext cx="9143999" cy="0"/>
          </a:xfrm>
          <a:prstGeom prst="line">
            <a:avLst/>
          </a:prstGeom>
          <a:ln w="9525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 13" descr="Capgemini_logo.jp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70463" y="4829271"/>
            <a:ext cx="1438102" cy="258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605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6" r:id="rId2"/>
    <p:sldLayoutId id="2147483698" r:id="rId3"/>
    <p:sldLayoutId id="2147483710" r:id="rId4"/>
    <p:sldLayoutId id="2147483741" r:id="rId5"/>
  </p:sldLayoutIdLst>
  <p:txStyles>
    <p:titleStyle>
      <a:lvl1pPr marL="0" indent="0" algn="l" defTabSz="779202" rtl="0" eaLnBrk="1" latinLnBrk="0" hangingPunct="1">
        <a:lnSpc>
          <a:spcPct val="85000"/>
        </a:lnSpc>
        <a:spcBef>
          <a:spcPct val="0"/>
        </a:spcBef>
        <a:buNone/>
        <a:defRPr sz="27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26" indent="-141626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accent5"/>
        </a:buClr>
        <a:buFont typeface="Wingdings" pitchFamily="2" charset="2"/>
        <a:buChar char="§"/>
        <a:defRPr sz="1900" b="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303042" indent="-154227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accent3"/>
        </a:buClr>
        <a:buFont typeface="Wingdings" pitchFamily="2" charset="2"/>
        <a:buChar char="§"/>
        <a:defRPr sz="15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457269" indent="-140698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accent2"/>
        </a:buClr>
        <a:buFont typeface="Arial" pitchFamily="34" charset="0"/>
        <a:buChar char="•"/>
        <a:tabLst/>
        <a:defRPr sz="1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606085" indent="-140698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bg2"/>
        </a:buClr>
        <a:buFont typeface="Arial" pitchFamily="34" charset="0"/>
        <a:buChar char="–"/>
        <a:tabLst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1371722" indent="-165040" algn="l" defTabSz="779202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400" kern="1200">
          <a:solidFill>
            <a:srgbClr val="494949"/>
          </a:solidFill>
          <a:latin typeface="+mn-lt"/>
          <a:ea typeface="+mn-ea"/>
          <a:cs typeface="+mn-cs"/>
        </a:defRPr>
      </a:lvl5pPr>
      <a:lvl6pPr marL="2142807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408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2009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610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601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202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803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405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8006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607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209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6810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5949"/>
            <a:ext cx="8229600" cy="5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ctangle 20"/>
          <p:cNvSpPr txBox="1">
            <a:spLocks noChangeArrowheads="1"/>
          </p:cNvSpPr>
          <p:nvPr/>
        </p:nvSpPr>
        <p:spPr>
          <a:xfrm>
            <a:off x="285720" y="4948186"/>
            <a:ext cx="1219200" cy="171450"/>
          </a:xfrm>
          <a:prstGeom prst="rect">
            <a:avLst/>
          </a:prstGeom>
          <a:noFill/>
        </p:spPr>
        <p:txBody>
          <a:bodyPr/>
          <a:lstStyle/>
          <a:p>
            <a:pPr marL="0" algn="l" defTabSz="914400" rtl="0" eaLnBrk="1" latinLnBrk="0" hangingPunct="1">
              <a:defRPr/>
            </a:pPr>
            <a:fld id="{634B1AA2-1421-4123-B46B-C773544C4A12}" type="datetime4">
              <a:rPr lang="en-US" sz="8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marL="0" algn="l" defTabSz="914400" rtl="0" eaLnBrk="1" latinLnBrk="0" hangingPunct="1">
                <a:defRPr/>
              </a:pPr>
              <a:t>November 22, 2019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271234" y="4948186"/>
            <a:ext cx="1431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altLang="ja-JP" sz="8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Proprietary and Confidential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gray">
          <a:xfrm>
            <a:off x="2750256" y="4939152"/>
            <a:ext cx="237244" cy="1384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rgbClr val="DDDDDD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b" anchorCtr="1">
            <a:spAutoFit/>
          </a:bodyPr>
          <a:lstStyle/>
          <a:p>
            <a:pPr algn="ctr" eaLnBrk="0" hangingPunct="0">
              <a:buClr>
                <a:srgbClr val="000000"/>
              </a:buClr>
              <a:buSzPct val="65000"/>
              <a:buFont typeface="Wingdings" pitchFamily="2" charset="2"/>
              <a:buNone/>
              <a:defRPr/>
            </a:pP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 </a:t>
            </a:r>
            <a:fld id="{F47D9766-21FB-48EB-955B-1DFC7B4C9F61}" type="slidenum">
              <a:rPr lang="en-US" sz="9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algn="ctr" eaLnBrk="0" hangingPunct="0">
                <a:buClr>
                  <a:srgbClr val="000000"/>
                </a:buClr>
                <a:buSzPct val="65000"/>
                <a:buFont typeface="Wingdings" pitchFamily="2" charset="2"/>
                <a:buNone/>
                <a:defRPr/>
              </a:pPr>
              <a:t>‹#›</a:t>
            </a:fld>
            <a:r>
              <a:rPr lang="en-US" sz="9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81000" y="4937149"/>
            <a:ext cx="74676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60144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79678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350"/>
            <a:ext cx="5600700" cy="2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7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A1E4"/>
        </a:buClr>
        <a:buFont typeface="Wingdings" pitchFamily="2" charset="2"/>
        <a:buChar char="Ø"/>
        <a:defRPr sz="1800" b="1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5949"/>
            <a:ext cx="8229600" cy="5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ctangle 20"/>
          <p:cNvSpPr txBox="1">
            <a:spLocks noChangeArrowheads="1"/>
          </p:cNvSpPr>
          <p:nvPr/>
        </p:nvSpPr>
        <p:spPr>
          <a:xfrm>
            <a:off x="285720" y="4948186"/>
            <a:ext cx="1219200" cy="171450"/>
          </a:xfrm>
          <a:prstGeom prst="rect">
            <a:avLst/>
          </a:prstGeom>
          <a:noFill/>
        </p:spPr>
        <p:txBody>
          <a:bodyPr/>
          <a:lstStyle/>
          <a:p>
            <a:pPr marL="0" algn="l" defTabSz="914400" rtl="0" eaLnBrk="1" latinLnBrk="0" hangingPunct="1">
              <a:defRPr/>
            </a:pPr>
            <a:fld id="{634B1AA2-1421-4123-B46B-C773544C4A12}" type="datetime4">
              <a:rPr lang="en-US" sz="8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marL="0" algn="l" defTabSz="914400" rtl="0" eaLnBrk="1" latinLnBrk="0" hangingPunct="1">
                <a:defRPr/>
              </a:pPr>
              <a:t>November 22, 2019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271234" y="4948186"/>
            <a:ext cx="1431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altLang="ja-JP" sz="8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Proprietary and Confidential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gray">
          <a:xfrm>
            <a:off x="2750256" y="4939151"/>
            <a:ext cx="237244" cy="1384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rgbClr val="DDDDDD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b" anchorCtr="1">
            <a:spAutoFit/>
          </a:bodyPr>
          <a:lstStyle/>
          <a:p>
            <a:pPr algn="ctr" eaLnBrk="0" hangingPunct="0">
              <a:buClr>
                <a:srgbClr val="000000"/>
              </a:buClr>
              <a:buSzPct val="65000"/>
              <a:buFont typeface="Wingdings" pitchFamily="2" charset="2"/>
              <a:buNone/>
              <a:defRPr/>
            </a:pP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 </a:t>
            </a:r>
            <a:fld id="{F47D9766-21FB-48EB-955B-1DFC7B4C9F61}" type="slidenum">
              <a:rPr lang="en-US" sz="9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algn="ctr" eaLnBrk="0" hangingPunct="0">
                <a:buClr>
                  <a:srgbClr val="000000"/>
                </a:buClr>
                <a:buSzPct val="65000"/>
                <a:buFont typeface="Wingdings" pitchFamily="2" charset="2"/>
                <a:buNone/>
                <a:defRPr/>
              </a:pPr>
              <a:t>‹#›</a:t>
            </a:fld>
            <a:r>
              <a:rPr lang="en-US" sz="9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81000" y="4937149"/>
            <a:ext cx="74676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60144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79678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350"/>
            <a:ext cx="5600700" cy="2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7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A1E4"/>
        </a:buClr>
        <a:buFont typeface="Wingdings" pitchFamily="2" charset="2"/>
        <a:buChar char="Ø"/>
        <a:defRPr sz="1800" b="1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0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6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" name="Rectangle 7"/>
          <p:cNvSpPr/>
          <p:nvPr>
            <p:custDataLst>
              <p:tags r:id="rId6"/>
            </p:custDataLst>
          </p:nvPr>
        </p:nvSpPr>
        <p:spPr bwMode="auto">
          <a:xfrm flipV="1">
            <a:off x="-1529" y="1258495"/>
            <a:ext cx="9145530" cy="3885005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3881172"/>
              <a:gd name="connsiteX1" fmla="*/ 10561655 w 10562411"/>
              <a:gd name="connsiteY1" fmla="*/ 0 h 3881172"/>
              <a:gd name="connsiteX2" fmla="*/ 10561157 w 10562411"/>
              <a:gd name="connsiteY2" fmla="*/ 1476338 h 3881172"/>
              <a:gd name="connsiteX3" fmla="*/ 9288594 w 10562411"/>
              <a:gd name="connsiteY3" fmla="*/ 2153103 h 3881172"/>
              <a:gd name="connsiteX4" fmla="*/ 2317558 w 10562411"/>
              <a:gd name="connsiteY4" fmla="*/ 2159512 h 3881172"/>
              <a:gd name="connsiteX5" fmla="*/ 1180889 w 10562411"/>
              <a:gd name="connsiteY5" fmla="*/ 2958168 h 3881172"/>
              <a:gd name="connsiteX6" fmla="*/ 0 w 10562411"/>
              <a:gd name="connsiteY6" fmla="*/ 2174065 h 3881172"/>
              <a:gd name="connsiteX7" fmla="*/ 1331 w 10562411"/>
              <a:gd name="connsiteY7" fmla="*/ 2791 h 3881172"/>
              <a:gd name="connsiteX0" fmla="*/ 1331 w 10562411"/>
              <a:gd name="connsiteY0" fmla="*/ 2791 h 4143392"/>
              <a:gd name="connsiteX1" fmla="*/ 10561655 w 10562411"/>
              <a:gd name="connsiteY1" fmla="*/ 0 h 4143392"/>
              <a:gd name="connsiteX2" fmla="*/ 10561157 w 10562411"/>
              <a:gd name="connsiteY2" fmla="*/ 1476338 h 4143392"/>
              <a:gd name="connsiteX3" fmla="*/ 9288594 w 10562411"/>
              <a:gd name="connsiteY3" fmla="*/ 2153103 h 4143392"/>
              <a:gd name="connsiteX4" fmla="*/ 2317558 w 10562411"/>
              <a:gd name="connsiteY4" fmla="*/ 2159512 h 4143392"/>
              <a:gd name="connsiteX5" fmla="*/ 1180889 w 10562411"/>
              <a:gd name="connsiteY5" fmla="*/ 2958168 h 4143392"/>
              <a:gd name="connsiteX6" fmla="*/ 0 w 10562411"/>
              <a:gd name="connsiteY6" fmla="*/ 2174065 h 4143392"/>
              <a:gd name="connsiteX7" fmla="*/ 1331 w 10562411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336031 w 10580884"/>
              <a:gd name="connsiteY4" fmla="*/ 2159512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013072 w 10580884"/>
              <a:gd name="connsiteY3" fmla="*/ 3716089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4 w 10580641"/>
              <a:gd name="connsiteY2" fmla="*/ 3400831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625733"/>
              <a:gd name="connsiteX1" fmla="*/ 10580128 w 10580641"/>
              <a:gd name="connsiteY1" fmla="*/ 0 h 4625733"/>
              <a:gd name="connsiteX2" fmla="*/ 10559883 w 10580641"/>
              <a:gd name="connsiteY2" fmla="*/ 3953724 h 4625733"/>
              <a:gd name="connsiteX3" fmla="*/ 9013072 w 10580641"/>
              <a:gd name="connsiteY3" fmla="*/ 3716089 h 4625733"/>
              <a:gd name="connsiteX4" fmla="*/ 2283533 w 10580641"/>
              <a:gd name="connsiteY4" fmla="*/ 3711866 h 4625733"/>
              <a:gd name="connsiteX5" fmla="*/ 1199362 w 10580641"/>
              <a:gd name="connsiteY5" fmla="*/ 2958168 h 4625733"/>
              <a:gd name="connsiteX6" fmla="*/ 0 w 10580641"/>
              <a:gd name="connsiteY6" fmla="*/ 3726419 h 4625733"/>
              <a:gd name="connsiteX7" fmla="*/ 19804 w 10580641"/>
              <a:gd name="connsiteY7" fmla="*/ 2791 h 4625733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37052 h 3953724"/>
              <a:gd name="connsiteX7" fmla="*/ 19804 w 10580641"/>
              <a:gd name="connsiteY7" fmla="*/ 2791 h 3953724"/>
              <a:gd name="connsiteX0" fmla="*/ 0 w 10581837"/>
              <a:gd name="connsiteY0" fmla="*/ 13424 h 3953724"/>
              <a:gd name="connsiteX1" fmla="*/ 10581324 w 10581837"/>
              <a:gd name="connsiteY1" fmla="*/ 0 h 3953724"/>
              <a:gd name="connsiteX2" fmla="*/ 10561079 w 10581837"/>
              <a:gd name="connsiteY2" fmla="*/ 3953724 h 3953724"/>
              <a:gd name="connsiteX3" fmla="*/ 9014268 w 10581837"/>
              <a:gd name="connsiteY3" fmla="*/ 3716089 h 3953724"/>
              <a:gd name="connsiteX4" fmla="*/ 2284729 w 10581837"/>
              <a:gd name="connsiteY4" fmla="*/ 3711866 h 3953724"/>
              <a:gd name="connsiteX5" fmla="*/ 1200558 w 10581837"/>
              <a:gd name="connsiteY5" fmla="*/ 2958168 h 3953724"/>
              <a:gd name="connsiteX6" fmla="*/ 1196 w 10581837"/>
              <a:gd name="connsiteY6" fmla="*/ 3737052 h 3953724"/>
              <a:gd name="connsiteX7" fmla="*/ 0 w 10581837"/>
              <a:gd name="connsiteY7" fmla="*/ 13424 h 3953724"/>
              <a:gd name="connsiteX0" fmla="*/ 0 w 10562333"/>
              <a:gd name="connsiteY0" fmla="*/ 24056 h 3964356"/>
              <a:gd name="connsiteX1" fmla="*/ 10549824 w 10562333"/>
              <a:gd name="connsiteY1" fmla="*/ 0 h 3964356"/>
              <a:gd name="connsiteX2" fmla="*/ 10561079 w 10562333"/>
              <a:gd name="connsiteY2" fmla="*/ 3964356 h 3964356"/>
              <a:gd name="connsiteX3" fmla="*/ 9014268 w 10562333"/>
              <a:gd name="connsiteY3" fmla="*/ 3726721 h 3964356"/>
              <a:gd name="connsiteX4" fmla="*/ 2284729 w 10562333"/>
              <a:gd name="connsiteY4" fmla="*/ 3722498 h 3964356"/>
              <a:gd name="connsiteX5" fmla="*/ 1200558 w 10562333"/>
              <a:gd name="connsiteY5" fmla="*/ 2968800 h 3964356"/>
              <a:gd name="connsiteX6" fmla="*/ 1196 w 10562333"/>
              <a:gd name="connsiteY6" fmla="*/ 3747684 h 3964356"/>
              <a:gd name="connsiteX7" fmla="*/ 0 w 10562333"/>
              <a:gd name="connsiteY7" fmla="*/ 24056 h 3964356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10559884 w 10650182"/>
              <a:gd name="connsiteY0" fmla="*/ 18474 h 3993463"/>
              <a:gd name="connsiteX1" fmla="*/ 10561079 w 10650182"/>
              <a:gd name="connsiteY1" fmla="*/ 3993463 h 3993463"/>
              <a:gd name="connsiteX2" fmla="*/ 9024769 w 10650182"/>
              <a:gd name="connsiteY2" fmla="*/ 3734563 h 3993463"/>
              <a:gd name="connsiteX3" fmla="*/ 2295230 w 10650182"/>
              <a:gd name="connsiteY3" fmla="*/ 3719707 h 3993463"/>
              <a:gd name="connsiteX4" fmla="*/ 1200558 w 10650182"/>
              <a:gd name="connsiteY4" fmla="*/ 2997907 h 3993463"/>
              <a:gd name="connsiteX5" fmla="*/ 0 w 10650182"/>
              <a:gd name="connsiteY5" fmla="*/ 3712996 h 3993463"/>
              <a:gd name="connsiteX6" fmla="*/ 0 w 10650182"/>
              <a:gd name="connsiteY6" fmla="*/ 0 h 3993463"/>
              <a:gd name="connsiteX7" fmla="*/ 10650182 w 10650182"/>
              <a:gd name="connsiteY7" fmla="*/ 109914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10285606 w 10562333"/>
              <a:gd name="connsiteY7" fmla="*/ 418258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9991611 w 10562333"/>
              <a:gd name="connsiteY7" fmla="*/ 56751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0 w 10562846"/>
              <a:gd name="connsiteY5" fmla="*/ 3712996 h 3993463"/>
              <a:gd name="connsiteX6" fmla="*/ 0 w 10562846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2449 w 10562846"/>
              <a:gd name="connsiteY5" fmla="*/ 3734261 h 3993463"/>
              <a:gd name="connsiteX6" fmla="*/ 0 w 10562846"/>
              <a:gd name="connsiteY6" fmla="*/ 0 h 3993463"/>
              <a:gd name="connsiteX0" fmla="*/ 10562334 w 10562847"/>
              <a:gd name="connsiteY0" fmla="*/ 1074357 h 5067820"/>
              <a:gd name="connsiteX1" fmla="*/ 10561080 w 10562847"/>
              <a:gd name="connsiteY1" fmla="*/ 5067820 h 5067820"/>
              <a:gd name="connsiteX2" fmla="*/ 9024770 w 10562847"/>
              <a:gd name="connsiteY2" fmla="*/ 4808920 h 5067820"/>
              <a:gd name="connsiteX3" fmla="*/ 2295231 w 10562847"/>
              <a:gd name="connsiteY3" fmla="*/ 4794064 h 5067820"/>
              <a:gd name="connsiteX4" fmla="*/ 1200559 w 10562847"/>
              <a:gd name="connsiteY4" fmla="*/ 4072264 h 5067820"/>
              <a:gd name="connsiteX5" fmla="*/ 2450 w 10562847"/>
              <a:gd name="connsiteY5" fmla="*/ 4808618 h 5067820"/>
              <a:gd name="connsiteX6" fmla="*/ 0 w 10562847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2450 w 10563360"/>
              <a:gd name="connsiteY5" fmla="*/ 4808618 h 5067820"/>
              <a:gd name="connsiteX6" fmla="*/ 0 w 10563360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514 w 10563360"/>
              <a:gd name="connsiteY5" fmla="*/ 4819150 h 5067820"/>
              <a:gd name="connsiteX6" fmla="*/ 0 w 10563360"/>
              <a:gd name="connsiteY6" fmla="*/ 0 h 5067820"/>
              <a:gd name="connsiteX0" fmla="*/ 10562847 w 10564614"/>
              <a:gd name="connsiteY0" fmla="*/ 0 h 5152083"/>
              <a:gd name="connsiteX1" fmla="*/ 10563360 w 10564614"/>
              <a:gd name="connsiteY1" fmla="*/ 5152083 h 5152083"/>
              <a:gd name="connsiteX2" fmla="*/ 9024770 w 10564614"/>
              <a:gd name="connsiteY2" fmla="*/ 4808920 h 5152083"/>
              <a:gd name="connsiteX3" fmla="*/ 2295231 w 10564614"/>
              <a:gd name="connsiteY3" fmla="*/ 4794064 h 5152083"/>
              <a:gd name="connsiteX4" fmla="*/ 1200559 w 10564614"/>
              <a:gd name="connsiteY4" fmla="*/ 4072264 h 5152083"/>
              <a:gd name="connsiteX5" fmla="*/ 514 w 10564614"/>
              <a:gd name="connsiteY5" fmla="*/ 4819150 h 5152083"/>
              <a:gd name="connsiteX6" fmla="*/ 0 w 10564614"/>
              <a:gd name="connsiteY6" fmla="*/ 0 h 5152083"/>
              <a:gd name="connsiteX0" fmla="*/ 10562847 w 10564614"/>
              <a:gd name="connsiteY0" fmla="*/ 0 h 5183681"/>
              <a:gd name="connsiteX1" fmla="*/ 10563360 w 10564614"/>
              <a:gd name="connsiteY1" fmla="*/ 5183681 h 5183681"/>
              <a:gd name="connsiteX2" fmla="*/ 9024770 w 10564614"/>
              <a:gd name="connsiteY2" fmla="*/ 4808920 h 5183681"/>
              <a:gd name="connsiteX3" fmla="*/ 2295231 w 10564614"/>
              <a:gd name="connsiteY3" fmla="*/ 4794064 h 5183681"/>
              <a:gd name="connsiteX4" fmla="*/ 1200559 w 10564614"/>
              <a:gd name="connsiteY4" fmla="*/ 4072264 h 5183681"/>
              <a:gd name="connsiteX5" fmla="*/ 514 w 10564614"/>
              <a:gd name="connsiteY5" fmla="*/ 4819150 h 5183681"/>
              <a:gd name="connsiteX6" fmla="*/ 0 w 10564614"/>
              <a:gd name="connsiteY6" fmla="*/ 0 h 518368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87552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64614" h="5657661">
                <a:moveTo>
                  <a:pt x="10562847" y="0"/>
                </a:moveTo>
                <a:cubicBezTo>
                  <a:pt x="10563360" y="67600"/>
                  <a:pt x="10564614" y="5614246"/>
                  <a:pt x="10563360" y="5657661"/>
                </a:cubicBezTo>
                <a:cubicBezTo>
                  <a:pt x="10190941" y="4920324"/>
                  <a:pt x="9462356" y="4792975"/>
                  <a:pt x="9024770" y="4808920"/>
                </a:cubicBezTo>
                <a:lnTo>
                  <a:pt x="2295231" y="4794064"/>
                </a:lnTo>
                <a:cubicBezTo>
                  <a:pt x="1854598" y="4794612"/>
                  <a:pt x="1423669" y="4544310"/>
                  <a:pt x="1200559" y="4072264"/>
                </a:cubicBezTo>
                <a:cubicBezTo>
                  <a:pt x="965203" y="4750718"/>
                  <a:pt x="279154" y="4797207"/>
                  <a:pt x="514" y="4798085"/>
                </a:cubicBezTo>
                <a:cubicBezTo>
                  <a:pt x="2581" y="4762572"/>
                  <a:pt x="1272" y="95582"/>
                  <a:pt x="0" y="0"/>
                </a:cubicBezTo>
              </a:path>
            </a:pathLst>
          </a:custGeom>
          <a:gradFill flip="none" rotWithShape="1">
            <a:gsLst>
              <a:gs pos="0">
                <a:srgbClr val="005B7C"/>
              </a:gs>
              <a:gs pos="50000">
                <a:srgbClr val="0085B3"/>
              </a:gs>
              <a:gs pos="100000">
                <a:srgbClr val="00A0D6"/>
              </a:gs>
            </a:gsLst>
            <a:lin ang="18900000" scaled="1"/>
            <a:tileRect/>
          </a:gra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28173" tIns="36624" rIns="28173" bIns="36624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9" name="Picture 104" descr="C:\Users\UserSim\Desktop\Capgemini\moto.emf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6" cstate="email"/>
          <a:srcRect/>
          <a:stretch>
            <a:fillRect/>
          </a:stretch>
        </p:blipFill>
        <p:spPr bwMode="auto">
          <a:xfrm>
            <a:off x="5914038" y="906941"/>
            <a:ext cx="2658462" cy="17201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6419731" y="4055244"/>
            <a:ext cx="2152769" cy="323567"/>
          </a:xfrm>
          <a:prstGeom prst="rect">
            <a:avLst/>
          </a:prstGeom>
        </p:spPr>
        <p:txBody>
          <a:bodyPr wrap="none" lIns="0" tIns="30679" rIns="0" bIns="30679" anchor="b" anchorCtr="0">
            <a:spAutoFit/>
          </a:bodyPr>
          <a:lstStyle/>
          <a:p>
            <a:pPr algn="r"/>
            <a:r>
              <a:rPr lang="en-US" sz="17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www.capgemini.com</a:t>
            </a:r>
          </a:p>
        </p:txBody>
      </p:sp>
      <p:pic>
        <p:nvPicPr>
          <p:cNvPr id="16" name="Picture 3" descr="C:\Users\UserSim\Desktop\DS_icons\128x128 shadows\facebook.png">
            <a:hlinkClick r:id="rId17"/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8" cstate="email"/>
          <a:srcRect/>
          <a:stretch>
            <a:fillRect/>
          </a:stretch>
        </p:blipFill>
        <p:spPr bwMode="auto">
          <a:xfrm>
            <a:off x="7098349" y="4449410"/>
            <a:ext cx="256821" cy="197828"/>
          </a:xfrm>
          <a:prstGeom prst="rect">
            <a:avLst/>
          </a:prstGeom>
          <a:noFill/>
        </p:spPr>
      </p:pic>
      <p:pic>
        <p:nvPicPr>
          <p:cNvPr id="17" name="Picture 4" descr="C:\Users\UserSim\Desktop\DS_icons\128x128 shadows\linkedin.png">
            <a:hlinkClick r:id="rId19"/>
          </p:cNvPr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0" cstate="email"/>
          <a:srcRect/>
          <a:stretch>
            <a:fillRect/>
          </a:stretch>
        </p:blipFill>
        <p:spPr bwMode="auto">
          <a:xfrm>
            <a:off x="7407960" y="4449410"/>
            <a:ext cx="259674" cy="200025"/>
          </a:xfrm>
          <a:prstGeom prst="rect">
            <a:avLst/>
          </a:prstGeom>
          <a:noFill/>
        </p:spPr>
      </p:pic>
      <p:pic>
        <p:nvPicPr>
          <p:cNvPr id="18" name="Picture 5" descr="C:\Users\UserSim\Desktop\DS_icons\128x128 shadows\twitter.png">
            <a:hlinkClick r:id="rId21"/>
          </p:cNvPr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2" cstate="email"/>
          <a:srcRect/>
          <a:stretch>
            <a:fillRect/>
          </a:stretch>
        </p:blipFill>
        <p:spPr bwMode="auto">
          <a:xfrm>
            <a:off x="7988626" y="4449410"/>
            <a:ext cx="259674" cy="200025"/>
          </a:xfrm>
          <a:prstGeom prst="rect">
            <a:avLst/>
          </a:prstGeom>
          <a:noFill/>
        </p:spPr>
      </p:pic>
      <p:pic>
        <p:nvPicPr>
          <p:cNvPr id="19" name="Picture 6" descr="C:\Users\UserSim\Desktop\DS_icons\128x128 shadows\youtube.png">
            <a:hlinkClick r:id="rId23"/>
          </p:cNvPr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4" cstate="email"/>
          <a:srcRect/>
          <a:stretch>
            <a:fillRect/>
          </a:stretch>
        </p:blipFill>
        <p:spPr bwMode="auto">
          <a:xfrm>
            <a:off x="8301091" y="4449410"/>
            <a:ext cx="259674" cy="200025"/>
          </a:xfrm>
          <a:prstGeom prst="rect">
            <a:avLst/>
          </a:prstGeom>
          <a:noFill/>
        </p:spPr>
      </p:pic>
      <p:pic>
        <p:nvPicPr>
          <p:cNvPr id="20" name="Image 22" descr="Picto_Slideshare.gif">
            <a:hlinkClick r:id="rId25"/>
          </p:cNvPr>
          <p:cNvPicPr preferRelativeResize="0">
            <a:picLocks/>
          </p:cNvPicPr>
          <p:nvPr>
            <p:custDataLst>
              <p:tags r:id="rId13"/>
            </p:custDataLst>
          </p:nvPr>
        </p:nvPicPr>
        <p:blipFill>
          <a:blip r:embed="rId26" cstate="email"/>
          <a:srcRect l="4793" t="6316" r="5718" b="7969"/>
          <a:stretch>
            <a:fillRect/>
          </a:stretch>
        </p:blipFill>
        <p:spPr>
          <a:xfrm>
            <a:off x="7720424" y="4449411"/>
            <a:ext cx="215411" cy="178594"/>
          </a:xfrm>
          <a:prstGeom prst="roundRect">
            <a:avLst/>
          </a:prstGeom>
          <a:effectLst>
            <a:outerShdw blurRad="38100" dist="25400" dir="5400000" sx="98000" sy="98000" algn="t" rotWithShape="0">
              <a:schemeClr val="tx2">
                <a:alpha val="51000"/>
              </a:schemeClr>
            </a:outerShdw>
          </a:effectLst>
        </p:spPr>
      </p:pic>
      <p:pic>
        <p:nvPicPr>
          <p:cNvPr id="13" name="Image 12" descr="Capgemini_logo.jpg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690062" y="761224"/>
            <a:ext cx="2658462" cy="5145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hf hdr="0" ftr="0" dt="0"/>
  <p:txStyles>
    <p:titleStyle>
      <a:lvl1pPr algn="ctr" defTabSz="715587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345" indent="-268345" algn="l" defTabSz="7155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81414" indent="-223621" algn="l" defTabSz="715587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94484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52277" indent="-178896" algn="l" defTabSz="715587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10070" indent="-178896" algn="l" defTabSz="715587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67864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25657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83451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1244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57794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15587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3380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31174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88967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46761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04554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62347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943238" y="2208806"/>
            <a:ext cx="4915261" cy="823618"/>
          </a:xfrm>
        </p:spPr>
        <p:txBody>
          <a:bodyPr vert="horz" lIns="0" tIns="28173" rIns="28173" bIns="28173" rtlCol="0" anchor="t">
            <a:noAutofit/>
          </a:bodyPr>
          <a:lstStyle>
            <a:lvl1pPr marL="0" indent="0" algn="l" defTabSz="914342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Advanced PLSQL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940137" y="3324784"/>
            <a:ext cx="4918363" cy="710813"/>
          </a:xfrm>
        </p:spPr>
        <p:txBody>
          <a:bodyPr lIns="0" tIns="28173" rIns="28173" bIns="28173"/>
          <a:lstStyle>
            <a:lvl1pPr marL="0" indent="0" algn="l">
              <a:buNone/>
              <a:defRPr sz="2200" b="0">
                <a:solidFill>
                  <a:schemeClr val="tx1"/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z="2000" dirty="0" err="1"/>
              <a:t>Lesson</a:t>
            </a:r>
            <a:r>
              <a:rPr lang="fr-FR" sz="2000" dirty="0"/>
              <a:t>  –  UTL_FILE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/>
          </p:cNvSpPr>
          <p:nvPr/>
        </p:nvSpPr>
        <p:spPr bwMode="auto">
          <a:xfrm>
            <a:off x="390525" y="129781"/>
            <a:ext cx="8153400" cy="536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80000"/>
              </a:lnSpc>
            </a:pPr>
            <a:r>
              <a:rPr lang="en-US" sz="2800" b="1" dirty="0">
                <a:latin typeface="Candara"/>
                <a:ea typeface="+mj-ea"/>
                <a:cs typeface="Arial" pitchFamily="34" charset="0"/>
              </a:rPr>
              <a:t>Lesson Objectives</a:t>
            </a:r>
          </a:p>
        </p:txBody>
      </p:sp>
      <p:sp>
        <p:nvSpPr>
          <p:cNvPr id="5123" name="Content Placeholder 12"/>
          <p:cNvSpPr>
            <a:spLocks/>
          </p:cNvSpPr>
          <p:nvPr/>
        </p:nvSpPr>
        <p:spPr bwMode="auto">
          <a:xfrm>
            <a:off x="319088" y="925116"/>
            <a:ext cx="6157912" cy="3770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On completion of this lesson on UTL_FILE, you will be able to:</a:t>
            </a:r>
          </a:p>
          <a:p>
            <a:pPr lvl="1"/>
            <a:r>
              <a:rPr lang="en-US" dirty="0"/>
              <a:t>How to read from and write data to files </a:t>
            </a:r>
          </a:p>
          <a:p>
            <a:pPr lvl="1"/>
            <a:r>
              <a:rPr lang="en-US" dirty="0"/>
              <a:t>Transforming data from Oracle Tables to files</a:t>
            </a:r>
          </a:p>
          <a:p>
            <a:pPr lvl="1"/>
            <a:r>
              <a:rPr lang="en-US" dirty="0"/>
              <a:t>Using various methods of UTL_FILE for reading from and writing to files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934200" y="1182291"/>
            <a:ext cx="1716088" cy="1103709"/>
            <a:chOff x="4176" y="993"/>
            <a:chExt cx="1273" cy="1119"/>
          </a:xfrm>
        </p:grpSpPr>
        <p:sp>
          <p:nvSpPr>
            <p:cNvPr id="5125" name="Rectangle 14"/>
            <p:cNvSpPr>
              <a:spLocks noChangeArrowheads="1"/>
            </p:cNvSpPr>
            <p:nvPr/>
          </p:nvSpPr>
          <p:spPr bwMode="auto">
            <a:xfrm>
              <a:off x="4176" y="993"/>
              <a:ext cx="1273" cy="1119"/>
            </a:xfrm>
            <a:prstGeom prst="rect">
              <a:avLst/>
            </a:prstGeom>
            <a:solidFill>
              <a:srgbClr val="FFC979"/>
            </a:solidFill>
            <a:ln w="12700">
              <a:solidFill>
                <a:srgbClr val="40858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5126" name="Picture 16" descr="objective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84" y="1080"/>
              <a:ext cx="1056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10533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306"/>
            <a:ext cx="8570662" cy="3771900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dirty="0"/>
              <a:t>UTL_FILE</a:t>
            </a:r>
          </a:p>
          <a:p>
            <a:pPr algn="just">
              <a:buNone/>
              <a:defRPr/>
            </a:pPr>
            <a:endParaRPr lang="en-US" dirty="0"/>
          </a:p>
          <a:p>
            <a:pPr lvl="1" algn="just">
              <a:defRPr/>
            </a:pPr>
            <a:r>
              <a:rPr lang="en-US" dirty="0"/>
              <a:t>Is  Oracle-supplied package which enables us to read data from, as well as, write data to OS files. </a:t>
            </a:r>
          </a:p>
          <a:p>
            <a:pPr lvl="1" algn="just">
              <a:defRPr/>
            </a:pPr>
            <a:endParaRPr lang="en-US" dirty="0"/>
          </a:p>
          <a:p>
            <a:pPr lvl="1" algn="just">
              <a:defRPr/>
            </a:pPr>
            <a:r>
              <a:rPr lang="en-US" dirty="0"/>
              <a:t>It has several methods(procedures and functions) which enable us to perform read and write operations on files</a:t>
            </a:r>
          </a:p>
          <a:p>
            <a:pPr lvl="1" algn="just">
              <a:defRPr/>
            </a:pPr>
            <a:endParaRPr lang="en-US" dirty="0"/>
          </a:p>
          <a:p>
            <a:pPr lvl="1" algn="just">
              <a:defRPr/>
            </a:pPr>
            <a:r>
              <a:rPr lang="en-US" dirty="0"/>
              <a:t>It provides a convenient way to read data from tables and write them to files.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7.1: Introduction to </a:t>
            </a:r>
            <a:r>
              <a:rPr lang="en-US" sz="1400" dirty="0">
                <a:latin typeface="Candara"/>
              </a:rPr>
              <a:t>Oracle package UTL_FILE</a:t>
            </a:r>
            <a:br>
              <a:rPr lang="en-US" sz="1200" b="1" dirty="0">
                <a:latin typeface="Candara"/>
              </a:rPr>
            </a:br>
            <a:r>
              <a:rPr lang="en-US" b="1" dirty="0">
                <a:latin typeface="Candara"/>
              </a:rPr>
              <a:t>What is </a:t>
            </a:r>
            <a:r>
              <a:rPr lang="en-US" dirty="0">
                <a:latin typeface="Candara"/>
              </a:rPr>
              <a:t>a UTL_FILE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306"/>
            <a:ext cx="8570662" cy="3771900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Accessible directories for the UTL_FILE functions are specified in the initialization file using the UTL_FILE_DIR parameter.</a:t>
            </a:r>
          </a:p>
          <a:p>
            <a:pPr marL="0" indent="0">
              <a:buNone/>
            </a:pPr>
            <a:endParaRPr lang="en-US" sz="1400" dirty="0"/>
          </a:p>
          <a:p>
            <a:pPr algn="just"/>
            <a:r>
              <a:rPr lang="en-US" sz="1400" dirty="0"/>
              <a:t>Set the UTL_FILE_DIR to * or any other valid path say(‘C:\photos’) which you want to access through UTL_FILE. 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The parameter specification UTL_FILE_DIR = * should be used with caution. It turns off directory access checking and makes all directories accessible to the UTL_FILE functions.</a:t>
            </a:r>
          </a:p>
          <a:p>
            <a:pPr marL="0" indent="0" algn="just">
              <a:buNone/>
            </a:pPr>
            <a:endParaRPr lang="en-US" sz="1400" dirty="0"/>
          </a:p>
          <a:p>
            <a:pPr algn="just"/>
            <a:r>
              <a:rPr lang="en-US" sz="1400" dirty="0"/>
              <a:t>Connect as system and issue the following command :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show parameter UTL_FILE_DIR;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alter system set UTL_FILE_DIR=‘c:\photos' scope=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spfile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/>
              <a:t>and restart the database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show parameter UTL_FILE_DIR;</a:t>
            </a:r>
          </a:p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7.1: Introduction to </a:t>
            </a:r>
            <a:r>
              <a:rPr lang="en-US" sz="1400" dirty="0">
                <a:latin typeface="Candara"/>
              </a:rPr>
              <a:t>Oracle package UTL_FILE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UTL_FILE_DIR parameter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96992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306"/>
            <a:ext cx="8570662" cy="37719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1500" dirty="0"/>
              <a:t>This function opens a file for input or output. </a:t>
            </a:r>
          </a:p>
          <a:p>
            <a:pPr algn="just"/>
            <a:r>
              <a:rPr lang="en-US" sz="1500" dirty="0"/>
              <a:t>The file location must be an accessible directory, as defined in the instance’s initialization parameter UTL_FILE_DIR. </a:t>
            </a:r>
          </a:p>
          <a:p>
            <a:pPr algn="just"/>
            <a:r>
              <a:rPr lang="en-US" sz="1500" dirty="0"/>
              <a:t>The complete directory path must already exist; it is not created by FOPEN. </a:t>
            </a:r>
          </a:p>
          <a:p>
            <a:pPr algn="just"/>
            <a:r>
              <a:rPr lang="en-US" sz="1500" dirty="0"/>
              <a:t>FOPEN returns a file handle, which must be used in all subsequent I/O operations on the file.</a:t>
            </a:r>
          </a:p>
          <a:p>
            <a:pPr algn="just"/>
            <a:r>
              <a:rPr lang="en-US" sz="1500" dirty="0"/>
              <a:t>This version of FOPEN does not take a parameter for the maximum line size. Thus, the default (which is 1023 on most systems) is used. </a:t>
            </a:r>
          </a:p>
          <a:p>
            <a:pPr algn="just"/>
            <a:r>
              <a:rPr lang="en-US" sz="1500" dirty="0"/>
              <a:t>To specify a different maximum line size, use the other, overloaded version of "FOPEN” function. </a:t>
            </a:r>
          </a:p>
          <a:p>
            <a:pPr algn="just"/>
            <a:r>
              <a:rPr lang="en-US" sz="1500" dirty="0"/>
              <a:t>You can have a maximum of 50 files open simultaneously.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('c:\photos','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abcd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','w');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r>
              <a:rPr lang="en-US" sz="1500" dirty="0"/>
              <a:t>A file </a:t>
            </a:r>
            <a:r>
              <a:rPr lang="en-US" sz="1500" dirty="0" err="1"/>
              <a:t>abcd</a:t>
            </a:r>
            <a:r>
              <a:rPr lang="en-US" sz="1500" dirty="0"/>
              <a:t> is created with size 0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UTL_FILE.FOPEN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728454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306"/>
            <a:ext cx="8570662" cy="37719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UTL_FILE.FOPEN(location IN VARCHAR2, filename IN VARCHAR2, </a:t>
            </a:r>
            <a:r>
              <a:rPr lang="en-US" dirty="0" err="1"/>
              <a:t>open_mode</a:t>
            </a:r>
            <a:r>
              <a:rPr lang="en-US" dirty="0"/>
              <a:t> IN VARCHAR2) RETURN UTL_FILE.FILE_TYPE;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Location	:	Operating system-specific string that specifies the directory in which to open the file.</a:t>
            </a:r>
          </a:p>
          <a:p>
            <a:pPr lvl="1" algn="just"/>
            <a:r>
              <a:rPr lang="en-US" dirty="0"/>
              <a:t>Filename	: 	Name of the file, including extension (file type), without any directory path information.</a:t>
            </a:r>
          </a:p>
          <a:p>
            <a:pPr lvl="1" algn="just"/>
            <a:r>
              <a:rPr lang="en-US" dirty="0" err="1"/>
              <a:t>open_mode</a:t>
            </a:r>
            <a:r>
              <a:rPr lang="en-US" dirty="0"/>
              <a:t>	:	String that specifies how the file should be opened (either upper or lower case letters can be used).</a:t>
            </a:r>
          </a:p>
          <a:p>
            <a:pPr lvl="1"/>
            <a:r>
              <a:rPr lang="en-US" dirty="0"/>
              <a:t>The supported values, and the UTL_FILE procedures that can be used with them are:</a:t>
            </a:r>
          </a:p>
          <a:p>
            <a:pPr lvl="2"/>
            <a:r>
              <a:rPr lang="en-US" dirty="0"/>
              <a:t>r	-	read text (GET_LINE)</a:t>
            </a:r>
          </a:p>
          <a:p>
            <a:pPr lvl="2"/>
            <a:r>
              <a:rPr lang="en-US" dirty="0"/>
              <a:t>w	- 	write text (PUT, PUT_LINE, NEW_LINE, PUTF, FFLUSH)</a:t>
            </a:r>
          </a:p>
          <a:p>
            <a:pPr lvl="2"/>
            <a:r>
              <a:rPr lang="en-US" dirty="0"/>
              <a:t>a	- 	append text (PUT, PUT_LINE, NEW_LINE, PUTF, FFLUSH)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UTL_FILE.FOPEN						…..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70381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500" dirty="0"/>
              <a:t>If you open a file that does not exist using the “</a:t>
            </a:r>
            <a:r>
              <a:rPr lang="en-US" sz="1500" b="1" dirty="0"/>
              <a:t>a”</a:t>
            </a:r>
            <a:r>
              <a:rPr lang="en-US" sz="1500" dirty="0"/>
              <a:t> value for </a:t>
            </a:r>
            <a:r>
              <a:rPr lang="en-US" sz="1500" dirty="0" err="1"/>
              <a:t>open_mode</a:t>
            </a:r>
            <a:r>
              <a:rPr lang="en-US" sz="1500" dirty="0"/>
              <a:t>, then the file is created in write (w) mode.</a:t>
            </a:r>
          </a:p>
          <a:p>
            <a:r>
              <a:rPr lang="en-US" sz="1500" dirty="0"/>
              <a:t>FOPEN returns a file handle, which must be passed to all subsequent procedures that operate on that file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('c:\photos','xyz','w',8000);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endParaRPr lang="en-US" dirty="0"/>
          </a:p>
          <a:p>
            <a:pPr algn="just"/>
            <a:r>
              <a:rPr lang="en-US" sz="1500" dirty="0"/>
              <a:t>Here, we have used FOPEN with a fourth parameter, which specifies the </a:t>
            </a:r>
            <a:r>
              <a:rPr lang="en-US" sz="1500" dirty="0" err="1"/>
              <a:t>max_linesize</a:t>
            </a:r>
            <a:r>
              <a:rPr lang="en-US" sz="1500" dirty="0"/>
              <a:t>, that is the number of characters per line including the newline character. (maximum value 32767).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UTL_FILE.FOPEN						…..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42034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400" dirty="0"/>
              <a:t>PUT writes the text string to the open file identified by the file handle. The file must be open for write operations. No line terminator is appended by PUT; use NEW_LINE to terminate the line or use PUT_LINE to write a complete line with a line terminator.</a:t>
            </a:r>
          </a:p>
          <a:p>
            <a:pPr algn="just"/>
            <a:r>
              <a:rPr lang="en-US" sz="1400" dirty="0"/>
              <a:t>The maximum size of an input record is 1023 bytes, unless you specify a larger size in the overloaded version of FOPEN.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(‘c:\photos','xyz','w',8000);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'hello');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algn="just"/>
            <a:r>
              <a:rPr lang="en-US" sz="1400" dirty="0"/>
              <a:t>A file “</a:t>
            </a:r>
            <a:r>
              <a:rPr lang="en-US" sz="1400" dirty="0" err="1"/>
              <a:t>xyz</a:t>
            </a:r>
            <a:r>
              <a:rPr lang="en-US" sz="1400" dirty="0"/>
              <a:t>” gets created in the mentioned location, with the appropriate content within it.</a:t>
            </a:r>
          </a:p>
          <a:p>
            <a:pPr algn="just"/>
            <a:r>
              <a:rPr lang="en-US" sz="1500" dirty="0"/>
              <a:t>If the file is not existing it will be created. If the file is already existing, then it is deleted and a new one is created</a:t>
            </a:r>
          </a:p>
          <a:p>
            <a:pPr algn="just"/>
            <a:endParaRPr lang="en-US" sz="1400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UTL_FILE.PUT				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727803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/>
          </a:bodyPr>
          <a:lstStyle/>
          <a:p>
            <a:r>
              <a:rPr lang="en-US" sz="1400" dirty="0"/>
              <a:t>Here, if the file is not existing, then it is created. If the file is existing, it is opened in the ‘APPEND’ mode, and the contents ‘hello man’ are appended on a new line.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('c:\photos','xyz','a',8000);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'hello man');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UTL_FILE.PUT					…..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710430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 fontScale="92500" lnSpcReduction="10000"/>
          </a:bodyPr>
          <a:lstStyle/>
          <a:p>
            <a:r>
              <a:rPr lang="en-US" sz="1400" dirty="0" err="1"/>
              <a:t>Fclose</a:t>
            </a:r>
            <a:r>
              <a:rPr lang="en-US" sz="1400" dirty="0"/>
              <a:t> actually closes the file identified by the file-handle passed to it as argument. </a:t>
            </a:r>
          </a:p>
          <a:p>
            <a:r>
              <a:rPr lang="en-US" sz="1400" dirty="0"/>
              <a:t>All the contents which have been PUT(or PUT_LINE) to the file are dumped into the file at the time FCLOSE executes for the file. Until then the contents are held in memory of the session. </a:t>
            </a:r>
          </a:p>
          <a:p>
            <a:r>
              <a:rPr lang="en-US" sz="1400" dirty="0" err="1"/>
              <a:t>Fclose</a:t>
            </a:r>
            <a:r>
              <a:rPr lang="en-US" sz="1400" dirty="0"/>
              <a:t> also adds a new line after the last PUT.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</a:t>
            </a:r>
            <a:r>
              <a:rPr lang="en-US" sz="1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c:\photos','xyz','w',8000);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'hello');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 how are you');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 I am fine');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 algn="just">
              <a:buNone/>
            </a:pPr>
            <a:r>
              <a:rPr lang="en-US" sz="1400" dirty="0"/>
              <a:t>Here, the file is created and the contents are added to it(all on a single line), and a new-line character is added after the last PUT, because of the </a:t>
            </a:r>
            <a:r>
              <a:rPr lang="en-US" sz="1400" dirty="0" err="1"/>
              <a:t>utl_file.flcose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UTL_FILE.FCLOSE				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101157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 fontScale="92500" lnSpcReduction="10000"/>
          </a:bodyPr>
          <a:lstStyle/>
          <a:p>
            <a:r>
              <a:rPr lang="en-US" sz="1500" dirty="0"/>
              <a:t>Here, the file is not closed, hence nothing gets written to it, and it’s size remain 0 bytes.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('c:\photos','xyz','w',8000);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'hello');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'how are you?');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algn="just"/>
            <a:r>
              <a:rPr lang="en-US" sz="1500" dirty="0"/>
              <a:t>All data that you write to the file is buffered in the session’s memory, and then written to the file at the time of FCLOSE of the file-handle.</a:t>
            </a:r>
          </a:p>
          <a:p>
            <a:pPr algn="just"/>
            <a:r>
              <a:rPr lang="en-US" sz="1500" dirty="0"/>
              <a:t>If you end the session, the buffered contents are not written to the appropriate files.</a:t>
            </a:r>
          </a:p>
          <a:p>
            <a:pPr algn="just"/>
            <a:r>
              <a:rPr lang="en-US" sz="1500" dirty="0"/>
              <a:t>Hence, as an emergency-action, you may execute the following before the session is ended :</a:t>
            </a:r>
          </a:p>
          <a:p>
            <a:pPr marL="0" indent="0" algn="just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execute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utl_file.fclose_all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r>
              <a:rPr lang="en-US" sz="1500" dirty="0"/>
              <a:t>This will push the buffered contents from the memory to the appropriate files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111349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UTL_FILE.FCLOSE						…..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05432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 fontScale="77500" lnSpcReduction="20000"/>
          </a:bodyPr>
          <a:lstStyle/>
          <a:p>
            <a:r>
              <a:rPr lang="en-US" sz="1800" dirty="0"/>
              <a:t>This procedure writes one or more line terminators to the file identified by the input file handle. </a:t>
            </a:r>
          </a:p>
          <a:p>
            <a:pPr marL="0" indent="0">
              <a:buNone/>
            </a:pPr>
            <a:endParaRPr lang="en-US" sz="16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('c:\photos','xyz','w',8000);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'hello');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UTL_FILE.new_line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(a,1);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 how are you');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UTL_FILE.new_line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(a,2);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 I am fine');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algn="just"/>
            <a:r>
              <a:rPr lang="en-US" sz="1800" dirty="0"/>
              <a:t>Here, the file is created and the contents are added to it. After ‘hello’, a line-terminator is added, and ‘ how are you’ is then put to this new line, and then 2 line-terminators are added and then ‘ I am fine is’ is put to the new line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UTL_FILE.NEW_LINE			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084170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This procedure writes one or more line terminators to the file identified by the input file handle. </a:t>
            </a:r>
          </a:p>
          <a:p>
            <a:pPr marL="0" indent="0">
              <a:buNone/>
            </a:pPr>
            <a:endParaRPr lang="en-US" sz="16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('c:\photos','xyz','w',8000);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'hello');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UTL_FILE.new_line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 how are you');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UTL_FILE.new_line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3);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 I am fine');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endParaRPr lang="en-US" sz="18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r>
              <a:rPr lang="en-US" sz="1800" dirty="0"/>
              <a:t> If, the second parameter for </a:t>
            </a:r>
            <a:r>
              <a:rPr lang="en-US" sz="1800" dirty="0" err="1"/>
              <a:t>new_line</a:t>
            </a:r>
            <a:r>
              <a:rPr lang="en-US" sz="1800" dirty="0"/>
              <a:t> is not specified, then it is taken as 1.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UTL_FILE.NEW_LINE				…..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274548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5600" dirty="0"/>
              <a:t>If there is buffered data yet to be written when FCLOSE runs, then you may receive a FILE WRITE ERROR exception when closing a file. </a:t>
            </a:r>
          </a:p>
          <a:p>
            <a:pPr marL="0" indent="0">
              <a:buNone/>
            </a:pPr>
            <a:endParaRPr lang="en-US" sz="16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</a:t>
            </a:r>
            <a:r>
              <a:rPr lang="en-US" sz="60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c:\photos','xyz','w',9000);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for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1..8999 loop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'h');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 loop;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UTL_FILE.fclose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Exception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When others then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sqlerrm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sqlcode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 algn="just">
              <a:buNone/>
            </a:pPr>
            <a:r>
              <a:rPr lang="it-IT" sz="5600" dirty="0"/>
              <a:t>ORA-29285: file write error</a:t>
            </a:r>
          </a:p>
          <a:p>
            <a:pPr marL="0" indent="0" algn="just">
              <a:buNone/>
            </a:pPr>
            <a:r>
              <a:rPr lang="it-IT" sz="5600" dirty="0"/>
              <a:t>-29285</a:t>
            </a:r>
            <a:endParaRPr lang="en-US" sz="5600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 err="1">
                <a:latin typeface="Candara"/>
              </a:rPr>
              <a:t>File</a:t>
            </a:r>
            <a:r>
              <a:rPr lang="en-US" dirty="0">
                <a:latin typeface="Candara"/>
              </a:rPr>
              <a:t> Write Error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301984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FCLOSE_ALL is used as an emergency-action in case of a runtime-error to push the buffered contents from the memory to the appropriate files</a:t>
            </a:r>
          </a:p>
          <a:p>
            <a:pPr marL="0" indent="0" algn="just">
              <a:buNone/>
            </a:pPr>
            <a:endParaRPr lang="en-US" sz="1400" dirty="0"/>
          </a:p>
          <a:p>
            <a:pPr algn="just"/>
            <a:r>
              <a:rPr lang="en-US" sz="1400" dirty="0"/>
              <a:t>This procedure closes all open file handles for the session. This should be used as an emergency cleanup procedure, for example, when a PL/SQL program exits on an exception. The buffered data is written to the respective files.</a:t>
            </a:r>
          </a:p>
          <a:p>
            <a:pPr marL="0" indent="0">
              <a:buNone/>
            </a:pPr>
            <a:endParaRPr lang="en-US" sz="1400" dirty="0"/>
          </a:p>
          <a:p>
            <a:pPr algn="just"/>
            <a:r>
              <a:rPr lang="en-US" sz="1400" dirty="0"/>
              <a:t>FCLOSE_ALL does not alter the state of the open file handles held by the user. This means that an IS_OPEN test on a file handle after an FCLOSE_ALL call still returns TRUE, even though the file has been closed. No further read or write operations can be performed on a file that was open before an FCLOSE_ALL.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FCLOSE_ALL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561189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b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vsal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emp.sal%type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('c:\photos','xyz','w',8000);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b:=UTL_FILE.FOPEN (‘c:\photos','lmn','w',8000);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'hello');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(b, 'how are you?');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select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into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vsal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=8907;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vsal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  UTL_FILE.FCLOSE(b);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exception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when others then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('some problem');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UTL_FILE.FCLOSE_ALL;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r>
              <a:rPr lang="en-US" sz="5400" dirty="0"/>
              <a:t>If checked, both the files “</a:t>
            </a:r>
            <a:r>
              <a:rPr lang="en-US" sz="5400" dirty="0" err="1"/>
              <a:t>xyz</a:t>
            </a:r>
            <a:r>
              <a:rPr lang="en-US" sz="5400" dirty="0"/>
              <a:t>” and “</a:t>
            </a:r>
            <a:r>
              <a:rPr lang="en-US" sz="5400" dirty="0" err="1"/>
              <a:t>lmn</a:t>
            </a:r>
            <a:r>
              <a:rPr lang="en-US" sz="5400" dirty="0"/>
              <a:t>” would have their appropriate contents.</a:t>
            </a:r>
            <a:endParaRPr lang="en-US" sz="56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FCLOSE_ALL						…..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089364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6306"/>
            <a:ext cx="9144000" cy="3771900"/>
          </a:xfrm>
        </p:spPr>
        <p:txBody>
          <a:bodyPr>
            <a:noAutofit/>
          </a:bodyPr>
          <a:lstStyle/>
          <a:p>
            <a:r>
              <a:rPr lang="en-US" sz="1400" dirty="0"/>
              <a:t>This function tests a file handle to see if it identifies an open file. IS_OPEN returns a </a:t>
            </a:r>
            <a:r>
              <a:rPr lang="en-US" sz="1400" dirty="0" err="1"/>
              <a:t>boolean</a:t>
            </a:r>
            <a:r>
              <a:rPr lang="en-US" sz="1400" dirty="0"/>
              <a:t> TRUE or FALSE based upon whether a file handle represents a file that is open or not for read/write operations.</a:t>
            </a: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boolean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bb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boolean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(‘c:\photos','xyz','w',8000);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b:=UTL_FILE.FOPEN (‘c:\photos','lmn','w',8000);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'hello');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(b, 'how are you?');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aa:=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UTL_FILE.is_open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IS_OPEN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687988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7449"/>
            <a:ext cx="9144000" cy="39546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if aa then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('file a is open');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'I am fine?');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else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('file a is closed');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 if;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UTL_FILE.FCLOSE_All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bb:=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UTL_FILE.is_open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(b);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if bb then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('file b is open');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(b, 'I am fine?'); --not added to file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lmn</a:t>
            </a: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else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('file b is closed');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 if;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7.2: Creating a new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IS_OPEN							…..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897909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7449"/>
            <a:ext cx="9144000" cy="3954615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This procedure reads text from the open file identified by the file handle and places the text into a variable. Text is read up to, but not including, the line terminator, or up to the end of the file.</a:t>
            </a:r>
          </a:p>
          <a:p>
            <a:pPr marL="0" indent="0" algn="just">
              <a:buNone/>
            </a:pPr>
            <a:endParaRPr lang="en-US" sz="1400" dirty="0"/>
          </a:p>
          <a:p>
            <a:r>
              <a:rPr lang="en-US" sz="1400" dirty="0"/>
              <a:t>If the line does not fit in the buffer, then a VALUE_ERROR exception is raised. 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If no text was read due to end of file, then the NO_DATA_FOUND exception is raised.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1400" dirty="0"/>
              <a:t>Create  a file xyz.txt in the “c:\photos” folder containing the following :</a:t>
            </a:r>
          </a:p>
          <a:p>
            <a:pPr marL="161416" lvl="1" indent="0">
              <a:buNone/>
            </a:pPr>
            <a:r>
              <a:rPr lang="en-US" dirty="0"/>
              <a:t>Hello</a:t>
            </a:r>
          </a:p>
          <a:p>
            <a:pPr marL="161416" lvl="1" indent="0">
              <a:buNone/>
            </a:pPr>
            <a:r>
              <a:rPr lang="en-US" dirty="0"/>
              <a:t>How are you</a:t>
            </a:r>
          </a:p>
          <a:p>
            <a:pPr marL="161416" lvl="1" indent="0">
              <a:buNone/>
            </a:pPr>
            <a:r>
              <a:rPr lang="en-US" dirty="0"/>
              <a:t>I am Fine</a:t>
            </a:r>
          </a:p>
          <a:p>
            <a:pPr marL="161416" lvl="1" indent="0">
              <a:buNone/>
            </a:pPr>
            <a:r>
              <a:rPr lang="en-US" dirty="0"/>
              <a:t>Thank you.</a:t>
            </a:r>
          </a:p>
          <a:p>
            <a:endParaRPr lang="en-US" sz="1400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7.3: Reading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GET_LINE			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798499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7449"/>
            <a:ext cx="9144000" cy="3954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UTL_FILE.GET_LINE(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a,buf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  <a:p>
            <a:pPr marL="0" indent="0">
              <a:buNone/>
            </a:pPr>
            <a:r>
              <a:rPr lang="en-US" sz="1400" dirty="0"/>
              <a:t>This will print the first line of the file xyz.txt :</a:t>
            </a:r>
          </a:p>
          <a:p>
            <a:pPr marL="0" indent="0">
              <a:buNone/>
            </a:pPr>
            <a:r>
              <a:rPr lang="en-US" sz="1400" dirty="0"/>
              <a:t>Hello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7.3: Reading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GET_LINE						……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469684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7449"/>
            <a:ext cx="9144000" cy="3954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varchar2(3);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</a:t>
            </a:r>
            <a:r>
              <a:rPr lang="en-US" sz="1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'c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:\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photos','xyz.txt','r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UTL_FILE.GET_LINE(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a,buf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exception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when others then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5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sqlerrm</a:t>
            </a: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5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  <a:p>
            <a:pPr marL="0" indent="0">
              <a:buNone/>
            </a:pPr>
            <a:r>
              <a:rPr lang="en-US" sz="1400" dirty="0"/>
              <a:t>ORA-06502: PL/SQL: numeric or value error: character string buffer too small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7.3: Reading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GET_LINE						……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321831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7449"/>
            <a:ext cx="9144000" cy="395461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dirty="0"/>
              <a:t>To read a file with multiple lines, including blank lines, until NO_DATA_FOUND is raised when the end-of-file is reached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a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varchar2(1000);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number:=1;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photos','xyz.txt','r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loop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	UTL_FILE.GET_LINE(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a,buf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('line ' ||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||' : '||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:=ctr+1;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 loop;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exception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when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no_data_found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then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   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('no text to be read');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UTL_FILE.FCLOSE(a);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7.3: Reading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GET_LINE						……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013400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7449"/>
            <a:ext cx="9144000" cy="395461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This procedure is a formatted PUT procedure. It works like a limited </a:t>
            </a:r>
            <a:r>
              <a:rPr lang="en-US" dirty="0" err="1"/>
              <a:t>printf</a:t>
            </a:r>
            <a:r>
              <a:rPr lang="en-US" dirty="0"/>
              <a:t>(). The format string can contain any text, but the character sequences %s and \n have special meaning.</a:t>
            </a:r>
          </a:p>
          <a:p>
            <a:pPr marL="0" indent="0">
              <a:buNone/>
            </a:pPr>
            <a:endParaRPr lang="en-US" dirty="0"/>
          </a:p>
          <a:p>
            <a:pPr algn="just"/>
            <a:r>
              <a:rPr lang="en-US" dirty="0"/>
              <a:t>UTL_FILE.PUTF (file IN FILE_TYPE, format IN VARCHAR2, [arg1 IN VARCHAR2 DEFAULT NULL, . . . arg5 IN VARCHAR2 DEFAULT NULL]);</a:t>
            </a:r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lvl="1"/>
            <a:r>
              <a:rPr lang="en-US" dirty="0"/>
              <a:t>File		-	Active file handle returned by an FOPEN call.</a:t>
            </a:r>
          </a:p>
          <a:p>
            <a:pPr lvl="1" algn="just"/>
            <a:r>
              <a:rPr lang="en-US" dirty="0"/>
              <a:t>format string	-	Format string that can contain text as well as the formatting characters \n and %s.</a:t>
            </a:r>
          </a:p>
          <a:p>
            <a:pPr lvl="1"/>
            <a:r>
              <a:rPr lang="en-US" dirty="0"/>
              <a:t>arg1..arg5	- 	From 1 to 5 operational argument strings.</a:t>
            </a:r>
          </a:p>
          <a:p>
            <a:pPr algn="just"/>
            <a:r>
              <a:rPr lang="en-US" dirty="0"/>
              <a:t>Argument strings are substituted, in order, for the %s formatters in the format string. If there are more formatters in the format  parameter string than there are arguments, then an empty string is substituted for each %s for which there is no argument.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7.4: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PUTF	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477441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7449"/>
            <a:ext cx="9144000" cy="3954615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varchar2(10):='RAM';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a:=UTL_FILE.FOPEN ('c:\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photos','xyz.txt','w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a,'Hello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%s, My name is %s\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n','friends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:='SHAM';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a,'Hello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%s, My name is %s\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n','guys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utl_file.fclose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7.4: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PUTF							…..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877957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7449"/>
            <a:ext cx="9144000" cy="39546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cursor c1 is select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a:=UTL_FILE.FOPEN (‘c:\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photos','xyz.txt','w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for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c1 loop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a,'Employee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No. :%s is named as : %s\n',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end loop;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utl_file.fclose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7.4: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PUTF							…..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881565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27449"/>
            <a:ext cx="9144000" cy="3954615"/>
          </a:xfrm>
        </p:spPr>
        <p:txBody>
          <a:bodyPr>
            <a:noAutofit/>
          </a:bodyPr>
          <a:lstStyle/>
          <a:p>
            <a:pPr algn="just"/>
            <a:r>
              <a:rPr lang="en-US" sz="1400" dirty="0"/>
              <a:t>Following will give an error, since there cannot be more than 5 operational argument strings.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cursor c1 is select *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a:=UTL_FILE.FOPEN (‘c:\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photos','xyz.txt','w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for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c1 loop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a,'Employee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No. :%s'||' Name : %s'||' Sal %s'||'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 %s'||' 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 %s'||' 			Manager : %s\n',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erec.comm,erec.deptno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erec.mgr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end loop;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utl_file.fclose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  <a:endParaRPr lang="en-US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7.4: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PUTF							…..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924287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2736"/>
            <a:ext cx="9144000" cy="4028756"/>
          </a:xfrm>
        </p:spPr>
        <p:txBody>
          <a:bodyPr>
            <a:noAutofit/>
          </a:bodyPr>
          <a:lstStyle/>
          <a:p>
            <a:r>
              <a:rPr lang="en-US" sz="1400" dirty="0"/>
              <a:t>Hence, you may use two/multiple PUTFs  as follows :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cursor c1 is select *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a:=UTL_FILE.FOPEN (‘c:\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photos','xyz.txt','w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for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c1 loop</a:t>
            </a:r>
          </a:p>
          <a:p>
            <a:pPr marL="0" indent="0" algn="just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a,'Employee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No. :%s'||' Name : %s'||' Sal %s'||'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 %s'||' 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 			%s',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 ' Manager : %s\n',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erec.mgr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end loop;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utl_file.fclose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r>
              <a:rPr lang="en-US" sz="1400" dirty="0"/>
              <a:t>Also, try ‘xyz.csv’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7.4: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PUTF							…..</a:t>
            </a:r>
            <a:r>
              <a:rPr lang="en-US" dirty="0" err="1">
                <a:latin typeface="Candara"/>
              </a:rPr>
              <a:t>contd</a:t>
            </a:r>
            <a:r>
              <a:rPr lang="en-US" dirty="0">
                <a:latin typeface="Candara"/>
              </a:rPr>
              <a:t>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050493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2736"/>
            <a:ext cx="9144000" cy="4028756"/>
          </a:xfrm>
        </p:spPr>
        <p:txBody>
          <a:bodyPr>
            <a:noAutofit/>
          </a:bodyPr>
          <a:lstStyle/>
          <a:p>
            <a:pPr algn="just"/>
            <a:r>
              <a:rPr lang="en-US" sz="1400" dirty="0"/>
              <a:t>FFLUSH physically writes pending data to the file identified by the file handle. Normally, data being written to a file is buffered. </a:t>
            </a:r>
          </a:p>
          <a:p>
            <a:pPr algn="just"/>
            <a:r>
              <a:rPr lang="en-US" sz="1400" dirty="0"/>
              <a:t>The FFLUSH procedure forces the buffered data to be written to the file. The data must be terminated with a newline character, that is, ‘\n’.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cursor c1 is select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a:=UTL_FILE.FOPEN (‘c:\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photos','xyz.txt','w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for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c1 loop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(a,'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Hii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Employee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No.%s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named as %s\n',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utl_file.fflush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 loop;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--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utl_file.fclose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7.5: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FFLUSH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520388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2736"/>
            <a:ext cx="9144000" cy="4028756"/>
          </a:xfrm>
        </p:spPr>
        <p:txBody>
          <a:bodyPr>
            <a:noAutofit/>
          </a:bodyPr>
          <a:lstStyle/>
          <a:p>
            <a:pPr algn="just"/>
            <a:r>
              <a:rPr lang="en-US" sz="1400" dirty="0"/>
              <a:t>In the below code, the file remains empty, that is, no data gets written to the file by FFLUSH as the data is not ended by a ‘\n’’.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       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cursor c1 is select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a:=UTL_FILE.FOPEN ('c:\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photos','xyz.txt','w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for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c1 loop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(a,'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Hii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Employee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No.%s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named as %s',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utl_file.fflush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 loop;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r>
              <a:rPr lang="en-US" sz="1400" dirty="0"/>
              <a:t>Hence, at the SQL PLUS prompt execute the </a:t>
            </a:r>
            <a:r>
              <a:rPr lang="en-US" sz="1400" dirty="0" err="1"/>
              <a:t>utl_file.fclose_all</a:t>
            </a:r>
            <a:r>
              <a:rPr lang="en-US" sz="1400" dirty="0"/>
              <a:t>, but, then, all data gets written on a single line.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7.5: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FFLUSH						….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97630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2736"/>
            <a:ext cx="9144000" cy="4028756"/>
          </a:xfrm>
        </p:spPr>
        <p:txBody>
          <a:bodyPr>
            <a:noAutofit/>
          </a:bodyPr>
          <a:lstStyle/>
          <a:p>
            <a:pPr algn="just"/>
            <a:r>
              <a:rPr lang="en-US" sz="1400" dirty="0"/>
              <a:t>In the below code, we are writing and reading the written contents of the file using FFLUSH.</a:t>
            </a:r>
            <a:endParaRPr lang="en-US" dirty="0"/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package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mypack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Gctr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number:=1;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procedure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myread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type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table of varchar2(100) index by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binary_integer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number:=1;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a:=UTL_FILE.FOPEN ('c:\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7.5: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FFLUSH						….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865472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2736"/>
            <a:ext cx="9144000" cy="402875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LOOP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    		UTL_FILE.GET_LINE (a,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		If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=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mypack.gctr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then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end if;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    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+ 1;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 	END LOOP;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UTL_FILE.FCLOSE(a);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exception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when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no_data_found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then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mypack.gctr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:=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--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('over');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7.5: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FFLUSH						….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383385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02736"/>
            <a:ext cx="9144000" cy="40287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a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utl_file.file_type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buf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varchar2(1000);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cursor c1 is select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a:=UTL_FILE.FOPEN ('c:\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photos','xyz.txt','w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for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c1 loop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utl_file.putf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a,'Employee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No.%s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named as %s\n',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erec.ename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utl_file.fflush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myread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 loop;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utl_file.fclose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End;</a:t>
            </a:r>
          </a:p>
          <a:p>
            <a:pPr marL="0" indent="0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marL="0" indent="0" algn="just">
              <a:buNone/>
            </a:pPr>
            <a:r>
              <a:rPr lang="en-US" sz="1400" dirty="0"/>
              <a:t>Thus, flushing is useful when the file must be read while it is being written by another process or program</a:t>
            </a:r>
          </a:p>
          <a:p>
            <a:pPr marL="0" indent="0"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7.5: </a:t>
            </a:r>
            <a:r>
              <a:rPr lang="en-US" sz="1400" dirty="0">
                <a:latin typeface="Candara"/>
              </a:rPr>
              <a:t>Writing data to</a:t>
            </a:r>
            <a:r>
              <a:rPr lang="en-US" sz="1400" b="1" dirty="0">
                <a:latin typeface="Candara"/>
              </a:rPr>
              <a:t> a file 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FFLUSH						….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6712803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nCrkojv0SGcwHGEYrPF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FNbajSUEaO0T7L3_MyV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Dbv4V7vT0WxnXgCD5MXW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11Y1Bb0l0irz8SJoiUMe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mxc0iXCQkmeiJMOi0JxK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9GXJfe4kWec6UHbfCPK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kAk9o_lW0Ov.hm_5Xvny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xU61rCZf0ui2sg3.Ux._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6O2oonXUC.Ah4a29V_I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heme/theme1.xml><?xml version="1.0" encoding="utf-8"?>
<a:theme xmlns:a="http://schemas.openxmlformats.org/drawingml/2006/main" name="ClassBook-LessonXX-Template Capgemini">
  <a:themeElements>
    <a:clrScheme name="Capgemini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tx2"/>
          </a:solidFill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losing slides">
  <a:themeElements>
    <a:clrScheme name="Capgemini Palette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Capgemi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4F2559C04AE4488E94205E47398A2E" ma:contentTypeVersion="1" ma:contentTypeDescription="Create a new document." ma:contentTypeScope="" ma:versionID="bb2d9302acd88bfb40288f9de05848d0">
  <xsd:schema xmlns:xsd="http://www.w3.org/2001/XMLSchema" xmlns:xs="http://www.w3.org/2001/XMLSchema" xmlns:p="http://schemas.microsoft.com/office/2006/metadata/properties" xmlns:ns2="a85eb2a3-840f-4054-86f6-d41d0c1cba4b" xmlns:ns3="952a6df7-b138-4f89-9bc4-e7a874ea3254" targetNamespace="http://schemas.microsoft.com/office/2006/metadata/properties" ma:root="true" ma:fieldsID="2d7d6362be7cac7839ee051b71b7ca70" ns2:_="" ns3:_="">
    <xsd:import namespace="a85eb2a3-840f-4054-86f6-d41d0c1cba4b"/>
    <xsd:import namespace="952a6df7-b138-4f89-9bc4-e7a874ea3254"/>
    <xsd:element name="properties">
      <xsd:complexType>
        <xsd:sequence>
          <xsd:element name="documentManagement">
            <xsd:complexType>
              <xsd:all>
                <xsd:element ref="ns2:Material_x0020_Type"/>
                <xsd:element ref="ns3:Folder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eb2a3-840f-4054-86f6-d41d0c1cba4b" elementFormDefault="qualified">
    <xsd:import namespace="http://schemas.microsoft.com/office/2006/documentManagement/types"/>
    <xsd:import namespace="http://schemas.microsoft.com/office/infopath/2007/PartnerControls"/>
    <xsd:element name="Material_x0020_Type" ma:index="8" ma:displayName="Material Type" ma:default="Template" ma:format="Dropdown" ma:internalName="Material_x0020_Type">
      <xsd:simpleType>
        <xsd:restriction base="dms:Choice">
          <xsd:enumeration value="Procedure"/>
          <xsd:enumeration value="Guideline"/>
          <xsd:enumeration value="Form"/>
          <xsd:enumeration value="Format"/>
          <xsd:enumeration value="General"/>
          <xsd:enumeration value="Templat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a6df7-b138-4f89-9bc4-e7a874ea3254" elementFormDefault="qualified">
    <xsd:import namespace="http://schemas.microsoft.com/office/2006/documentManagement/types"/>
    <xsd:import namespace="http://schemas.microsoft.com/office/infopath/2007/PartnerControls"/>
    <xsd:element name="FolderName" ma:index="9" nillable="true" ma:displayName="FolderName" ma:internalName="Folder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erial_x0020_Type xmlns="a85eb2a3-840f-4054-86f6-d41d0c1cba4b">Template</Material_x0020_Type>
    <FolderName xmlns="952a6df7-b138-4f89-9bc4-e7a874ea325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3D12F9-4C52-4333-958E-73B490CD8B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5eb2a3-840f-4054-86f6-d41d0c1cba4b"/>
    <ds:schemaRef ds:uri="952a6df7-b138-4f89-9bc4-e7a874ea32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1830C8-F522-4AF4-83DD-915E4EE23EB4}">
  <ds:schemaRefs>
    <ds:schemaRef ds:uri="http://schemas.microsoft.com/office/2006/metadata/properties"/>
    <ds:schemaRef ds:uri="http://schemas.microsoft.com/office/infopath/2007/PartnerControls"/>
    <ds:schemaRef ds:uri="a85eb2a3-840f-4054-86f6-d41d0c1cba4b"/>
    <ds:schemaRef ds:uri="952a6df7-b138-4f89-9bc4-e7a874ea3254"/>
  </ds:schemaRefs>
</ds:datastoreItem>
</file>

<file path=customXml/itemProps3.xml><?xml version="1.0" encoding="utf-8"?>
<ds:datastoreItem xmlns:ds="http://schemas.openxmlformats.org/officeDocument/2006/customXml" ds:itemID="{1B673CDC-8BE6-4391-ABD9-A817C61AB8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ClassBook-LessonXX-Template Capgemini</Template>
  <TotalTime>83233</TotalTime>
  <Words>1612</Words>
  <Application>Microsoft Office PowerPoint</Application>
  <PresentationFormat>On-screen Show (16:9)</PresentationFormat>
  <Paragraphs>442</Paragraphs>
  <Slides>32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Candara</vt:lpstr>
      <vt:lpstr>Trebuchet MS</vt:lpstr>
      <vt:lpstr>Wingdings</vt:lpstr>
      <vt:lpstr>ClassBook-LessonXX-Template Capgemini</vt:lpstr>
      <vt:lpstr>2_Office Theme</vt:lpstr>
      <vt:lpstr>1_Office Theme</vt:lpstr>
      <vt:lpstr>Closing slides</vt:lpstr>
      <vt:lpstr>think-cell Slide</vt:lpstr>
      <vt:lpstr>Advanced PLSQL</vt:lpstr>
      <vt:lpstr>PowerPoint Presentation</vt:lpstr>
      <vt:lpstr>7.1: Introduction to Oracle package UTL_FILE What is a UTL_FILE</vt:lpstr>
      <vt:lpstr>7.1: Introduction to Oracle package UTL_FILE UTL_FILE_DIR parameter</vt:lpstr>
      <vt:lpstr>7.2: Creating a new file  UTL_FILE.FOPEN</vt:lpstr>
      <vt:lpstr>7.2: Creating a new file  UTL_FILE.FOPEN      …..contd</vt:lpstr>
      <vt:lpstr>7.2: Creating a new file  UTL_FILE.FOPEN      …..contd</vt:lpstr>
      <vt:lpstr>7.2: Creating a new file  UTL_FILE.PUT      </vt:lpstr>
      <vt:lpstr>7.2: Creating a new file  UTL_FILE.PUT     …..contd </vt:lpstr>
      <vt:lpstr>7.2: Creating a new file  UTL_FILE.FCLOSE      </vt:lpstr>
      <vt:lpstr>7.2: Creating a new file  UTL_FILE.FCLOSE      …..contd</vt:lpstr>
      <vt:lpstr>7.2: Creating a new file  UTL_FILE.NEW_LINE     </vt:lpstr>
      <vt:lpstr>7.2: Creating a new file  UTL_FILE.NEW_LINE    …..contd</vt:lpstr>
      <vt:lpstr>7.2: Creating a new file  File Write Error </vt:lpstr>
      <vt:lpstr>7.2: Creating a new file  FCLOSE_ALL </vt:lpstr>
      <vt:lpstr>7.2: Creating a new file  FCLOSE_ALL      …..contd </vt:lpstr>
      <vt:lpstr>7.2: Creating a new file  IS_OPEN </vt:lpstr>
      <vt:lpstr>7.2: Creating a new file  IS_OPEN       …..contd </vt:lpstr>
      <vt:lpstr>7.3: Reading a file  GET_LINE     </vt:lpstr>
      <vt:lpstr>7.3: Reading a file  GET_LINE      ……contd </vt:lpstr>
      <vt:lpstr>7.3: Reading a file  GET_LINE      ……contd </vt:lpstr>
      <vt:lpstr>7.3: Reading a file  GET_LINE      ……contd </vt:lpstr>
      <vt:lpstr>7.4: Writing data to a file  PUTF   </vt:lpstr>
      <vt:lpstr>7.4: Writing data to a file  PUTF       …..contd </vt:lpstr>
      <vt:lpstr>7.4: Writing data to a file  PUTF       …..contd </vt:lpstr>
      <vt:lpstr>7.4: Writing data to a file  PUTF       …..contd </vt:lpstr>
      <vt:lpstr>7.4: Writing data to a file  PUTF       …..contd </vt:lpstr>
      <vt:lpstr>7.5: Writing data to a file  FFLUSH  </vt:lpstr>
      <vt:lpstr>7.5: Writing data to a file  FFLUSH      ….contd</vt:lpstr>
      <vt:lpstr>7.5: Writing data to a file  FFLUSH      ….contd</vt:lpstr>
      <vt:lpstr>7.5: Writing data to a file  FFLUSH      ….contd</vt:lpstr>
      <vt:lpstr>7.5: Writing data to a file  FFLUSH      ….contd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hpangam</dc:creator>
  <cp:lastModifiedBy>Pangam, Hemant</cp:lastModifiedBy>
  <cp:revision>1983</cp:revision>
  <dcterms:created xsi:type="dcterms:W3CDTF">2016-10-27T07:09:48Z</dcterms:created>
  <dcterms:modified xsi:type="dcterms:W3CDTF">2019-11-22T10:11:13Z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Url">
    <vt:lpwstr/>
  </property>
  <property fmtid="{D5CDD505-2E9C-101B-9397-08002B2CF9AE}" pid="3" name="ContentTypeId">
    <vt:lpwstr>0x010100A64F2559C04AE4488E94205E47398A2E</vt:lpwstr>
  </property>
</Properties>
</file>