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3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4.xml" ContentType="application/vnd.openxmlformats-officedocument.them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heme/theme5.xml" ContentType="application/vnd.openxmlformats-officedocument.theme+xml"/>
  <Override PartName="/ppt/theme/theme6.xml" ContentType="application/vnd.openxmlformats-officedocument.theme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10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3" r:id="rId4"/>
    <p:sldMasterId id="2147483728" r:id="rId5"/>
    <p:sldMasterId id="2147483716" r:id="rId6"/>
    <p:sldMasterId id="2147483713" r:id="rId7"/>
  </p:sldMasterIdLst>
  <p:notesMasterIdLst>
    <p:notesMasterId r:id="rId70"/>
  </p:notesMasterIdLst>
  <p:handoutMasterIdLst>
    <p:handoutMasterId r:id="rId71"/>
  </p:handoutMasterIdLst>
  <p:sldIdLst>
    <p:sldId id="265" r:id="rId8"/>
    <p:sldId id="339" r:id="rId9"/>
    <p:sldId id="370" r:id="rId10"/>
    <p:sldId id="371" r:id="rId11"/>
    <p:sldId id="372" r:id="rId12"/>
    <p:sldId id="438" r:id="rId13"/>
    <p:sldId id="440" r:id="rId14"/>
    <p:sldId id="439" r:id="rId15"/>
    <p:sldId id="441" r:id="rId16"/>
    <p:sldId id="442" r:id="rId17"/>
    <p:sldId id="443" r:id="rId18"/>
    <p:sldId id="444" r:id="rId19"/>
    <p:sldId id="445" r:id="rId20"/>
    <p:sldId id="446" r:id="rId21"/>
    <p:sldId id="447" r:id="rId22"/>
    <p:sldId id="449" r:id="rId23"/>
    <p:sldId id="448" r:id="rId24"/>
    <p:sldId id="450" r:id="rId25"/>
    <p:sldId id="451" r:id="rId26"/>
    <p:sldId id="452" r:id="rId27"/>
    <p:sldId id="453" r:id="rId28"/>
    <p:sldId id="454" r:id="rId29"/>
    <p:sldId id="456" r:id="rId30"/>
    <p:sldId id="455" r:id="rId31"/>
    <p:sldId id="457" r:id="rId32"/>
    <p:sldId id="458" r:id="rId33"/>
    <p:sldId id="459" r:id="rId34"/>
    <p:sldId id="460" r:id="rId35"/>
    <p:sldId id="461" r:id="rId36"/>
    <p:sldId id="462" r:id="rId37"/>
    <p:sldId id="463" r:id="rId38"/>
    <p:sldId id="464" r:id="rId39"/>
    <p:sldId id="465" r:id="rId40"/>
    <p:sldId id="466" r:id="rId41"/>
    <p:sldId id="467" r:id="rId42"/>
    <p:sldId id="468" r:id="rId43"/>
    <p:sldId id="469" r:id="rId44"/>
    <p:sldId id="470" r:id="rId45"/>
    <p:sldId id="471" r:id="rId46"/>
    <p:sldId id="472" r:id="rId47"/>
    <p:sldId id="473" r:id="rId48"/>
    <p:sldId id="474" r:id="rId49"/>
    <p:sldId id="475" r:id="rId50"/>
    <p:sldId id="476" r:id="rId51"/>
    <p:sldId id="477" r:id="rId52"/>
    <p:sldId id="478" r:id="rId53"/>
    <p:sldId id="480" r:id="rId54"/>
    <p:sldId id="479" r:id="rId55"/>
    <p:sldId id="481" r:id="rId56"/>
    <p:sldId id="482" r:id="rId57"/>
    <p:sldId id="483" r:id="rId58"/>
    <p:sldId id="485" r:id="rId59"/>
    <p:sldId id="486" r:id="rId60"/>
    <p:sldId id="487" r:id="rId61"/>
    <p:sldId id="488" r:id="rId62"/>
    <p:sldId id="489" r:id="rId63"/>
    <p:sldId id="491" r:id="rId64"/>
    <p:sldId id="490" r:id="rId65"/>
    <p:sldId id="492" r:id="rId66"/>
    <p:sldId id="493" r:id="rId67"/>
    <p:sldId id="494" r:id="rId68"/>
    <p:sldId id="495" r:id="rId69"/>
  </p:sldIdLst>
  <p:sldSz cx="9144000" cy="5143500" type="screen16x9"/>
  <p:notesSz cx="6858000" cy="9144000"/>
  <p:defaultTextStyle>
    <a:defPPr>
      <a:defRPr lang="en-US"/>
    </a:defPPr>
    <a:lvl1pPr marL="0" algn="l" defTabSz="779252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1pPr>
    <a:lvl2pPr marL="389626" algn="l" defTabSz="779252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2pPr>
    <a:lvl3pPr marL="779252" algn="l" defTabSz="779252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3pPr>
    <a:lvl4pPr marL="1168878" algn="l" defTabSz="779252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4pPr>
    <a:lvl5pPr marL="1558503" algn="l" defTabSz="779252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5pPr>
    <a:lvl6pPr marL="1948129" algn="l" defTabSz="779252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6pPr>
    <a:lvl7pPr marL="2337755" algn="l" defTabSz="779252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7pPr>
    <a:lvl8pPr marL="2727381" algn="l" defTabSz="779252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8pPr>
    <a:lvl9pPr marL="3117007" algn="l" defTabSz="779252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4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408"/>
    <a:srgbClr val="993300"/>
    <a:srgbClr val="BDBD00"/>
    <a:srgbClr val="FF9900"/>
    <a:srgbClr val="598E20"/>
    <a:srgbClr val="00234B"/>
    <a:srgbClr val="ED771A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78" autoAdjust="0"/>
    <p:restoredTop sz="92764" autoAdjust="0"/>
  </p:normalViewPr>
  <p:slideViewPr>
    <p:cSldViewPr snapToGrid="0" showGuides="1">
      <p:cViewPr>
        <p:scale>
          <a:sx n="90" d="100"/>
          <a:sy n="90" d="100"/>
        </p:scale>
        <p:origin x="144" y="-222"/>
      </p:cViewPr>
      <p:guideLst>
        <p:guide orient="horz" pos="1620"/>
        <p:guide pos="24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9" d="100"/>
        <a:sy n="79" d="100"/>
      </p:scale>
      <p:origin x="0" y="0"/>
    </p:cViewPr>
  </p:sorterViewPr>
  <p:notesViewPr>
    <p:cSldViewPr snapToGrid="0">
      <p:cViewPr varScale="1">
        <p:scale>
          <a:sx n="67" d="100"/>
          <a:sy n="67" d="100"/>
        </p:scale>
        <p:origin x="-3168" y="-8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39" Type="http://schemas.openxmlformats.org/officeDocument/2006/relationships/slide" Target="slides/slide32.xml"/><Relationship Id="rId21" Type="http://schemas.openxmlformats.org/officeDocument/2006/relationships/slide" Target="slides/slide14.xml"/><Relationship Id="rId34" Type="http://schemas.openxmlformats.org/officeDocument/2006/relationships/slide" Target="slides/slide27.xml"/><Relationship Id="rId42" Type="http://schemas.openxmlformats.org/officeDocument/2006/relationships/slide" Target="slides/slide35.xml"/><Relationship Id="rId47" Type="http://schemas.openxmlformats.org/officeDocument/2006/relationships/slide" Target="slides/slide40.xml"/><Relationship Id="rId50" Type="http://schemas.openxmlformats.org/officeDocument/2006/relationships/slide" Target="slides/slide43.xml"/><Relationship Id="rId55" Type="http://schemas.openxmlformats.org/officeDocument/2006/relationships/slide" Target="slides/slide48.xml"/><Relationship Id="rId63" Type="http://schemas.openxmlformats.org/officeDocument/2006/relationships/slide" Target="slides/slide56.xml"/><Relationship Id="rId68" Type="http://schemas.openxmlformats.org/officeDocument/2006/relationships/slide" Target="slides/slide61.xml"/><Relationship Id="rId7" Type="http://schemas.openxmlformats.org/officeDocument/2006/relationships/slideMaster" Target="slideMasters/slideMaster4.xml"/><Relationship Id="rId71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9" Type="http://schemas.openxmlformats.org/officeDocument/2006/relationships/slide" Target="slides/slide22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slide" Target="slides/slide25.xml"/><Relationship Id="rId37" Type="http://schemas.openxmlformats.org/officeDocument/2006/relationships/slide" Target="slides/slide30.xml"/><Relationship Id="rId40" Type="http://schemas.openxmlformats.org/officeDocument/2006/relationships/slide" Target="slides/slide33.xml"/><Relationship Id="rId45" Type="http://schemas.openxmlformats.org/officeDocument/2006/relationships/slide" Target="slides/slide38.xml"/><Relationship Id="rId53" Type="http://schemas.openxmlformats.org/officeDocument/2006/relationships/slide" Target="slides/slide46.xml"/><Relationship Id="rId58" Type="http://schemas.openxmlformats.org/officeDocument/2006/relationships/slide" Target="slides/slide51.xml"/><Relationship Id="rId66" Type="http://schemas.openxmlformats.org/officeDocument/2006/relationships/slide" Target="slides/slide59.xml"/><Relationship Id="rId74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slide" Target="slides/slide29.xml"/><Relationship Id="rId49" Type="http://schemas.openxmlformats.org/officeDocument/2006/relationships/slide" Target="slides/slide42.xml"/><Relationship Id="rId57" Type="http://schemas.openxmlformats.org/officeDocument/2006/relationships/slide" Target="slides/slide50.xml"/><Relationship Id="rId61" Type="http://schemas.openxmlformats.org/officeDocument/2006/relationships/slide" Target="slides/slide54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slide" Target="slides/slide24.xml"/><Relationship Id="rId44" Type="http://schemas.openxmlformats.org/officeDocument/2006/relationships/slide" Target="slides/slide37.xml"/><Relationship Id="rId52" Type="http://schemas.openxmlformats.org/officeDocument/2006/relationships/slide" Target="slides/slide45.xml"/><Relationship Id="rId60" Type="http://schemas.openxmlformats.org/officeDocument/2006/relationships/slide" Target="slides/slide53.xml"/><Relationship Id="rId65" Type="http://schemas.openxmlformats.org/officeDocument/2006/relationships/slide" Target="slides/slide58.xml"/><Relationship Id="rId73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slide" Target="slides/slide23.xml"/><Relationship Id="rId35" Type="http://schemas.openxmlformats.org/officeDocument/2006/relationships/slide" Target="slides/slide28.xml"/><Relationship Id="rId43" Type="http://schemas.openxmlformats.org/officeDocument/2006/relationships/slide" Target="slides/slide36.xml"/><Relationship Id="rId48" Type="http://schemas.openxmlformats.org/officeDocument/2006/relationships/slide" Target="slides/slide41.xml"/><Relationship Id="rId56" Type="http://schemas.openxmlformats.org/officeDocument/2006/relationships/slide" Target="slides/slide49.xml"/><Relationship Id="rId64" Type="http://schemas.openxmlformats.org/officeDocument/2006/relationships/slide" Target="slides/slide57.xml"/><Relationship Id="rId69" Type="http://schemas.openxmlformats.org/officeDocument/2006/relationships/slide" Target="slides/slide62.xml"/><Relationship Id="rId8" Type="http://schemas.openxmlformats.org/officeDocument/2006/relationships/slide" Target="slides/slide1.xml"/><Relationship Id="rId51" Type="http://schemas.openxmlformats.org/officeDocument/2006/relationships/slide" Target="slides/slide44.xml"/><Relationship Id="rId72" Type="http://schemas.openxmlformats.org/officeDocument/2006/relationships/presProps" Target="pres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slide" Target="slides/slide26.xml"/><Relationship Id="rId38" Type="http://schemas.openxmlformats.org/officeDocument/2006/relationships/slide" Target="slides/slide31.xml"/><Relationship Id="rId46" Type="http://schemas.openxmlformats.org/officeDocument/2006/relationships/slide" Target="slides/slide39.xml"/><Relationship Id="rId59" Type="http://schemas.openxmlformats.org/officeDocument/2006/relationships/slide" Target="slides/slide52.xml"/><Relationship Id="rId67" Type="http://schemas.openxmlformats.org/officeDocument/2006/relationships/slide" Target="slides/slide60.xml"/><Relationship Id="rId20" Type="http://schemas.openxmlformats.org/officeDocument/2006/relationships/slide" Target="slides/slide13.xml"/><Relationship Id="rId41" Type="http://schemas.openxmlformats.org/officeDocument/2006/relationships/slide" Target="slides/slide34.xml"/><Relationship Id="rId54" Type="http://schemas.openxmlformats.org/officeDocument/2006/relationships/slide" Target="slides/slide47.xml"/><Relationship Id="rId62" Type="http://schemas.openxmlformats.org/officeDocument/2006/relationships/slide" Target="slides/slide55.xml"/><Relationship Id="rId70" Type="http://schemas.openxmlformats.org/officeDocument/2006/relationships/notesMaster" Target="notesMasters/notesMaster1.xml"/><Relationship Id="rId75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228672-4337-41E0-A109-2BF6C0A0EED5}" type="datetimeFigureOut">
              <a:rPr lang="en-US" smtClean="0"/>
              <a:pPr/>
              <a:t>11/18/2019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Page XX-#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81AB50-9623-476D-A480-EBA54022251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618692"/>
      </p:ext>
    </p:extLst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60475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r>
              <a:rPr lang="en-US" dirty="0"/>
              <a:t>text</a:t>
            </a:r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2039550" y="4235826"/>
            <a:ext cx="4586881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Line 8"/>
          <p:cNvSpPr>
            <a:spLocks noChangeShapeType="1"/>
          </p:cNvSpPr>
          <p:nvPr/>
        </p:nvSpPr>
        <p:spPr bwMode="auto">
          <a:xfrm>
            <a:off x="1905000" y="457200"/>
            <a:ext cx="0" cy="800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1" name="Rectangle 14"/>
          <p:cNvSpPr>
            <a:spLocks noChangeArrowheads="1"/>
          </p:cNvSpPr>
          <p:nvPr/>
        </p:nvSpPr>
        <p:spPr bwMode="auto">
          <a:xfrm>
            <a:off x="241300" y="152400"/>
            <a:ext cx="6500813" cy="309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446" tIns="46223" rIns="92446" bIns="46223"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latin typeface="Arial" pitchFamily="34" charset="0"/>
                <a:cs typeface="Arial" pitchFamily="34" charset="0"/>
              </a:rPr>
              <a:t>&lt;Course Name&gt;				&lt;Lesson Name&gt;		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Rectangle 14"/>
          <p:cNvSpPr>
            <a:spLocks noChangeArrowheads="1"/>
          </p:cNvSpPr>
          <p:nvPr/>
        </p:nvSpPr>
        <p:spPr bwMode="auto">
          <a:xfrm>
            <a:off x="3962793" y="8591057"/>
            <a:ext cx="2762530" cy="4482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446" tIns="46223" rIns="92446" bIns="46223"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dirty="0">
                <a:latin typeface="Arial" pitchFamily="34" charset="0"/>
                <a:cs typeface="Arial" pitchFamily="34" charset="0"/>
              </a:rPr>
              <a:t>		 Page XX-</a:t>
            </a:r>
            <a:fld id="{BD9FB300-F9DC-4669-88F4-967ABA23CC04}" type="slidenum">
              <a:rPr lang="en-US" sz="1000" smtClean="0">
                <a:latin typeface="Arial" pitchFamily="34" charset="0"/>
                <a:cs typeface="Arial" pitchFamily="34" charset="0"/>
              </a:rPr>
              <a:pPr marL="0" marR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lang="en-US" sz="1000" dirty="0">
                <a:latin typeface="Arial" pitchFamily="34" charset="0"/>
                <a:cs typeface="Arial" pitchFamily="34" charset="0"/>
              </a:rPr>
              <a:t> </a:t>
            </a:r>
          </a:p>
          <a:p>
            <a:r>
              <a:rPr lang="en-US" sz="1000" dirty="0">
                <a:latin typeface="Arial" pitchFamily="34" charset="0"/>
                <a:cs typeface="Arial" pitchFamily="34" charset="0"/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122094422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779252" rtl="0" eaLnBrk="1" latinLnBrk="0" hangingPunct="1">
      <a:buClr>
        <a:srgbClr val="BDBD00"/>
      </a:buClr>
      <a:buFont typeface="Wingdings" pitchFamily="2" charset="2"/>
      <a:buChar char="q"/>
      <a:defRPr sz="9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389626" algn="l" defTabSz="779252" rtl="0" eaLnBrk="1" latinLnBrk="0" hangingPunct="1">
      <a:buClr>
        <a:srgbClr val="BDBD00"/>
      </a:buClr>
      <a:buFont typeface="Wingdings" pitchFamily="2" charset="2"/>
      <a:buChar char="q"/>
      <a:defRPr sz="9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779252" algn="l" defTabSz="779252" rtl="0" eaLnBrk="1" latinLnBrk="0" hangingPunct="1">
      <a:buClr>
        <a:srgbClr val="BDBD00"/>
      </a:buClr>
      <a:buFont typeface="Wingdings" pitchFamily="2" charset="2"/>
      <a:buChar char="q"/>
      <a:defRPr sz="9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168878" algn="l" defTabSz="779252" rtl="0" eaLnBrk="1" latinLnBrk="0" hangingPunct="1">
      <a:buClr>
        <a:srgbClr val="BDBD00"/>
      </a:buClr>
      <a:buFont typeface="Wingdings" pitchFamily="2" charset="2"/>
      <a:buChar char="q"/>
      <a:defRPr sz="9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558503" algn="l" defTabSz="779252" rtl="0" eaLnBrk="1" latinLnBrk="0" hangingPunct="1">
      <a:buClr>
        <a:srgbClr val="BDBD00"/>
      </a:buClr>
      <a:buFont typeface="Wingdings" pitchFamily="2" charset="2"/>
      <a:buChar char="q"/>
      <a:defRPr sz="9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1948129" algn="l" defTabSz="779252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6pPr>
    <a:lvl7pPr marL="2337755" algn="l" defTabSz="779252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7pPr>
    <a:lvl8pPr marL="2727381" algn="l" defTabSz="779252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8pPr>
    <a:lvl9pPr marL="3117007" algn="l" defTabSz="779252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60475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92213" y="839788"/>
            <a:ext cx="6226175" cy="3503612"/>
          </a:xfrm>
          <a:ln/>
        </p:spPr>
      </p:sp>
      <p:sp>
        <p:nvSpPr>
          <p:cNvPr id="35844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1981200" y="4572000"/>
            <a:ext cx="4648200" cy="3963988"/>
          </a:xfrm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35845" name="Text Box 5"/>
          <p:cNvSpPr txBox="1">
            <a:spLocks noChangeArrowheads="1"/>
          </p:cNvSpPr>
          <p:nvPr/>
        </p:nvSpPr>
        <p:spPr bwMode="auto">
          <a:xfrm>
            <a:off x="152400" y="1295400"/>
            <a:ext cx="1676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000" dirty="0">
                <a:latin typeface="Trebuchet MS" pitchFamily="34" charset="0"/>
              </a:rPr>
              <a:t>Explain the lesson coverage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12850" y="841375"/>
            <a:ext cx="6097588" cy="3430588"/>
          </a:xfrm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77390" y="4343400"/>
            <a:ext cx="4663440" cy="4114800"/>
          </a:xfrm>
          <a:noFill/>
          <a:ln/>
        </p:spPr>
        <p:txBody>
          <a:bodyPr lIns="91202" tIns="45601" rIns="91202" bIns="45601"/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12850" y="841375"/>
            <a:ext cx="6097588" cy="3430588"/>
          </a:xfrm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77390" y="4343400"/>
            <a:ext cx="4663440" cy="4114800"/>
          </a:xfrm>
          <a:noFill/>
          <a:ln/>
        </p:spPr>
        <p:txBody>
          <a:bodyPr lIns="91202" tIns="45601" rIns="91202" bIns="45601"/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12850" y="841375"/>
            <a:ext cx="6097588" cy="3430588"/>
          </a:xfrm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77390" y="4343400"/>
            <a:ext cx="4663440" cy="4114800"/>
          </a:xfrm>
          <a:noFill/>
          <a:ln/>
        </p:spPr>
        <p:txBody>
          <a:bodyPr lIns="91202" tIns="45601" rIns="91202" bIns="45601"/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12850" y="841375"/>
            <a:ext cx="6097588" cy="3430588"/>
          </a:xfrm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77390" y="4343400"/>
            <a:ext cx="4663440" cy="4114800"/>
          </a:xfrm>
          <a:noFill/>
          <a:ln/>
        </p:spPr>
        <p:txBody>
          <a:bodyPr lIns="91202" tIns="45601" rIns="91202" bIns="45601"/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12850" y="841375"/>
            <a:ext cx="6097588" cy="3430588"/>
          </a:xfrm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77390" y="4343400"/>
            <a:ext cx="4663440" cy="4114800"/>
          </a:xfrm>
          <a:noFill/>
          <a:ln/>
        </p:spPr>
        <p:txBody>
          <a:bodyPr lIns="91202" tIns="45601" rIns="91202" bIns="45601"/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12850" y="841375"/>
            <a:ext cx="6097588" cy="3430588"/>
          </a:xfrm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77390" y="4343400"/>
            <a:ext cx="4663440" cy="4114800"/>
          </a:xfrm>
          <a:noFill/>
          <a:ln/>
        </p:spPr>
        <p:txBody>
          <a:bodyPr lIns="91202" tIns="45601" rIns="91202" bIns="45601"/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12850" y="841375"/>
            <a:ext cx="6097588" cy="3430588"/>
          </a:xfrm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77390" y="4343400"/>
            <a:ext cx="4663440" cy="4114800"/>
          </a:xfrm>
          <a:noFill/>
          <a:ln/>
        </p:spPr>
        <p:txBody>
          <a:bodyPr lIns="91202" tIns="45601" rIns="91202" bIns="45601"/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12850" y="841375"/>
            <a:ext cx="6097588" cy="3430588"/>
          </a:xfrm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77390" y="4343400"/>
            <a:ext cx="4663440" cy="4114800"/>
          </a:xfrm>
          <a:noFill/>
          <a:ln/>
        </p:spPr>
        <p:txBody>
          <a:bodyPr lIns="91202" tIns="45601" rIns="91202" bIns="45601"/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12850" y="841375"/>
            <a:ext cx="6097588" cy="3430588"/>
          </a:xfrm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77390" y="4343400"/>
            <a:ext cx="4663440" cy="4114800"/>
          </a:xfrm>
          <a:noFill/>
          <a:ln/>
        </p:spPr>
        <p:txBody>
          <a:bodyPr lIns="91202" tIns="45601" rIns="91202" bIns="45601"/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12850" y="841375"/>
            <a:ext cx="6097588" cy="3430588"/>
          </a:xfrm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77390" y="4343400"/>
            <a:ext cx="4663440" cy="4114800"/>
          </a:xfrm>
          <a:noFill/>
          <a:ln/>
        </p:spPr>
        <p:txBody>
          <a:bodyPr lIns="91202" tIns="45601" rIns="91202" bIns="45601"/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12850" y="841375"/>
            <a:ext cx="6097588" cy="3430588"/>
          </a:xfrm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77390" y="4343400"/>
            <a:ext cx="4663440" cy="4114800"/>
          </a:xfrm>
          <a:noFill/>
          <a:ln/>
        </p:spPr>
        <p:txBody>
          <a:bodyPr lIns="91202" tIns="45601" rIns="91202" bIns="45601"/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12850" y="841375"/>
            <a:ext cx="6097588" cy="3430588"/>
          </a:xfrm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77390" y="4343400"/>
            <a:ext cx="4663440" cy="4114800"/>
          </a:xfrm>
          <a:noFill/>
          <a:ln/>
        </p:spPr>
        <p:txBody>
          <a:bodyPr lIns="91202" tIns="45601" rIns="91202" bIns="45601"/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12850" y="841375"/>
            <a:ext cx="6097588" cy="3430588"/>
          </a:xfrm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77390" y="4343400"/>
            <a:ext cx="4663440" cy="4114800"/>
          </a:xfrm>
          <a:noFill/>
          <a:ln/>
        </p:spPr>
        <p:txBody>
          <a:bodyPr lIns="91202" tIns="45601" rIns="91202" bIns="45601"/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12850" y="841375"/>
            <a:ext cx="6097588" cy="3430588"/>
          </a:xfrm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77390" y="4343400"/>
            <a:ext cx="4663440" cy="4114800"/>
          </a:xfrm>
          <a:noFill/>
          <a:ln/>
        </p:spPr>
        <p:txBody>
          <a:bodyPr lIns="91202" tIns="45601" rIns="91202" bIns="45601"/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12850" y="841375"/>
            <a:ext cx="6097588" cy="3430588"/>
          </a:xfrm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77390" y="4343400"/>
            <a:ext cx="4663440" cy="4114800"/>
          </a:xfrm>
          <a:noFill/>
          <a:ln/>
        </p:spPr>
        <p:txBody>
          <a:bodyPr lIns="91202" tIns="45601" rIns="91202" bIns="45601"/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12850" y="841375"/>
            <a:ext cx="6097588" cy="3430588"/>
          </a:xfrm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77390" y="4343400"/>
            <a:ext cx="4663440" cy="4114800"/>
          </a:xfrm>
          <a:noFill/>
          <a:ln/>
        </p:spPr>
        <p:txBody>
          <a:bodyPr lIns="91202" tIns="45601" rIns="91202" bIns="45601"/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12850" y="841375"/>
            <a:ext cx="6097588" cy="3430588"/>
          </a:xfrm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77390" y="4343400"/>
            <a:ext cx="4663440" cy="4114800"/>
          </a:xfrm>
          <a:noFill/>
          <a:ln/>
        </p:spPr>
        <p:txBody>
          <a:bodyPr lIns="91202" tIns="45601" rIns="91202" bIns="45601"/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12850" y="841375"/>
            <a:ext cx="6097588" cy="3430588"/>
          </a:xfrm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77390" y="4343400"/>
            <a:ext cx="4663440" cy="4114800"/>
          </a:xfrm>
          <a:noFill/>
          <a:ln/>
        </p:spPr>
        <p:txBody>
          <a:bodyPr lIns="91202" tIns="45601" rIns="91202" bIns="45601"/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12850" y="841375"/>
            <a:ext cx="6097588" cy="3430588"/>
          </a:xfrm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77390" y="4343400"/>
            <a:ext cx="4663440" cy="4114800"/>
          </a:xfrm>
          <a:noFill/>
          <a:ln/>
        </p:spPr>
        <p:txBody>
          <a:bodyPr lIns="91202" tIns="45601" rIns="91202" bIns="45601"/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12850" y="841375"/>
            <a:ext cx="6097588" cy="3430588"/>
          </a:xfrm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77390" y="4343400"/>
            <a:ext cx="4663440" cy="4114800"/>
          </a:xfrm>
          <a:noFill/>
          <a:ln/>
        </p:spPr>
        <p:txBody>
          <a:bodyPr lIns="91202" tIns="45601" rIns="91202" bIns="45601"/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12850" y="841375"/>
            <a:ext cx="6097588" cy="3430588"/>
          </a:xfrm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77390" y="4343400"/>
            <a:ext cx="4663440" cy="4114800"/>
          </a:xfrm>
          <a:noFill/>
          <a:ln/>
        </p:spPr>
        <p:txBody>
          <a:bodyPr lIns="91202" tIns="45601" rIns="91202" bIns="45601"/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12850" y="841375"/>
            <a:ext cx="6097588" cy="3430588"/>
          </a:xfrm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77390" y="4343400"/>
            <a:ext cx="4663440" cy="4114800"/>
          </a:xfrm>
          <a:noFill/>
          <a:ln/>
        </p:spPr>
        <p:txBody>
          <a:bodyPr lIns="91202" tIns="45601" rIns="91202" bIns="45601"/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12850" y="841375"/>
            <a:ext cx="6097588" cy="3430588"/>
          </a:xfrm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77390" y="4343400"/>
            <a:ext cx="4663440" cy="4114800"/>
          </a:xfrm>
          <a:noFill/>
          <a:ln/>
        </p:spPr>
        <p:txBody>
          <a:bodyPr lIns="91202" tIns="45601" rIns="91202" bIns="45601"/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12850" y="841375"/>
            <a:ext cx="6097588" cy="3430588"/>
          </a:xfrm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77390" y="4343400"/>
            <a:ext cx="4663440" cy="4114800"/>
          </a:xfrm>
          <a:noFill/>
          <a:ln/>
        </p:spPr>
        <p:txBody>
          <a:bodyPr lIns="91202" tIns="45601" rIns="91202" bIns="45601"/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12850" y="841375"/>
            <a:ext cx="6097588" cy="3430588"/>
          </a:xfrm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77390" y="4343400"/>
            <a:ext cx="4663440" cy="4114800"/>
          </a:xfrm>
          <a:noFill/>
          <a:ln/>
        </p:spPr>
        <p:txBody>
          <a:bodyPr lIns="91202" tIns="45601" rIns="91202" bIns="45601"/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12850" y="841375"/>
            <a:ext cx="6097588" cy="3430588"/>
          </a:xfrm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77390" y="4343400"/>
            <a:ext cx="4663440" cy="4114800"/>
          </a:xfrm>
          <a:noFill/>
          <a:ln/>
        </p:spPr>
        <p:txBody>
          <a:bodyPr lIns="91202" tIns="45601" rIns="91202" bIns="45601"/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12850" y="841375"/>
            <a:ext cx="6097588" cy="3430588"/>
          </a:xfrm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77390" y="4343400"/>
            <a:ext cx="4663440" cy="4114800"/>
          </a:xfrm>
          <a:noFill/>
          <a:ln/>
        </p:spPr>
        <p:txBody>
          <a:bodyPr lIns="91202" tIns="45601" rIns="91202" bIns="45601"/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12850" y="841375"/>
            <a:ext cx="6097588" cy="3430588"/>
          </a:xfrm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77390" y="4343400"/>
            <a:ext cx="4663440" cy="4114800"/>
          </a:xfrm>
          <a:noFill/>
          <a:ln/>
        </p:spPr>
        <p:txBody>
          <a:bodyPr lIns="91202" tIns="45601" rIns="91202" bIns="45601"/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12850" y="841375"/>
            <a:ext cx="6097588" cy="3430588"/>
          </a:xfrm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77390" y="4343400"/>
            <a:ext cx="4663440" cy="4114800"/>
          </a:xfrm>
          <a:noFill/>
          <a:ln/>
        </p:spPr>
        <p:txBody>
          <a:bodyPr lIns="91202" tIns="45601" rIns="91202" bIns="45601"/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12850" y="841375"/>
            <a:ext cx="6097588" cy="3430588"/>
          </a:xfrm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77390" y="4343400"/>
            <a:ext cx="4663440" cy="4114800"/>
          </a:xfrm>
          <a:noFill/>
          <a:ln/>
        </p:spPr>
        <p:txBody>
          <a:bodyPr lIns="91202" tIns="45601" rIns="91202" bIns="45601"/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12850" y="841375"/>
            <a:ext cx="6097588" cy="3430588"/>
          </a:xfrm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77390" y="4343400"/>
            <a:ext cx="4663440" cy="4114800"/>
          </a:xfrm>
          <a:noFill/>
          <a:ln/>
        </p:spPr>
        <p:txBody>
          <a:bodyPr lIns="91202" tIns="45601" rIns="91202" bIns="45601"/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12850" y="841375"/>
            <a:ext cx="6097588" cy="3430588"/>
          </a:xfrm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77390" y="4343400"/>
            <a:ext cx="4663440" cy="4114800"/>
          </a:xfrm>
          <a:noFill/>
          <a:ln/>
        </p:spPr>
        <p:txBody>
          <a:bodyPr lIns="91202" tIns="45601" rIns="91202" bIns="45601"/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12850" y="841375"/>
            <a:ext cx="6097588" cy="3430588"/>
          </a:xfrm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77390" y="4343400"/>
            <a:ext cx="4663440" cy="4114800"/>
          </a:xfrm>
          <a:noFill/>
          <a:ln/>
        </p:spPr>
        <p:txBody>
          <a:bodyPr lIns="91202" tIns="45601" rIns="91202" bIns="45601"/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12850" y="841375"/>
            <a:ext cx="6097588" cy="3430588"/>
          </a:xfrm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77390" y="4343400"/>
            <a:ext cx="4663440" cy="4114800"/>
          </a:xfrm>
          <a:noFill/>
          <a:ln/>
        </p:spPr>
        <p:txBody>
          <a:bodyPr lIns="91202" tIns="45601" rIns="91202" bIns="45601"/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12850" y="841375"/>
            <a:ext cx="6097588" cy="3430588"/>
          </a:xfrm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77390" y="4343400"/>
            <a:ext cx="4663440" cy="4114800"/>
          </a:xfrm>
          <a:noFill/>
          <a:ln/>
        </p:spPr>
        <p:txBody>
          <a:bodyPr lIns="91202" tIns="45601" rIns="91202" bIns="45601"/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12850" y="841375"/>
            <a:ext cx="6097588" cy="3430588"/>
          </a:xfrm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77390" y="4343400"/>
            <a:ext cx="4663440" cy="4114800"/>
          </a:xfrm>
          <a:noFill/>
          <a:ln/>
        </p:spPr>
        <p:txBody>
          <a:bodyPr lIns="91202" tIns="45601" rIns="91202" bIns="45601"/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12850" y="841375"/>
            <a:ext cx="6097588" cy="3430588"/>
          </a:xfrm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77390" y="4343400"/>
            <a:ext cx="4663440" cy="4114800"/>
          </a:xfrm>
          <a:noFill/>
          <a:ln/>
        </p:spPr>
        <p:txBody>
          <a:bodyPr lIns="91202" tIns="45601" rIns="91202" bIns="45601"/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12850" y="841375"/>
            <a:ext cx="6097588" cy="3430588"/>
          </a:xfrm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77390" y="4343400"/>
            <a:ext cx="4663440" cy="4114800"/>
          </a:xfrm>
          <a:noFill/>
          <a:ln/>
        </p:spPr>
        <p:txBody>
          <a:bodyPr lIns="91202" tIns="45601" rIns="91202" bIns="45601"/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12850" y="841375"/>
            <a:ext cx="6097588" cy="3430588"/>
          </a:xfrm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77390" y="4343400"/>
            <a:ext cx="4663440" cy="4114800"/>
          </a:xfrm>
          <a:noFill/>
          <a:ln/>
        </p:spPr>
        <p:txBody>
          <a:bodyPr lIns="91202" tIns="45601" rIns="91202" bIns="45601"/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12850" y="841375"/>
            <a:ext cx="6097588" cy="3430588"/>
          </a:xfrm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77390" y="4343400"/>
            <a:ext cx="4663440" cy="4114800"/>
          </a:xfrm>
          <a:noFill/>
          <a:ln/>
        </p:spPr>
        <p:txBody>
          <a:bodyPr lIns="91202" tIns="45601" rIns="91202" bIns="45601"/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12850" y="841375"/>
            <a:ext cx="6097588" cy="3430588"/>
          </a:xfrm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77390" y="4343400"/>
            <a:ext cx="4663440" cy="4114800"/>
          </a:xfrm>
          <a:noFill/>
          <a:ln/>
        </p:spPr>
        <p:txBody>
          <a:bodyPr lIns="91202" tIns="45601" rIns="91202" bIns="45601"/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12850" y="841375"/>
            <a:ext cx="6097588" cy="3430588"/>
          </a:xfrm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77390" y="4343400"/>
            <a:ext cx="4663440" cy="4114800"/>
          </a:xfrm>
          <a:noFill/>
          <a:ln/>
        </p:spPr>
        <p:txBody>
          <a:bodyPr lIns="91202" tIns="45601" rIns="91202" bIns="45601"/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12850" y="841375"/>
            <a:ext cx="6097588" cy="3430588"/>
          </a:xfrm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77390" y="4343400"/>
            <a:ext cx="4663440" cy="4114800"/>
          </a:xfrm>
          <a:noFill/>
          <a:ln/>
        </p:spPr>
        <p:txBody>
          <a:bodyPr lIns="91202" tIns="45601" rIns="91202" bIns="45601"/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12850" y="841375"/>
            <a:ext cx="6097588" cy="3430588"/>
          </a:xfrm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77390" y="4343400"/>
            <a:ext cx="4663440" cy="4114800"/>
          </a:xfrm>
          <a:noFill/>
          <a:ln/>
        </p:spPr>
        <p:txBody>
          <a:bodyPr lIns="91202" tIns="45601" rIns="91202" bIns="45601"/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12850" y="841375"/>
            <a:ext cx="6097588" cy="3430588"/>
          </a:xfrm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77390" y="4343400"/>
            <a:ext cx="4663440" cy="4114800"/>
          </a:xfrm>
          <a:noFill/>
          <a:ln/>
        </p:spPr>
        <p:txBody>
          <a:bodyPr lIns="91202" tIns="45601" rIns="91202" bIns="45601"/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12850" y="841375"/>
            <a:ext cx="6097588" cy="3430588"/>
          </a:xfrm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77390" y="4343400"/>
            <a:ext cx="4663440" cy="4114800"/>
          </a:xfrm>
          <a:noFill/>
          <a:ln/>
        </p:spPr>
        <p:txBody>
          <a:bodyPr lIns="91202" tIns="45601" rIns="91202" bIns="45601"/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12850" y="841375"/>
            <a:ext cx="6097588" cy="3430588"/>
          </a:xfrm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77390" y="4343400"/>
            <a:ext cx="4663440" cy="4114800"/>
          </a:xfrm>
          <a:noFill/>
          <a:ln/>
        </p:spPr>
        <p:txBody>
          <a:bodyPr lIns="91202" tIns="45601" rIns="91202" bIns="45601"/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12850" y="841375"/>
            <a:ext cx="6097588" cy="3430588"/>
          </a:xfrm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77390" y="4343400"/>
            <a:ext cx="4663440" cy="4114800"/>
          </a:xfrm>
          <a:noFill/>
          <a:ln/>
        </p:spPr>
        <p:txBody>
          <a:bodyPr lIns="91202" tIns="45601" rIns="91202" bIns="45601"/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12850" y="841375"/>
            <a:ext cx="6097588" cy="3430588"/>
          </a:xfrm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77390" y="4343400"/>
            <a:ext cx="4663440" cy="4114800"/>
          </a:xfrm>
          <a:noFill/>
          <a:ln/>
        </p:spPr>
        <p:txBody>
          <a:bodyPr lIns="91202" tIns="45601" rIns="91202" bIns="45601"/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12850" y="841375"/>
            <a:ext cx="6097588" cy="3430588"/>
          </a:xfrm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77390" y="4343400"/>
            <a:ext cx="4663440" cy="4114800"/>
          </a:xfrm>
          <a:noFill/>
          <a:ln/>
        </p:spPr>
        <p:txBody>
          <a:bodyPr lIns="91202" tIns="45601" rIns="91202" bIns="45601"/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800" dirty="0"/>
              <a:t> -- Calls to the above procedure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800" dirty="0"/>
              <a:t>BEGIN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800" dirty="0"/>
              <a:t> </a:t>
            </a:r>
            <a:r>
              <a:rPr lang="en-US" sz="800" dirty="0" err="1"/>
              <a:t>prInsertCustPhone</a:t>
            </a:r>
            <a:r>
              <a:rPr lang="en-US" sz="800" dirty="0"/>
              <a:t>(3,'2224567272');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800" dirty="0"/>
              <a:t>END;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800" dirty="0"/>
              <a:t>/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sz="800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sz="800" dirty="0"/>
              <a:t>Your phone number is saved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800" dirty="0"/>
              <a:t>PL/SQL procedure successfully completed.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sz="800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sz="800" dirty="0"/>
              <a:t>-- If you give repeated calls then after 5 phone numbers are added for the next call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sz="800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sz="800" dirty="0"/>
              <a:t>Only five phone numbers can be stored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sz="800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sz="800" dirty="0"/>
              <a:t>PL/SQL procedure successfully completed.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sz="800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sz="800" dirty="0"/>
              <a:t>-- Wrong </a:t>
            </a:r>
            <a:r>
              <a:rPr lang="en-US" sz="800" dirty="0" err="1"/>
              <a:t>cust_ID</a:t>
            </a:r>
            <a:endParaRPr lang="en-US" sz="800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sz="800" dirty="0"/>
              <a:t> BEGIN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800" dirty="0"/>
              <a:t>    </a:t>
            </a:r>
            <a:r>
              <a:rPr lang="en-US" sz="800" dirty="0" err="1"/>
              <a:t>prInsertCustPhone</a:t>
            </a:r>
            <a:r>
              <a:rPr lang="en-US" sz="800" dirty="0"/>
              <a:t>(11, 2045674567);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800" dirty="0"/>
              <a:t> END;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800" dirty="0"/>
              <a:t>Wrong customer ID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sz="800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sz="800" dirty="0"/>
              <a:t>PL/SQL procedure successfully completed.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sz="800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sz="800" dirty="0"/>
              <a:t>-- Value of phone number exceeding the size limit 10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800" dirty="0"/>
              <a:t>    BEGIN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800" dirty="0"/>
              <a:t>        </a:t>
            </a:r>
            <a:r>
              <a:rPr lang="en-US" sz="800" dirty="0" err="1"/>
              <a:t>prInsertCustPhone</a:t>
            </a:r>
            <a:r>
              <a:rPr lang="en-US" sz="800" dirty="0"/>
              <a:t>(2, 020456745674);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800" dirty="0"/>
              <a:t>    END;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800" dirty="0"/>
              <a:t>SQL&gt; /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800" dirty="0"/>
              <a:t>ORA-06502: PL/SQL: numeric or value error: number precision too large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sz="800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sz="800" dirty="0"/>
              <a:t>PL/SQL procedure successfully completed.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sz="800" dirty="0"/>
          </a:p>
          <a:p>
            <a:pPr>
              <a:lnSpc>
                <a:spcPct val="80000"/>
              </a:lnSpc>
              <a:buFontTx/>
              <a:buNone/>
            </a:pPr>
            <a:endParaRPr lang="en-US" sz="800" dirty="0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9BB8951A-79D9-43CD-9744-0DCE681F8444}" type="slidenum">
              <a:rPr lang="en-US" sz="1200">
                <a:latin typeface="Times New Roman" pitchFamily="18" charset="0"/>
              </a:rPr>
              <a:pPr algn="r"/>
              <a:t>59</a:t>
            </a:fld>
            <a:endParaRPr lang="en-US" sz="1200">
              <a:latin typeface="Times New Roman" pitchFamily="18" charset="0"/>
            </a:endParaRPr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>
            <a:normAutofit fontScale="25000" lnSpcReduction="20000"/>
          </a:bodyPr>
          <a:lstStyle/>
          <a:p>
            <a:r>
              <a:rPr lang="en-US" b="1" dirty="0"/>
              <a:t>Collection methods make collections easier to use, and make your applications easier to maintain. </a:t>
            </a:r>
          </a:p>
          <a:p>
            <a:r>
              <a:rPr lang="en-US" b="1" dirty="0"/>
              <a:t>These methods include COUNT, DELETE, EXISTS, EXTEND, FIRST, LAST, LIMIT, NEXT, PRIOR, and TRIM.</a:t>
            </a:r>
          </a:p>
          <a:p>
            <a:r>
              <a:rPr lang="en-US" b="1" dirty="0"/>
              <a:t>A collection method is a built-in function or procedure that operates on collections and is called using dot notation. The following apply to collection methods:</a:t>
            </a:r>
          </a:p>
          <a:p>
            <a:r>
              <a:rPr lang="en-US" b="1" dirty="0"/>
              <a:t>Collection methods cannot be called from SQL statements.</a:t>
            </a:r>
          </a:p>
          <a:p>
            <a:r>
              <a:rPr lang="en-US" b="1" dirty="0"/>
              <a:t>EXTEND and TRIM cannot be used with associative arrays.(PLSQL tables)</a:t>
            </a:r>
          </a:p>
          <a:p>
            <a:r>
              <a:rPr lang="en-US" b="1" dirty="0"/>
              <a:t>EXISTS, COUNT, LIMIT, FIRST, LAST, PRIOR, and NEXT are functions; EXTEND, TRIM, and DELETE are procedures.</a:t>
            </a:r>
          </a:p>
          <a:p>
            <a:r>
              <a:rPr lang="en-US" b="1" dirty="0"/>
              <a:t>EXISTS, PRIOR, NEXT, TRIM, EXTEND, and DELETE take parameters corresponding to collection subscripts, which are usually integers but can also be strings for associative arrays.(PLSQL tables)</a:t>
            </a:r>
          </a:p>
          <a:p>
            <a:r>
              <a:rPr lang="en-US" b="1" dirty="0"/>
              <a:t>Only EXISTS can be applied to atomically null collections. If you apply another method to such collections, PL/SQL raises COLLECTION_IS_NULL.</a:t>
            </a:r>
          </a:p>
          <a:p>
            <a:pPr eaLnBrk="1" hangingPunct="1"/>
            <a:endParaRPr lang="en-GB" b="1" dirty="0">
              <a:cs typeface="Times New Roman" pitchFamily="18" charset="0"/>
            </a:endParaRPr>
          </a:p>
          <a:p>
            <a:pPr>
              <a:buFontTx/>
              <a:buNone/>
            </a:pPr>
            <a:r>
              <a:rPr lang="en-GB" b="1" dirty="0"/>
              <a:t>declare</a:t>
            </a:r>
          </a:p>
          <a:p>
            <a:pPr>
              <a:buFontTx/>
              <a:buNone/>
            </a:pPr>
            <a:r>
              <a:rPr lang="en-GB" b="1" dirty="0"/>
              <a:t> 	type x is </a:t>
            </a:r>
            <a:r>
              <a:rPr lang="en-GB" b="1" dirty="0" err="1"/>
              <a:t>varray</a:t>
            </a:r>
            <a:r>
              <a:rPr lang="en-GB" b="1" dirty="0"/>
              <a:t>(5) of number(2);</a:t>
            </a:r>
          </a:p>
          <a:p>
            <a:pPr>
              <a:buFontTx/>
              <a:buNone/>
            </a:pPr>
            <a:r>
              <a:rPr lang="en-GB" b="1" dirty="0"/>
              <a:t> 	type y is table of number(2);</a:t>
            </a:r>
          </a:p>
          <a:p>
            <a:pPr>
              <a:buFontTx/>
              <a:buNone/>
            </a:pPr>
            <a:r>
              <a:rPr lang="en-GB" b="1" dirty="0"/>
              <a:t> 	</a:t>
            </a:r>
            <a:r>
              <a:rPr lang="en-GB" b="1" dirty="0" err="1"/>
              <a:t>nx</a:t>
            </a:r>
            <a:r>
              <a:rPr lang="en-GB" b="1" dirty="0"/>
              <a:t> x:=x(10,20,30,40);</a:t>
            </a:r>
          </a:p>
          <a:p>
            <a:pPr>
              <a:buFontTx/>
              <a:buNone/>
            </a:pPr>
            <a:r>
              <a:rPr lang="en-GB" b="1" dirty="0"/>
              <a:t> 	</a:t>
            </a:r>
            <a:r>
              <a:rPr lang="en-GB" b="1" dirty="0" err="1"/>
              <a:t>ny</a:t>
            </a:r>
            <a:r>
              <a:rPr lang="en-GB" b="1" dirty="0"/>
              <a:t> y:=y(60,70,80,90,40);</a:t>
            </a:r>
          </a:p>
          <a:p>
            <a:pPr>
              <a:buFontTx/>
              <a:buNone/>
            </a:pPr>
            <a:r>
              <a:rPr lang="en-GB" b="1" dirty="0"/>
              <a:t>begin</a:t>
            </a:r>
          </a:p>
          <a:p>
            <a:pPr>
              <a:buFontTx/>
              <a:buNone/>
            </a:pPr>
            <a:r>
              <a:rPr lang="en-GB" b="1" dirty="0"/>
              <a:t> 	if </a:t>
            </a:r>
            <a:r>
              <a:rPr lang="en-GB" b="1" dirty="0" err="1"/>
              <a:t>nx.exists</a:t>
            </a:r>
            <a:r>
              <a:rPr lang="en-GB" b="1" dirty="0"/>
              <a:t>(1) then</a:t>
            </a:r>
          </a:p>
          <a:p>
            <a:pPr>
              <a:buFontTx/>
              <a:buNone/>
            </a:pPr>
            <a:r>
              <a:rPr lang="en-GB" b="1" dirty="0"/>
              <a:t>    		</a:t>
            </a:r>
            <a:r>
              <a:rPr lang="en-GB" b="1" dirty="0" err="1"/>
              <a:t>dbms_output.put_line</a:t>
            </a:r>
            <a:r>
              <a:rPr lang="en-GB" b="1" dirty="0"/>
              <a:t>('</a:t>
            </a:r>
            <a:r>
              <a:rPr lang="en-GB" b="1" dirty="0" err="1"/>
              <a:t>varray</a:t>
            </a:r>
            <a:r>
              <a:rPr lang="en-GB" b="1" dirty="0"/>
              <a:t> element 1 exists');</a:t>
            </a:r>
          </a:p>
          <a:p>
            <a:pPr>
              <a:buFontTx/>
              <a:buNone/>
            </a:pPr>
            <a:r>
              <a:rPr lang="en-GB" b="1" dirty="0"/>
              <a:t> 	else</a:t>
            </a:r>
          </a:p>
          <a:p>
            <a:pPr>
              <a:buFontTx/>
              <a:buNone/>
            </a:pPr>
            <a:r>
              <a:rPr lang="en-GB" b="1" dirty="0"/>
              <a:t>    		</a:t>
            </a:r>
            <a:r>
              <a:rPr lang="en-GB" b="1" dirty="0" err="1"/>
              <a:t>dbms_output.put_line</a:t>
            </a:r>
            <a:r>
              <a:rPr lang="en-GB" b="1" dirty="0"/>
              <a:t>('</a:t>
            </a:r>
            <a:r>
              <a:rPr lang="en-GB" b="1" dirty="0" err="1"/>
              <a:t>varray</a:t>
            </a:r>
            <a:r>
              <a:rPr lang="en-GB" b="1" dirty="0"/>
              <a:t> element 1 does not exists');</a:t>
            </a:r>
          </a:p>
          <a:p>
            <a:pPr>
              <a:buFontTx/>
              <a:buNone/>
            </a:pPr>
            <a:r>
              <a:rPr lang="en-GB" b="1" dirty="0"/>
              <a:t> 	end if;</a:t>
            </a:r>
          </a:p>
          <a:p>
            <a:pPr>
              <a:buFontTx/>
              <a:buNone/>
            </a:pPr>
            <a:r>
              <a:rPr lang="en-GB" b="1" dirty="0"/>
              <a:t> </a:t>
            </a:r>
          </a:p>
          <a:p>
            <a:pPr>
              <a:buFontTx/>
              <a:buNone/>
            </a:pPr>
            <a:r>
              <a:rPr lang="en-GB" b="1" dirty="0"/>
              <a:t>	if </a:t>
            </a:r>
            <a:r>
              <a:rPr lang="en-GB" b="1" dirty="0" err="1"/>
              <a:t>nx.exists</a:t>
            </a:r>
            <a:r>
              <a:rPr lang="en-GB" b="1" dirty="0"/>
              <a:t>(5) then</a:t>
            </a:r>
          </a:p>
          <a:p>
            <a:pPr>
              <a:buFontTx/>
              <a:buNone/>
            </a:pPr>
            <a:r>
              <a:rPr lang="en-GB" b="1" dirty="0"/>
              <a:t>    		</a:t>
            </a:r>
            <a:r>
              <a:rPr lang="en-GB" b="1" dirty="0" err="1"/>
              <a:t>dbms_output.put_line</a:t>
            </a:r>
            <a:r>
              <a:rPr lang="en-GB" b="1" dirty="0"/>
              <a:t>('</a:t>
            </a:r>
            <a:r>
              <a:rPr lang="en-GB" b="1" dirty="0" err="1"/>
              <a:t>varray</a:t>
            </a:r>
            <a:r>
              <a:rPr lang="en-GB" b="1" dirty="0"/>
              <a:t> element 5 exists');</a:t>
            </a:r>
          </a:p>
          <a:p>
            <a:pPr>
              <a:buFontTx/>
              <a:buNone/>
            </a:pPr>
            <a:r>
              <a:rPr lang="en-GB" b="1" dirty="0"/>
              <a:t> 	else</a:t>
            </a:r>
          </a:p>
          <a:p>
            <a:pPr>
              <a:buFontTx/>
              <a:buNone/>
            </a:pPr>
            <a:r>
              <a:rPr lang="en-GB" b="1" dirty="0"/>
              <a:t>    		</a:t>
            </a:r>
            <a:r>
              <a:rPr lang="en-GB" b="1" dirty="0" err="1"/>
              <a:t>dbms_output.put_line</a:t>
            </a:r>
            <a:r>
              <a:rPr lang="en-GB" b="1" dirty="0"/>
              <a:t>('</a:t>
            </a:r>
            <a:r>
              <a:rPr lang="en-GB" b="1" dirty="0" err="1"/>
              <a:t>varray</a:t>
            </a:r>
            <a:r>
              <a:rPr lang="en-GB" b="1" dirty="0"/>
              <a:t> element 5 does not exist');</a:t>
            </a:r>
          </a:p>
          <a:p>
            <a:pPr>
              <a:buFontTx/>
              <a:buNone/>
            </a:pPr>
            <a:r>
              <a:rPr lang="en-GB" b="1" dirty="0"/>
              <a:t> 	end if;</a:t>
            </a:r>
          </a:p>
          <a:p>
            <a:pPr>
              <a:buFontTx/>
              <a:buNone/>
            </a:pPr>
            <a:r>
              <a:rPr lang="en-GB" b="1" dirty="0"/>
              <a:t> 	</a:t>
            </a:r>
          </a:p>
          <a:p>
            <a:pPr>
              <a:buFontTx/>
              <a:buNone/>
            </a:pPr>
            <a:r>
              <a:rPr lang="en-GB" b="1" dirty="0"/>
              <a:t>	if </a:t>
            </a:r>
            <a:r>
              <a:rPr lang="en-GB" b="1" dirty="0" err="1"/>
              <a:t>ny.exists</a:t>
            </a:r>
            <a:r>
              <a:rPr lang="en-GB" b="1" dirty="0"/>
              <a:t>(1) then</a:t>
            </a:r>
          </a:p>
          <a:p>
            <a:pPr>
              <a:buFontTx/>
              <a:buNone/>
            </a:pPr>
            <a:r>
              <a:rPr lang="en-GB" b="1" dirty="0"/>
              <a:t>    		</a:t>
            </a:r>
            <a:r>
              <a:rPr lang="en-GB" b="1" dirty="0" err="1"/>
              <a:t>dbms_output.put_line</a:t>
            </a:r>
            <a:r>
              <a:rPr lang="en-GB" b="1" dirty="0"/>
              <a:t>('nested table element 1 exists');</a:t>
            </a:r>
          </a:p>
          <a:p>
            <a:pPr>
              <a:buFontTx/>
              <a:buNone/>
            </a:pPr>
            <a:r>
              <a:rPr lang="en-GB" b="1" dirty="0"/>
              <a:t> 	else</a:t>
            </a:r>
          </a:p>
          <a:p>
            <a:pPr>
              <a:buFontTx/>
              <a:buNone/>
            </a:pPr>
            <a:r>
              <a:rPr lang="en-GB" b="1" dirty="0"/>
              <a:t>    		</a:t>
            </a:r>
            <a:r>
              <a:rPr lang="en-GB" b="1" dirty="0" err="1"/>
              <a:t>dbms_output.put_line</a:t>
            </a:r>
            <a:r>
              <a:rPr lang="en-GB" b="1" dirty="0"/>
              <a:t>('nested table element 1 does exists');</a:t>
            </a:r>
          </a:p>
          <a:p>
            <a:pPr>
              <a:buFontTx/>
              <a:buNone/>
            </a:pPr>
            <a:r>
              <a:rPr lang="en-GB" b="1" dirty="0"/>
              <a:t> 	end if;</a:t>
            </a:r>
          </a:p>
          <a:p>
            <a:pPr>
              <a:buFontTx/>
              <a:buNone/>
            </a:pPr>
            <a:r>
              <a:rPr lang="en-GB" b="1" dirty="0"/>
              <a:t> </a:t>
            </a:r>
          </a:p>
          <a:p>
            <a:pPr>
              <a:buFontTx/>
              <a:buNone/>
            </a:pPr>
            <a:r>
              <a:rPr lang="en-GB" b="1" dirty="0"/>
              <a:t>	if </a:t>
            </a:r>
            <a:r>
              <a:rPr lang="en-GB" b="1" dirty="0" err="1"/>
              <a:t>ny.exists</a:t>
            </a:r>
            <a:r>
              <a:rPr lang="en-GB" b="1" dirty="0"/>
              <a:t>(6) then</a:t>
            </a:r>
          </a:p>
          <a:p>
            <a:pPr>
              <a:buFontTx/>
              <a:buNone/>
            </a:pPr>
            <a:r>
              <a:rPr lang="en-GB" b="1" dirty="0"/>
              <a:t>    		</a:t>
            </a:r>
            <a:r>
              <a:rPr lang="en-GB" b="1" dirty="0" err="1"/>
              <a:t>dbms_output.put_line</a:t>
            </a:r>
            <a:r>
              <a:rPr lang="en-GB" b="1" dirty="0"/>
              <a:t>('nested table element 6 exist');</a:t>
            </a:r>
          </a:p>
          <a:p>
            <a:pPr>
              <a:buFontTx/>
              <a:buNone/>
            </a:pPr>
            <a:r>
              <a:rPr lang="en-GB" b="1" dirty="0"/>
              <a:t> 	else</a:t>
            </a:r>
          </a:p>
          <a:p>
            <a:pPr>
              <a:buFontTx/>
              <a:buNone/>
            </a:pPr>
            <a:r>
              <a:rPr lang="en-GB" b="1" dirty="0"/>
              <a:t>		</a:t>
            </a:r>
            <a:r>
              <a:rPr lang="en-GB" b="1" dirty="0" err="1"/>
              <a:t>dbms_output.put_line</a:t>
            </a:r>
            <a:r>
              <a:rPr lang="en-GB" b="1" dirty="0"/>
              <a:t>('nested table element 6 does not exist');</a:t>
            </a:r>
          </a:p>
          <a:p>
            <a:pPr>
              <a:buFontTx/>
              <a:buNone/>
            </a:pPr>
            <a:r>
              <a:rPr lang="en-GB" b="1" dirty="0"/>
              <a:t> 	end if;</a:t>
            </a:r>
          </a:p>
          <a:p>
            <a:pPr>
              <a:buFontTx/>
              <a:buNone/>
            </a:pPr>
            <a:r>
              <a:rPr lang="en-GB" b="1" dirty="0"/>
              <a:t>    </a:t>
            </a:r>
          </a:p>
          <a:p>
            <a:pPr>
              <a:buFontTx/>
              <a:buNone/>
            </a:pPr>
            <a:r>
              <a:rPr lang="en-GB" b="1" dirty="0"/>
              <a:t>	</a:t>
            </a:r>
            <a:r>
              <a:rPr lang="en-GB" b="1" dirty="0" err="1"/>
              <a:t>dbms_output.put_line</a:t>
            </a:r>
            <a:r>
              <a:rPr lang="en-GB" b="1" dirty="0"/>
              <a:t>('</a:t>
            </a:r>
            <a:r>
              <a:rPr lang="en-GB" b="1" dirty="0" err="1"/>
              <a:t>varray</a:t>
            </a:r>
            <a:r>
              <a:rPr lang="en-GB" b="1" dirty="0"/>
              <a:t> limit is '||</a:t>
            </a:r>
            <a:r>
              <a:rPr lang="en-GB" b="1" dirty="0" err="1"/>
              <a:t>nx.limit</a:t>
            </a:r>
            <a:r>
              <a:rPr lang="en-GB" b="1" dirty="0"/>
              <a:t>);</a:t>
            </a:r>
          </a:p>
          <a:p>
            <a:pPr>
              <a:buFontTx/>
              <a:buNone/>
            </a:pPr>
            <a:r>
              <a:rPr lang="en-GB" b="1" dirty="0"/>
              <a:t>    	</a:t>
            </a:r>
            <a:r>
              <a:rPr lang="en-GB" b="1" dirty="0" err="1"/>
              <a:t>dbms_output.put_line</a:t>
            </a:r>
            <a:r>
              <a:rPr lang="en-GB" b="1" dirty="0"/>
              <a:t>('</a:t>
            </a:r>
            <a:r>
              <a:rPr lang="en-GB" b="1" dirty="0" err="1"/>
              <a:t>varray</a:t>
            </a:r>
            <a:r>
              <a:rPr lang="en-GB" b="1" dirty="0"/>
              <a:t> count is  '||</a:t>
            </a:r>
            <a:r>
              <a:rPr lang="en-GB" b="1" dirty="0" err="1"/>
              <a:t>nx.count</a:t>
            </a:r>
            <a:r>
              <a:rPr lang="en-GB" b="1" dirty="0"/>
              <a:t>);</a:t>
            </a:r>
          </a:p>
          <a:p>
            <a:pPr>
              <a:buFontTx/>
              <a:buNone/>
            </a:pPr>
            <a:r>
              <a:rPr lang="en-GB" b="1" dirty="0"/>
              <a:t>    	</a:t>
            </a:r>
            <a:r>
              <a:rPr lang="en-GB" b="1" dirty="0" err="1"/>
              <a:t>dbms_output.put_line</a:t>
            </a:r>
            <a:r>
              <a:rPr lang="en-GB" b="1" dirty="0"/>
              <a:t>('Table limit is '||</a:t>
            </a:r>
            <a:r>
              <a:rPr lang="en-GB" b="1" dirty="0" err="1"/>
              <a:t>ny.limit</a:t>
            </a:r>
            <a:r>
              <a:rPr lang="en-GB" b="1" dirty="0"/>
              <a:t>);</a:t>
            </a:r>
          </a:p>
          <a:p>
            <a:pPr>
              <a:buFontTx/>
              <a:buNone/>
            </a:pPr>
            <a:r>
              <a:rPr lang="en-GB" b="1" dirty="0"/>
              <a:t>    	</a:t>
            </a:r>
            <a:r>
              <a:rPr lang="en-GB" b="1" dirty="0" err="1"/>
              <a:t>dbms_output.put_line</a:t>
            </a:r>
            <a:r>
              <a:rPr lang="en-GB" b="1" dirty="0"/>
              <a:t>('Table  count is  '||</a:t>
            </a:r>
            <a:r>
              <a:rPr lang="en-GB" b="1" dirty="0" err="1"/>
              <a:t>ny.count</a:t>
            </a:r>
            <a:r>
              <a:rPr lang="en-GB" b="1" dirty="0"/>
              <a:t>);</a:t>
            </a:r>
          </a:p>
          <a:p>
            <a:pPr>
              <a:buFontTx/>
              <a:buNone/>
            </a:pPr>
            <a:r>
              <a:rPr lang="en-GB" b="1" dirty="0"/>
              <a:t>  	</a:t>
            </a:r>
            <a:r>
              <a:rPr lang="en-GB" b="1" dirty="0" err="1"/>
              <a:t>dbms_output.put_line</a:t>
            </a:r>
            <a:r>
              <a:rPr lang="en-GB" b="1" dirty="0"/>
              <a:t>('The first </a:t>
            </a:r>
            <a:r>
              <a:rPr lang="en-GB" b="1" dirty="0" err="1"/>
              <a:t>varray</a:t>
            </a:r>
            <a:r>
              <a:rPr lang="en-GB" b="1" dirty="0"/>
              <a:t> index  is  '||</a:t>
            </a:r>
            <a:r>
              <a:rPr lang="en-GB" b="1" dirty="0" err="1"/>
              <a:t>nx.first</a:t>
            </a:r>
            <a:r>
              <a:rPr lang="en-GB" b="1" dirty="0"/>
              <a:t>);</a:t>
            </a:r>
          </a:p>
          <a:p>
            <a:pPr>
              <a:buFontTx/>
              <a:buNone/>
            </a:pPr>
            <a:r>
              <a:rPr lang="en-GB" b="1" dirty="0"/>
              <a:t>   	</a:t>
            </a:r>
            <a:r>
              <a:rPr lang="en-GB" b="1" dirty="0" err="1"/>
              <a:t>dbms_output.put_line</a:t>
            </a:r>
            <a:r>
              <a:rPr lang="en-GB" b="1" dirty="0"/>
              <a:t>('The first Table index is '||</a:t>
            </a:r>
            <a:r>
              <a:rPr lang="en-GB" b="1" dirty="0" err="1"/>
              <a:t>ny.first</a:t>
            </a:r>
            <a:r>
              <a:rPr lang="en-GB" b="1" dirty="0"/>
              <a:t>);</a:t>
            </a:r>
          </a:p>
          <a:p>
            <a:pPr>
              <a:buFontTx/>
              <a:buNone/>
            </a:pPr>
            <a:endParaRPr lang="en-GB" b="1" dirty="0"/>
          </a:p>
          <a:p>
            <a:pPr>
              <a:buFontTx/>
              <a:buNone/>
            </a:pPr>
            <a:r>
              <a:rPr lang="en-GB" b="1" dirty="0"/>
              <a:t>if </a:t>
            </a:r>
            <a:r>
              <a:rPr lang="en-GB" b="1" dirty="0" err="1"/>
              <a:t>ny.first</a:t>
            </a:r>
            <a:r>
              <a:rPr lang="en-GB" b="1" dirty="0"/>
              <a:t>=</a:t>
            </a:r>
            <a:r>
              <a:rPr lang="en-GB" b="1" dirty="0" err="1"/>
              <a:t>ny.prior</a:t>
            </a:r>
            <a:r>
              <a:rPr lang="en-GB" b="1" dirty="0"/>
              <a:t>(2) then</a:t>
            </a:r>
          </a:p>
          <a:p>
            <a:pPr>
              <a:buFontTx/>
              <a:buNone/>
            </a:pPr>
            <a:r>
              <a:rPr lang="en-GB" b="1" dirty="0" err="1"/>
              <a:t>dbms_output.put_line</a:t>
            </a:r>
            <a:r>
              <a:rPr lang="en-GB" b="1" dirty="0"/>
              <a:t>('Table elements not deleted from the beginning');</a:t>
            </a:r>
          </a:p>
          <a:p>
            <a:pPr>
              <a:buFontTx/>
              <a:buNone/>
            </a:pPr>
            <a:r>
              <a:rPr lang="en-GB" b="1" dirty="0"/>
              <a:t>else</a:t>
            </a:r>
          </a:p>
          <a:p>
            <a:pPr>
              <a:buFontTx/>
              <a:buNone/>
            </a:pPr>
            <a:r>
              <a:rPr lang="en-GB" b="1" dirty="0" err="1"/>
              <a:t>dbms_output.put_line</a:t>
            </a:r>
            <a:r>
              <a:rPr lang="en-GB" b="1" dirty="0"/>
              <a:t>(' Table elements are deleted from the beginning');</a:t>
            </a:r>
          </a:p>
          <a:p>
            <a:pPr>
              <a:buFontTx/>
              <a:buNone/>
            </a:pPr>
            <a:r>
              <a:rPr lang="en-GB" b="1" dirty="0"/>
              <a:t>end if;</a:t>
            </a:r>
          </a:p>
          <a:p>
            <a:pPr>
              <a:buFontTx/>
              <a:buNone/>
            </a:pPr>
            <a:r>
              <a:rPr lang="en-GB" b="1" dirty="0"/>
              <a:t>   	</a:t>
            </a:r>
          </a:p>
          <a:p>
            <a:pPr>
              <a:buFontTx/>
              <a:buNone/>
            </a:pPr>
            <a:r>
              <a:rPr lang="en-GB" b="1" dirty="0" err="1"/>
              <a:t>dbms_output.put_line</a:t>
            </a:r>
            <a:r>
              <a:rPr lang="en-GB" b="1" dirty="0"/>
              <a:t>(</a:t>
            </a:r>
            <a:r>
              <a:rPr lang="en-GB" b="1" dirty="0" err="1"/>
              <a:t>nx.first</a:t>
            </a:r>
            <a:r>
              <a:rPr lang="en-GB" b="1" dirty="0"/>
              <a:t>);</a:t>
            </a:r>
          </a:p>
          <a:p>
            <a:pPr>
              <a:buFontTx/>
              <a:buNone/>
            </a:pPr>
            <a:r>
              <a:rPr lang="en-GB" b="1" dirty="0"/>
              <a:t>   	</a:t>
            </a:r>
            <a:r>
              <a:rPr lang="en-GB" b="1" dirty="0" err="1"/>
              <a:t>dbms_output.put_line</a:t>
            </a:r>
            <a:r>
              <a:rPr lang="en-GB" b="1" dirty="0"/>
              <a:t>(</a:t>
            </a:r>
            <a:r>
              <a:rPr lang="en-GB" b="1" dirty="0" err="1"/>
              <a:t>nx</a:t>
            </a:r>
            <a:r>
              <a:rPr lang="en-GB" b="1" dirty="0"/>
              <a:t>(1));</a:t>
            </a:r>
          </a:p>
          <a:p>
            <a:pPr>
              <a:buFontTx/>
              <a:buNone/>
            </a:pPr>
            <a:r>
              <a:rPr lang="en-GB" b="1" dirty="0"/>
              <a:t>   	</a:t>
            </a:r>
            <a:r>
              <a:rPr lang="en-GB" b="1" dirty="0" err="1"/>
              <a:t>dbms_output.put_line</a:t>
            </a:r>
            <a:r>
              <a:rPr lang="en-GB" b="1" dirty="0"/>
              <a:t>(</a:t>
            </a:r>
            <a:r>
              <a:rPr lang="en-GB" b="1" dirty="0" err="1"/>
              <a:t>nx.next</a:t>
            </a:r>
            <a:r>
              <a:rPr lang="en-GB" b="1" dirty="0"/>
              <a:t>(0));</a:t>
            </a:r>
          </a:p>
          <a:p>
            <a:pPr>
              <a:buFontTx/>
              <a:buNone/>
            </a:pPr>
            <a:endParaRPr lang="en-GB" b="1" dirty="0"/>
          </a:p>
          <a:p>
            <a:pPr>
              <a:buFontTx/>
              <a:buNone/>
            </a:pPr>
            <a:r>
              <a:rPr lang="en-GB" b="1" dirty="0"/>
              <a:t>if </a:t>
            </a:r>
            <a:r>
              <a:rPr lang="en-GB" b="1" dirty="0" err="1"/>
              <a:t>nx.next</a:t>
            </a:r>
            <a:r>
              <a:rPr lang="en-GB" b="1" dirty="0"/>
              <a:t>(3)=</a:t>
            </a:r>
            <a:r>
              <a:rPr lang="en-GB" b="1" dirty="0" err="1"/>
              <a:t>nx.last</a:t>
            </a:r>
            <a:r>
              <a:rPr lang="en-GB" b="1" dirty="0"/>
              <a:t> then</a:t>
            </a:r>
          </a:p>
          <a:p>
            <a:pPr>
              <a:buFontTx/>
              <a:buNone/>
            </a:pPr>
            <a:r>
              <a:rPr lang="en-GB" b="1" dirty="0"/>
              <a:t>    		</a:t>
            </a:r>
            <a:r>
              <a:rPr lang="en-GB" b="1" dirty="0" err="1"/>
              <a:t>dbms_output.put_line</a:t>
            </a:r>
            <a:r>
              <a:rPr lang="en-GB" b="1" dirty="0"/>
              <a:t>('End of </a:t>
            </a:r>
            <a:r>
              <a:rPr lang="en-GB" b="1" dirty="0" err="1"/>
              <a:t>varray</a:t>
            </a:r>
            <a:r>
              <a:rPr lang="en-GB" b="1" dirty="0"/>
              <a:t> reached');</a:t>
            </a:r>
          </a:p>
          <a:p>
            <a:pPr>
              <a:buFontTx/>
              <a:buNone/>
            </a:pPr>
            <a:r>
              <a:rPr lang="en-GB" b="1" dirty="0"/>
              <a:t>else</a:t>
            </a:r>
          </a:p>
          <a:p>
            <a:pPr>
              <a:buFontTx/>
              <a:buNone/>
            </a:pPr>
            <a:r>
              <a:rPr lang="en-GB" b="1" dirty="0"/>
              <a:t>    		</a:t>
            </a:r>
            <a:r>
              <a:rPr lang="en-GB" b="1" dirty="0" err="1"/>
              <a:t>dbms_output.put_line</a:t>
            </a:r>
            <a:r>
              <a:rPr lang="en-GB" b="1" dirty="0"/>
              <a:t>('End of </a:t>
            </a:r>
            <a:r>
              <a:rPr lang="en-GB" b="1" dirty="0" err="1"/>
              <a:t>varray</a:t>
            </a:r>
            <a:r>
              <a:rPr lang="en-GB" b="1" dirty="0"/>
              <a:t> not reached');</a:t>
            </a:r>
          </a:p>
          <a:p>
            <a:pPr>
              <a:buFontTx/>
              <a:buNone/>
            </a:pPr>
            <a:r>
              <a:rPr lang="en-GB" b="1" dirty="0"/>
              <a:t>end if;</a:t>
            </a:r>
          </a:p>
          <a:p>
            <a:pPr>
              <a:buFontTx/>
              <a:buNone/>
            </a:pPr>
            <a:endParaRPr lang="en-GB" b="1" dirty="0"/>
          </a:p>
          <a:p>
            <a:pPr>
              <a:buFontTx/>
              <a:buNone/>
            </a:pPr>
            <a:r>
              <a:rPr lang="en-GB" b="1" dirty="0"/>
              <a:t>if </a:t>
            </a:r>
            <a:r>
              <a:rPr lang="en-GB" b="1" dirty="0" err="1"/>
              <a:t>nx.next</a:t>
            </a:r>
            <a:r>
              <a:rPr lang="en-GB" b="1" dirty="0"/>
              <a:t>(2)=</a:t>
            </a:r>
            <a:r>
              <a:rPr lang="en-GB" b="1" dirty="0" err="1"/>
              <a:t>nx.last</a:t>
            </a:r>
            <a:r>
              <a:rPr lang="en-GB" b="1" dirty="0"/>
              <a:t> then</a:t>
            </a:r>
          </a:p>
          <a:p>
            <a:pPr>
              <a:buFontTx/>
              <a:buNone/>
            </a:pPr>
            <a:r>
              <a:rPr lang="en-GB" b="1" dirty="0"/>
              <a:t>    		</a:t>
            </a:r>
            <a:r>
              <a:rPr lang="en-GB" b="1" dirty="0" err="1"/>
              <a:t>dbms_output.put_line</a:t>
            </a:r>
            <a:r>
              <a:rPr lang="en-GB" b="1" dirty="0"/>
              <a:t>('End of </a:t>
            </a:r>
            <a:r>
              <a:rPr lang="en-GB" b="1" dirty="0" err="1"/>
              <a:t>varray</a:t>
            </a:r>
            <a:r>
              <a:rPr lang="en-GB" b="1" dirty="0"/>
              <a:t> reached');</a:t>
            </a:r>
          </a:p>
          <a:p>
            <a:pPr>
              <a:buFontTx/>
              <a:buNone/>
            </a:pPr>
            <a:r>
              <a:rPr lang="en-GB" b="1" dirty="0"/>
              <a:t>else</a:t>
            </a:r>
          </a:p>
          <a:p>
            <a:pPr>
              <a:buFontTx/>
              <a:buNone/>
            </a:pPr>
            <a:r>
              <a:rPr lang="en-GB" b="1" dirty="0"/>
              <a:t>    		</a:t>
            </a:r>
            <a:r>
              <a:rPr lang="en-GB" b="1" dirty="0" err="1"/>
              <a:t>dbms_output.put_line</a:t>
            </a:r>
            <a:r>
              <a:rPr lang="en-GB" b="1" dirty="0"/>
              <a:t>('End of </a:t>
            </a:r>
            <a:r>
              <a:rPr lang="en-GB" b="1" dirty="0" err="1"/>
              <a:t>varray</a:t>
            </a:r>
            <a:r>
              <a:rPr lang="en-GB" b="1" dirty="0"/>
              <a:t> not reached');</a:t>
            </a:r>
          </a:p>
          <a:p>
            <a:pPr>
              <a:buFontTx/>
              <a:buNone/>
            </a:pPr>
            <a:r>
              <a:rPr lang="en-GB" b="1" dirty="0"/>
              <a:t>end if;</a:t>
            </a:r>
          </a:p>
          <a:p>
            <a:pPr>
              <a:buFontTx/>
              <a:buNone/>
            </a:pPr>
            <a:endParaRPr lang="en-GB" b="1" dirty="0"/>
          </a:p>
          <a:p>
            <a:pPr>
              <a:buFontTx/>
              <a:buNone/>
            </a:pPr>
            <a:r>
              <a:rPr lang="en-GB" b="1" dirty="0"/>
              <a:t>if </a:t>
            </a:r>
            <a:r>
              <a:rPr lang="en-GB" b="1" dirty="0" err="1"/>
              <a:t>nx.exists</a:t>
            </a:r>
            <a:r>
              <a:rPr lang="en-GB" b="1" dirty="0"/>
              <a:t>(5) then</a:t>
            </a:r>
          </a:p>
          <a:p>
            <a:pPr>
              <a:buFontTx/>
              <a:buNone/>
            </a:pPr>
            <a:r>
              <a:rPr lang="en-GB" b="1" dirty="0"/>
              <a:t>    		</a:t>
            </a:r>
            <a:r>
              <a:rPr lang="en-GB" b="1" dirty="0" err="1"/>
              <a:t>dbms_output.put_line</a:t>
            </a:r>
            <a:r>
              <a:rPr lang="en-GB" b="1" dirty="0"/>
              <a:t>('</a:t>
            </a:r>
            <a:r>
              <a:rPr lang="en-GB" b="1" dirty="0" err="1"/>
              <a:t>varray</a:t>
            </a:r>
            <a:r>
              <a:rPr lang="en-GB" b="1" dirty="0"/>
              <a:t> element 5 exists');</a:t>
            </a:r>
          </a:p>
          <a:p>
            <a:pPr>
              <a:buFontTx/>
              <a:buNone/>
            </a:pPr>
            <a:r>
              <a:rPr lang="en-GB" b="1" dirty="0"/>
              <a:t> 	else</a:t>
            </a:r>
          </a:p>
          <a:p>
            <a:pPr>
              <a:buFontTx/>
              <a:buNone/>
            </a:pPr>
            <a:r>
              <a:rPr lang="en-GB" b="1" dirty="0"/>
              <a:t>    		</a:t>
            </a:r>
            <a:r>
              <a:rPr lang="en-GB" b="1" dirty="0" err="1"/>
              <a:t>dbms_output.put_line</a:t>
            </a:r>
            <a:r>
              <a:rPr lang="en-GB" b="1" dirty="0"/>
              <a:t>('</a:t>
            </a:r>
            <a:r>
              <a:rPr lang="en-GB" b="1" dirty="0" err="1"/>
              <a:t>varray</a:t>
            </a:r>
            <a:r>
              <a:rPr lang="en-GB" b="1" dirty="0"/>
              <a:t> element 5 does not exists');</a:t>
            </a:r>
          </a:p>
          <a:p>
            <a:pPr>
              <a:buFontTx/>
              <a:buNone/>
            </a:pPr>
            <a:r>
              <a:rPr lang="en-GB" b="1" dirty="0"/>
              <a:t> 	end if;</a:t>
            </a:r>
          </a:p>
          <a:p>
            <a:pPr>
              <a:buFontTx/>
              <a:buNone/>
            </a:pPr>
            <a:r>
              <a:rPr lang="en-GB" b="1" dirty="0"/>
              <a:t>    </a:t>
            </a:r>
          </a:p>
          <a:p>
            <a:pPr>
              <a:buFontTx/>
              <a:buNone/>
            </a:pPr>
            <a:r>
              <a:rPr lang="en-GB" b="1" dirty="0" err="1"/>
              <a:t>dbms_output.put_line</a:t>
            </a:r>
            <a:r>
              <a:rPr lang="en-GB" b="1" dirty="0"/>
              <a:t>('there are '||</a:t>
            </a:r>
            <a:r>
              <a:rPr lang="en-GB" b="1" dirty="0" err="1"/>
              <a:t>nx.count</a:t>
            </a:r>
            <a:r>
              <a:rPr lang="en-GB" b="1" dirty="0"/>
              <a:t>||' elements');</a:t>
            </a:r>
          </a:p>
          <a:p>
            <a:pPr>
              <a:buFontTx/>
              <a:buNone/>
            </a:pPr>
            <a:r>
              <a:rPr lang="en-GB" b="1" dirty="0" err="1"/>
              <a:t>nx.extend</a:t>
            </a:r>
            <a:r>
              <a:rPr lang="en-GB" b="1" dirty="0"/>
              <a:t>;</a:t>
            </a:r>
          </a:p>
          <a:p>
            <a:pPr>
              <a:buFontTx/>
              <a:buNone/>
            </a:pPr>
            <a:r>
              <a:rPr lang="en-GB" b="1" dirty="0"/>
              <a:t> </a:t>
            </a:r>
            <a:r>
              <a:rPr lang="en-GB" b="1" dirty="0" err="1"/>
              <a:t>dbms_output.put_line</a:t>
            </a:r>
            <a:r>
              <a:rPr lang="en-GB" b="1" dirty="0"/>
              <a:t>('there are '||</a:t>
            </a:r>
            <a:r>
              <a:rPr lang="en-GB" b="1" dirty="0" err="1"/>
              <a:t>nx.count</a:t>
            </a:r>
            <a:r>
              <a:rPr lang="en-GB" b="1" dirty="0"/>
              <a:t>||' elements');</a:t>
            </a:r>
          </a:p>
          <a:p>
            <a:pPr>
              <a:buFontTx/>
              <a:buNone/>
            </a:pPr>
            <a:endParaRPr lang="en-GB" b="1" dirty="0"/>
          </a:p>
          <a:p>
            <a:pPr>
              <a:buFontTx/>
              <a:buNone/>
            </a:pPr>
            <a:r>
              <a:rPr lang="en-GB" b="1" dirty="0"/>
              <a:t>if </a:t>
            </a:r>
            <a:r>
              <a:rPr lang="en-GB" b="1" dirty="0" err="1"/>
              <a:t>nx.exists</a:t>
            </a:r>
            <a:r>
              <a:rPr lang="en-GB" b="1" dirty="0"/>
              <a:t>(5) then</a:t>
            </a:r>
          </a:p>
          <a:p>
            <a:pPr>
              <a:buFontTx/>
              <a:buNone/>
            </a:pPr>
            <a:r>
              <a:rPr lang="en-GB" b="1" dirty="0"/>
              <a:t>    		</a:t>
            </a:r>
            <a:r>
              <a:rPr lang="en-GB" b="1" dirty="0" err="1"/>
              <a:t>dbms_output.put_line</a:t>
            </a:r>
            <a:r>
              <a:rPr lang="en-GB" b="1" dirty="0"/>
              <a:t>('</a:t>
            </a:r>
            <a:r>
              <a:rPr lang="en-GB" b="1" dirty="0" err="1"/>
              <a:t>varray</a:t>
            </a:r>
            <a:r>
              <a:rPr lang="en-GB" b="1" dirty="0"/>
              <a:t> element 5 exists');</a:t>
            </a:r>
          </a:p>
          <a:p>
            <a:pPr>
              <a:buFontTx/>
              <a:buNone/>
            </a:pPr>
            <a:r>
              <a:rPr lang="en-GB" b="1" dirty="0"/>
              <a:t> 	else</a:t>
            </a:r>
          </a:p>
          <a:p>
            <a:pPr>
              <a:buFontTx/>
              <a:buNone/>
            </a:pPr>
            <a:r>
              <a:rPr lang="en-GB" b="1" dirty="0"/>
              <a:t>    		</a:t>
            </a:r>
            <a:r>
              <a:rPr lang="en-GB" b="1" dirty="0" err="1"/>
              <a:t>dbms_output.put_line</a:t>
            </a:r>
            <a:r>
              <a:rPr lang="en-GB" b="1" dirty="0"/>
              <a:t>('</a:t>
            </a:r>
            <a:r>
              <a:rPr lang="en-GB" b="1" dirty="0" err="1"/>
              <a:t>varray</a:t>
            </a:r>
            <a:r>
              <a:rPr lang="en-GB" b="1" dirty="0"/>
              <a:t> element 5 does not exists');</a:t>
            </a:r>
          </a:p>
          <a:p>
            <a:pPr>
              <a:buFontTx/>
              <a:buNone/>
            </a:pPr>
            <a:r>
              <a:rPr lang="en-GB" b="1" dirty="0"/>
              <a:t> 	end if;</a:t>
            </a:r>
          </a:p>
          <a:p>
            <a:pPr>
              <a:buFontTx/>
              <a:buNone/>
            </a:pPr>
            <a:endParaRPr lang="en-GB" b="1" dirty="0"/>
          </a:p>
          <a:p>
            <a:pPr>
              <a:buFontTx/>
              <a:buNone/>
            </a:pPr>
            <a:r>
              <a:rPr lang="en-GB" b="1" dirty="0"/>
              <a:t>if (</a:t>
            </a:r>
            <a:r>
              <a:rPr lang="en-GB" b="1" dirty="0" err="1"/>
              <a:t>nx</a:t>
            </a:r>
            <a:r>
              <a:rPr lang="en-GB" b="1" dirty="0"/>
              <a:t>(5)) is null then</a:t>
            </a:r>
          </a:p>
          <a:p>
            <a:pPr>
              <a:buFontTx/>
              <a:buNone/>
            </a:pPr>
            <a:r>
              <a:rPr lang="en-GB" b="1" dirty="0"/>
              <a:t>    		</a:t>
            </a:r>
            <a:r>
              <a:rPr lang="en-GB" b="1" dirty="0" err="1"/>
              <a:t>dbms_output.put_line</a:t>
            </a:r>
            <a:r>
              <a:rPr lang="en-GB" b="1" dirty="0"/>
              <a:t>('null');</a:t>
            </a:r>
          </a:p>
          <a:p>
            <a:pPr>
              <a:buFontTx/>
              <a:buNone/>
            </a:pPr>
            <a:r>
              <a:rPr lang="en-GB" b="1" dirty="0"/>
              <a:t>else</a:t>
            </a:r>
          </a:p>
          <a:p>
            <a:pPr>
              <a:buFontTx/>
              <a:buNone/>
            </a:pPr>
            <a:r>
              <a:rPr lang="en-GB" b="1" dirty="0" err="1"/>
              <a:t>dbms_output.put_line</a:t>
            </a:r>
            <a:r>
              <a:rPr lang="en-GB" b="1" dirty="0"/>
              <a:t>('is not null');</a:t>
            </a:r>
          </a:p>
          <a:p>
            <a:pPr>
              <a:buFontTx/>
              <a:buNone/>
            </a:pPr>
            <a:r>
              <a:rPr lang="en-GB" b="1" dirty="0"/>
              <a:t>end if;</a:t>
            </a:r>
          </a:p>
          <a:p>
            <a:pPr>
              <a:buFontTx/>
              <a:buNone/>
            </a:pPr>
            <a:endParaRPr lang="en-GB" b="1" dirty="0"/>
          </a:p>
          <a:p>
            <a:pPr>
              <a:buFontTx/>
              <a:buNone/>
            </a:pPr>
            <a:r>
              <a:rPr lang="en-GB" b="1" dirty="0" err="1"/>
              <a:t>nx</a:t>
            </a:r>
            <a:r>
              <a:rPr lang="en-GB" b="1" dirty="0"/>
              <a:t>(5):=5;</a:t>
            </a:r>
          </a:p>
          <a:p>
            <a:pPr>
              <a:buFontTx/>
              <a:buNone/>
            </a:pPr>
            <a:r>
              <a:rPr lang="en-GB" b="1" dirty="0"/>
              <a:t>    	</a:t>
            </a:r>
            <a:r>
              <a:rPr lang="en-GB" b="1" dirty="0" err="1"/>
              <a:t>dbms_output.put_line</a:t>
            </a:r>
            <a:r>
              <a:rPr lang="en-GB" b="1" dirty="0"/>
              <a:t>(</a:t>
            </a:r>
            <a:r>
              <a:rPr lang="en-GB" b="1" dirty="0" err="1"/>
              <a:t>nx</a:t>
            </a:r>
            <a:r>
              <a:rPr lang="en-GB" b="1" dirty="0"/>
              <a:t>(5));</a:t>
            </a:r>
          </a:p>
          <a:p>
            <a:pPr>
              <a:buFontTx/>
              <a:buNone/>
            </a:pPr>
            <a:endParaRPr lang="en-GB" b="1" dirty="0"/>
          </a:p>
          <a:p>
            <a:pPr>
              <a:buFontTx/>
              <a:buNone/>
            </a:pPr>
            <a:r>
              <a:rPr lang="en-GB" b="1" dirty="0" err="1"/>
              <a:t>ny.trim</a:t>
            </a:r>
            <a:r>
              <a:rPr lang="en-GB" b="1" dirty="0"/>
              <a:t>;</a:t>
            </a:r>
          </a:p>
          <a:p>
            <a:pPr>
              <a:buFontTx/>
              <a:buNone/>
            </a:pPr>
            <a:r>
              <a:rPr lang="en-GB" b="1" dirty="0"/>
              <a:t>   	</a:t>
            </a:r>
            <a:r>
              <a:rPr lang="en-GB" b="1" dirty="0" err="1"/>
              <a:t>dbms_output.put_line</a:t>
            </a:r>
            <a:r>
              <a:rPr lang="en-GB" b="1" dirty="0"/>
              <a:t>('Table count is now'||</a:t>
            </a:r>
            <a:r>
              <a:rPr lang="en-GB" b="1" dirty="0" err="1"/>
              <a:t>ny.count</a:t>
            </a:r>
            <a:r>
              <a:rPr lang="en-GB" b="1" dirty="0"/>
              <a:t>);</a:t>
            </a:r>
          </a:p>
          <a:p>
            <a:pPr>
              <a:buFontTx/>
              <a:buNone/>
            </a:pPr>
            <a:endParaRPr lang="en-GB" b="1" dirty="0"/>
          </a:p>
          <a:p>
            <a:pPr>
              <a:buFontTx/>
              <a:buNone/>
            </a:pPr>
            <a:r>
              <a:rPr lang="en-GB" b="1" dirty="0" err="1"/>
              <a:t>ny.delete</a:t>
            </a:r>
            <a:r>
              <a:rPr lang="en-GB" b="1" dirty="0"/>
              <a:t>(3);</a:t>
            </a:r>
          </a:p>
          <a:p>
            <a:pPr>
              <a:buFontTx/>
              <a:buNone/>
            </a:pPr>
            <a:r>
              <a:rPr lang="en-GB" b="1" dirty="0"/>
              <a:t>   	</a:t>
            </a:r>
            <a:r>
              <a:rPr lang="en-GB" b="1" dirty="0" err="1"/>
              <a:t>dbms_output.put_line</a:t>
            </a:r>
            <a:r>
              <a:rPr lang="en-GB" b="1" dirty="0"/>
              <a:t>('Table count is now '||</a:t>
            </a:r>
            <a:r>
              <a:rPr lang="en-GB" b="1" dirty="0" err="1"/>
              <a:t>ny.count</a:t>
            </a:r>
            <a:r>
              <a:rPr lang="en-GB" b="1" dirty="0"/>
              <a:t>);</a:t>
            </a:r>
          </a:p>
          <a:p>
            <a:pPr>
              <a:buFontTx/>
              <a:buNone/>
            </a:pPr>
            <a:endParaRPr lang="en-GB" b="1" dirty="0"/>
          </a:p>
          <a:p>
            <a:pPr>
              <a:buFontTx/>
              <a:buNone/>
            </a:pPr>
            <a:r>
              <a:rPr lang="en-GB" b="1" dirty="0"/>
              <a:t>if </a:t>
            </a:r>
            <a:r>
              <a:rPr lang="en-GB" b="1" dirty="0" err="1"/>
              <a:t>ny.exists</a:t>
            </a:r>
            <a:r>
              <a:rPr lang="en-GB" b="1" dirty="0"/>
              <a:t>(3) then</a:t>
            </a:r>
          </a:p>
          <a:p>
            <a:pPr>
              <a:buFontTx/>
              <a:buNone/>
            </a:pPr>
            <a:r>
              <a:rPr lang="en-GB" b="1" dirty="0"/>
              <a:t>   		</a:t>
            </a:r>
            <a:r>
              <a:rPr lang="en-GB" b="1" dirty="0" err="1"/>
              <a:t>dbms_output.put_line</a:t>
            </a:r>
            <a:r>
              <a:rPr lang="en-GB" b="1" dirty="0"/>
              <a:t>('3rd element is still there');</a:t>
            </a:r>
          </a:p>
          <a:p>
            <a:pPr>
              <a:buFontTx/>
              <a:buNone/>
            </a:pPr>
            <a:r>
              <a:rPr lang="en-GB" b="1" dirty="0"/>
              <a:t>else</a:t>
            </a:r>
          </a:p>
          <a:p>
            <a:pPr>
              <a:buFontTx/>
              <a:buNone/>
            </a:pPr>
            <a:r>
              <a:rPr lang="en-GB" b="1" dirty="0"/>
              <a:t>   		</a:t>
            </a:r>
            <a:r>
              <a:rPr lang="en-GB" b="1" dirty="0" err="1"/>
              <a:t>dbms_output.put_line</a:t>
            </a:r>
            <a:r>
              <a:rPr lang="en-GB" b="1" dirty="0"/>
              <a:t>('3rd element is not there');</a:t>
            </a:r>
          </a:p>
          <a:p>
            <a:pPr>
              <a:buFontTx/>
              <a:buNone/>
            </a:pPr>
            <a:r>
              <a:rPr lang="en-GB" b="1" dirty="0"/>
              <a:t>end if;</a:t>
            </a:r>
          </a:p>
          <a:p>
            <a:pPr>
              <a:buFontTx/>
              <a:buNone/>
            </a:pPr>
            <a:r>
              <a:rPr lang="en-GB" b="1" dirty="0"/>
              <a:t>end;</a:t>
            </a:r>
          </a:p>
          <a:p>
            <a:pPr>
              <a:buFontTx/>
              <a:buNone/>
            </a:pPr>
            <a:r>
              <a:rPr lang="en-GB" b="1" dirty="0"/>
              <a:t>/</a:t>
            </a:r>
          </a:p>
          <a:p>
            <a:pPr eaLnBrk="1" hangingPunct="1">
              <a:buFontTx/>
              <a:buNone/>
            </a:pPr>
            <a:endParaRPr lang="en-GB" b="1" dirty="0">
              <a:cs typeface="Times New Roman" pitchFamily="18" charset="0"/>
            </a:endParaRPr>
          </a:p>
          <a:p>
            <a:pPr eaLnBrk="1" hangingPunct="1">
              <a:buFontTx/>
              <a:buNone/>
            </a:pPr>
            <a:r>
              <a:rPr lang="en-GB" b="1" dirty="0">
                <a:cs typeface="Times New Roman" pitchFamily="18" charset="0"/>
              </a:rPr>
              <a:t>Output </a:t>
            </a:r>
          </a:p>
          <a:p>
            <a:pPr>
              <a:buFontTx/>
              <a:buNone/>
            </a:pPr>
            <a:r>
              <a:rPr lang="en-IN" b="1" dirty="0" err="1"/>
              <a:t>varray</a:t>
            </a:r>
            <a:r>
              <a:rPr lang="en-IN" b="1" dirty="0"/>
              <a:t> element 1 exists</a:t>
            </a:r>
          </a:p>
          <a:p>
            <a:pPr>
              <a:buFontTx/>
              <a:buNone/>
            </a:pPr>
            <a:r>
              <a:rPr lang="en-IN" b="1" dirty="0" err="1"/>
              <a:t>varray</a:t>
            </a:r>
            <a:r>
              <a:rPr lang="en-IN" b="1" dirty="0"/>
              <a:t> element 5 does not exist</a:t>
            </a:r>
          </a:p>
          <a:p>
            <a:pPr>
              <a:buFontTx/>
              <a:buNone/>
            </a:pPr>
            <a:r>
              <a:rPr lang="en-IN" b="1" dirty="0"/>
              <a:t>nested table element 1 exists</a:t>
            </a:r>
          </a:p>
          <a:p>
            <a:pPr>
              <a:buFontTx/>
              <a:buNone/>
            </a:pPr>
            <a:r>
              <a:rPr lang="en-IN" b="1" dirty="0"/>
              <a:t>nested table element 6 does not exist</a:t>
            </a:r>
          </a:p>
          <a:p>
            <a:pPr>
              <a:buFontTx/>
              <a:buNone/>
            </a:pPr>
            <a:r>
              <a:rPr lang="en-IN" b="1" dirty="0" err="1"/>
              <a:t>varray</a:t>
            </a:r>
            <a:r>
              <a:rPr lang="en-IN" b="1" dirty="0"/>
              <a:t> limit is 5</a:t>
            </a:r>
          </a:p>
          <a:p>
            <a:pPr>
              <a:buFontTx/>
              <a:buNone/>
            </a:pPr>
            <a:r>
              <a:rPr lang="en-IN" b="1" dirty="0" err="1"/>
              <a:t>varray</a:t>
            </a:r>
            <a:r>
              <a:rPr lang="en-IN" b="1" dirty="0"/>
              <a:t> count is  4</a:t>
            </a:r>
          </a:p>
          <a:p>
            <a:pPr>
              <a:buFontTx/>
              <a:buNone/>
            </a:pPr>
            <a:r>
              <a:rPr lang="en-IN" b="1" dirty="0"/>
              <a:t>Table limit is</a:t>
            </a:r>
          </a:p>
          <a:p>
            <a:pPr>
              <a:buFontTx/>
              <a:buNone/>
            </a:pPr>
            <a:r>
              <a:rPr lang="en-IN" b="1" dirty="0"/>
              <a:t>Table  count is  5</a:t>
            </a:r>
          </a:p>
          <a:p>
            <a:pPr>
              <a:buFontTx/>
              <a:buNone/>
            </a:pPr>
            <a:r>
              <a:rPr lang="en-IN" b="1" dirty="0"/>
              <a:t>The first </a:t>
            </a:r>
            <a:r>
              <a:rPr lang="en-IN" b="1" dirty="0" err="1"/>
              <a:t>varray</a:t>
            </a:r>
            <a:r>
              <a:rPr lang="en-IN" b="1" dirty="0"/>
              <a:t> index  is  1</a:t>
            </a:r>
          </a:p>
          <a:p>
            <a:pPr>
              <a:buFontTx/>
              <a:buNone/>
            </a:pPr>
            <a:r>
              <a:rPr lang="en-IN" b="1" dirty="0"/>
              <a:t>The first Table index is 1</a:t>
            </a:r>
          </a:p>
          <a:p>
            <a:pPr>
              <a:buFontTx/>
              <a:buNone/>
            </a:pPr>
            <a:r>
              <a:rPr lang="en-IN" b="1" dirty="0"/>
              <a:t>Table elements not deleted from the beginning</a:t>
            </a:r>
          </a:p>
          <a:p>
            <a:pPr>
              <a:buFontTx/>
              <a:buNone/>
            </a:pPr>
            <a:r>
              <a:rPr lang="en-IN" b="1" dirty="0"/>
              <a:t>1</a:t>
            </a:r>
          </a:p>
          <a:p>
            <a:pPr>
              <a:buFontTx/>
              <a:buNone/>
            </a:pPr>
            <a:r>
              <a:rPr lang="en-IN" b="1" dirty="0"/>
              <a:t>10</a:t>
            </a:r>
          </a:p>
          <a:p>
            <a:pPr>
              <a:buFontTx/>
              <a:buNone/>
            </a:pPr>
            <a:r>
              <a:rPr lang="en-IN" b="1" dirty="0"/>
              <a:t>1</a:t>
            </a:r>
          </a:p>
          <a:p>
            <a:pPr>
              <a:buFontTx/>
              <a:buNone/>
            </a:pPr>
            <a:r>
              <a:rPr lang="en-IN" b="1" dirty="0"/>
              <a:t>End of </a:t>
            </a:r>
            <a:r>
              <a:rPr lang="en-IN" b="1" dirty="0" err="1"/>
              <a:t>varray</a:t>
            </a:r>
            <a:r>
              <a:rPr lang="en-IN" b="1" dirty="0"/>
              <a:t> reached</a:t>
            </a:r>
          </a:p>
          <a:p>
            <a:pPr>
              <a:buFontTx/>
              <a:buNone/>
            </a:pPr>
            <a:r>
              <a:rPr lang="en-IN" b="1" dirty="0"/>
              <a:t>End of </a:t>
            </a:r>
            <a:r>
              <a:rPr lang="en-IN" b="1" dirty="0" err="1"/>
              <a:t>varray</a:t>
            </a:r>
            <a:r>
              <a:rPr lang="en-IN" b="1" dirty="0"/>
              <a:t> not reached</a:t>
            </a:r>
          </a:p>
          <a:p>
            <a:pPr>
              <a:buFontTx/>
              <a:buNone/>
            </a:pPr>
            <a:r>
              <a:rPr lang="en-IN" b="1" dirty="0" err="1"/>
              <a:t>varray</a:t>
            </a:r>
            <a:r>
              <a:rPr lang="en-IN" b="1" dirty="0"/>
              <a:t> element 5 does not exists</a:t>
            </a:r>
          </a:p>
          <a:p>
            <a:pPr>
              <a:buFontTx/>
              <a:buNone/>
            </a:pPr>
            <a:r>
              <a:rPr lang="en-IN" b="1" dirty="0"/>
              <a:t>there are 4 elements</a:t>
            </a:r>
          </a:p>
          <a:p>
            <a:pPr>
              <a:buFontTx/>
              <a:buNone/>
            </a:pPr>
            <a:r>
              <a:rPr lang="en-IN" b="1" dirty="0"/>
              <a:t>there are 5 elements</a:t>
            </a:r>
          </a:p>
          <a:p>
            <a:pPr>
              <a:buFontTx/>
              <a:buNone/>
            </a:pPr>
            <a:r>
              <a:rPr lang="en-IN" b="1" dirty="0" err="1"/>
              <a:t>varray</a:t>
            </a:r>
            <a:r>
              <a:rPr lang="en-IN" b="1" dirty="0"/>
              <a:t> element 5 exists</a:t>
            </a:r>
          </a:p>
          <a:p>
            <a:pPr>
              <a:buFontTx/>
              <a:buNone/>
            </a:pPr>
            <a:r>
              <a:rPr lang="en-IN" b="1" dirty="0"/>
              <a:t>null</a:t>
            </a:r>
          </a:p>
          <a:p>
            <a:pPr>
              <a:buFontTx/>
              <a:buNone/>
            </a:pPr>
            <a:r>
              <a:rPr lang="en-IN" b="1" dirty="0"/>
              <a:t>5</a:t>
            </a:r>
          </a:p>
          <a:p>
            <a:pPr>
              <a:buFontTx/>
              <a:buNone/>
            </a:pPr>
            <a:r>
              <a:rPr lang="en-IN" b="1" dirty="0"/>
              <a:t>Table count is now4</a:t>
            </a:r>
          </a:p>
          <a:p>
            <a:pPr>
              <a:buFontTx/>
              <a:buNone/>
            </a:pPr>
            <a:r>
              <a:rPr lang="en-IN" b="1" dirty="0"/>
              <a:t>Table count is now 3</a:t>
            </a:r>
          </a:p>
          <a:p>
            <a:pPr>
              <a:buFontTx/>
              <a:buNone/>
            </a:pPr>
            <a:r>
              <a:rPr lang="en-IN" b="1" dirty="0"/>
              <a:t>3rd element is not there</a:t>
            </a:r>
          </a:p>
          <a:p>
            <a:pPr>
              <a:buFontTx/>
              <a:buNone/>
            </a:pPr>
            <a:endParaRPr lang="en-US" b="1" dirty="0"/>
          </a:p>
          <a:p>
            <a:pPr>
              <a:buFontTx/>
              <a:buNone/>
            </a:pPr>
            <a:endParaRPr lang="en-US" b="1" dirty="0"/>
          </a:p>
          <a:p>
            <a:pPr>
              <a:buFontTx/>
              <a:buNone/>
            </a:pPr>
            <a:r>
              <a:rPr lang="en-GB" dirty="0"/>
              <a:t> </a:t>
            </a:r>
            <a:r>
              <a:rPr lang="en-GB" b="1" dirty="0"/>
              <a:t>declare</a:t>
            </a:r>
          </a:p>
          <a:p>
            <a:pPr>
              <a:buFontTx/>
              <a:buNone/>
            </a:pPr>
            <a:r>
              <a:rPr lang="en-GB" b="1" dirty="0"/>
              <a:t>    type x is </a:t>
            </a:r>
            <a:r>
              <a:rPr lang="en-GB" b="1" dirty="0" err="1"/>
              <a:t>varray</a:t>
            </a:r>
            <a:r>
              <a:rPr lang="en-GB" b="1" dirty="0"/>
              <a:t>(5) of number(2);</a:t>
            </a:r>
          </a:p>
          <a:p>
            <a:pPr>
              <a:buFontTx/>
              <a:buNone/>
            </a:pPr>
            <a:r>
              <a:rPr lang="en-GB" b="1" dirty="0"/>
              <a:t>    type y is table of number(2);</a:t>
            </a:r>
          </a:p>
          <a:p>
            <a:pPr>
              <a:buFontTx/>
              <a:buNone/>
            </a:pPr>
            <a:r>
              <a:rPr lang="en-GB" b="1" dirty="0"/>
              <a:t>    </a:t>
            </a:r>
            <a:r>
              <a:rPr lang="en-GB" b="1" dirty="0" err="1"/>
              <a:t>nx</a:t>
            </a:r>
            <a:r>
              <a:rPr lang="en-GB" b="1" dirty="0"/>
              <a:t> x:=x(10,20,30,40);</a:t>
            </a:r>
          </a:p>
          <a:p>
            <a:pPr>
              <a:buFontTx/>
              <a:buNone/>
            </a:pPr>
            <a:r>
              <a:rPr lang="en-GB" b="1" dirty="0"/>
              <a:t>    </a:t>
            </a:r>
            <a:r>
              <a:rPr lang="en-GB" b="1" dirty="0" err="1"/>
              <a:t>ny</a:t>
            </a:r>
            <a:r>
              <a:rPr lang="en-GB" b="1" dirty="0"/>
              <a:t> y:=y(60,70,80,90,40);</a:t>
            </a:r>
          </a:p>
          <a:p>
            <a:pPr>
              <a:buFontTx/>
              <a:buNone/>
            </a:pPr>
            <a:r>
              <a:rPr lang="en-GB" b="1" dirty="0"/>
              <a:t> begin</a:t>
            </a:r>
          </a:p>
          <a:p>
            <a:pPr>
              <a:buFontTx/>
              <a:buNone/>
            </a:pPr>
            <a:r>
              <a:rPr lang="en-GB" b="1" dirty="0"/>
              <a:t>    </a:t>
            </a:r>
            <a:r>
              <a:rPr lang="en-GB" b="1" dirty="0" err="1"/>
              <a:t>nx.trim</a:t>
            </a:r>
            <a:r>
              <a:rPr lang="en-GB" b="1" dirty="0"/>
              <a:t>;</a:t>
            </a:r>
          </a:p>
          <a:p>
            <a:pPr>
              <a:buFontTx/>
              <a:buNone/>
            </a:pPr>
            <a:r>
              <a:rPr lang="en-GB" b="1" dirty="0"/>
              <a:t>    </a:t>
            </a:r>
            <a:r>
              <a:rPr lang="en-GB" b="1" dirty="0" err="1"/>
              <a:t>dbms_output.put_line</a:t>
            </a:r>
            <a:r>
              <a:rPr lang="en-GB" b="1" dirty="0"/>
              <a:t>(</a:t>
            </a:r>
            <a:r>
              <a:rPr lang="en-GB" b="1" dirty="0" err="1"/>
              <a:t>nx.last</a:t>
            </a:r>
            <a:r>
              <a:rPr lang="en-GB" b="1" dirty="0"/>
              <a:t>||' '||</a:t>
            </a:r>
            <a:r>
              <a:rPr lang="en-GB" b="1" dirty="0" err="1"/>
              <a:t>nx</a:t>
            </a:r>
            <a:r>
              <a:rPr lang="en-GB" b="1" dirty="0"/>
              <a:t>(</a:t>
            </a:r>
            <a:r>
              <a:rPr lang="en-GB" b="1" dirty="0" err="1"/>
              <a:t>nx.last</a:t>
            </a:r>
            <a:r>
              <a:rPr lang="en-GB" b="1" dirty="0"/>
              <a:t>));</a:t>
            </a:r>
          </a:p>
          <a:p>
            <a:pPr>
              <a:buFontTx/>
              <a:buNone/>
            </a:pPr>
            <a:r>
              <a:rPr lang="en-GB" b="1" dirty="0"/>
              <a:t>    </a:t>
            </a:r>
            <a:r>
              <a:rPr lang="en-GB" b="1" dirty="0" err="1"/>
              <a:t>ny.trim</a:t>
            </a:r>
            <a:r>
              <a:rPr lang="en-GB" b="1" dirty="0"/>
              <a:t>(2);</a:t>
            </a:r>
          </a:p>
          <a:p>
            <a:pPr>
              <a:buFontTx/>
              <a:buNone/>
            </a:pPr>
            <a:r>
              <a:rPr lang="en-GB" b="1" dirty="0"/>
              <a:t>    </a:t>
            </a:r>
            <a:r>
              <a:rPr lang="en-GB" b="1" dirty="0" err="1"/>
              <a:t>dbms_output.put_line</a:t>
            </a:r>
            <a:r>
              <a:rPr lang="en-GB" b="1" dirty="0"/>
              <a:t>(</a:t>
            </a:r>
            <a:r>
              <a:rPr lang="en-GB" b="1" dirty="0" err="1"/>
              <a:t>ny.last</a:t>
            </a:r>
            <a:r>
              <a:rPr lang="en-GB" b="1" dirty="0"/>
              <a:t>||' '||</a:t>
            </a:r>
            <a:r>
              <a:rPr lang="en-GB" b="1" dirty="0" err="1"/>
              <a:t>ny</a:t>
            </a:r>
            <a:r>
              <a:rPr lang="en-GB" b="1" dirty="0"/>
              <a:t>(</a:t>
            </a:r>
            <a:r>
              <a:rPr lang="en-GB" b="1" dirty="0" err="1"/>
              <a:t>ny.last</a:t>
            </a:r>
            <a:r>
              <a:rPr lang="en-GB" b="1" dirty="0"/>
              <a:t>));</a:t>
            </a:r>
          </a:p>
          <a:p>
            <a:pPr>
              <a:buFontTx/>
              <a:buNone/>
            </a:pPr>
            <a:r>
              <a:rPr lang="en-GB" b="1" dirty="0"/>
              <a:t>    </a:t>
            </a:r>
            <a:r>
              <a:rPr lang="en-GB" b="1" dirty="0" err="1"/>
              <a:t>nx.extend</a:t>
            </a:r>
            <a:r>
              <a:rPr lang="en-GB" b="1" dirty="0"/>
              <a:t>;</a:t>
            </a:r>
          </a:p>
          <a:p>
            <a:pPr>
              <a:buFontTx/>
              <a:buNone/>
            </a:pPr>
            <a:r>
              <a:rPr lang="en-GB" b="1" dirty="0"/>
              <a:t>    </a:t>
            </a:r>
            <a:r>
              <a:rPr lang="en-GB" b="1" dirty="0" err="1"/>
              <a:t>dbms_output.put_line</a:t>
            </a:r>
            <a:r>
              <a:rPr lang="en-GB" b="1" dirty="0"/>
              <a:t>(</a:t>
            </a:r>
            <a:r>
              <a:rPr lang="en-GB" b="1" dirty="0" err="1"/>
              <a:t>nx.count</a:t>
            </a:r>
            <a:r>
              <a:rPr lang="en-GB" b="1" dirty="0"/>
              <a:t>);</a:t>
            </a:r>
          </a:p>
          <a:p>
            <a:pPr>
              <a:buFontTx/>
              <a:buNone/>
            </a:pPr>
            <a:r>
              <a:rPr lang="en-GB" b="1" dirty="0"/>
              <a:t>    </a:t>
            </a:r>
            <a:r>
              <a:rPr lang="en-GB" b="1" dirty="0" err="1"/>
              <a:t>ny.extend</a:t>
            </a:r>
            <a:r>
              <a:rPr lang="en-GB" b="1" dirty="0"/>
              <a:t>(3);</a:t>
            </a:r>
          </a:p>
          <a:p>
            <a:pPr>
              <a:buFontTx/>
              <a:buNone/>
            </a:pPr>
            <a:r>
              <a:rPr lang="en-GB" b="1" dirty="0"/>
              <a:t>    </a:t>
            </a:r>
            <a:r>
              <a:rPr lang="en-GB" b="1" dirty="0" err="1"/>
              <a:t>dbms_output.put_line</a:t>
            </a:r>
            <a:r>
              <a:rPr lang="en-GB" b="1" dirty="0"/>
              <a:t>(</a:t>
            </a:r>
            <a:r>
              <a:rPr lang="en-GB" b="1" dirty="0" err="1"/>
              <a:t>ny.count</a:t>
            </a:r>
            <a:r>
              <a:rPr lang="en-GB" b="1" dirty="0"/>
              <a:t>); </a:t>
            </a:r>
          </a:p>
          <a:p>
            <a:pPr>
              <a:buFontTx/>
              <a:buNone/>
            </a:pPr>
            <a:r>
              <a:rPr lang="en-GB" b="1" dirty="0"/>
              <a:t> end;</a:t>
            </a:r>
          </a:p>
          <a:p>
            <a:pPr>
              <a:buFontTx/>
              <a:buNone/>
            </a:pPr>
            <a:r>
              <a:rPr lang="en-GB" b="1" dirty="0"/>
              <a:t> /</a:t>
            </a:r>
          </a:p>
          <a:p>
            <a:pPr>
              <a:buFontTx/>
              <a:buNone/>
            </a:pPr>
            <a:endParaRPr lang="en-GB" b="1" dirty="0"/>
          </a:p>
          <a:p>
            <a:pPr>
              <a:buFontTx/>
              <a:buNone/>
            </a:pPr>
            <a:r>
              <a:rPr lang="en-US" b="1" dirty="0"/>
              <a:t>Output :</a:t>
            </a:r>
          </a:p>
          <a:p>
            <a:pPr>
              <a:buFontTx/>
              <a:buNone/>
            </a:pPr>
            <a:r>
              <a:rPr lang="en-US" b="1" dirty="0"/>
              <a:t>3 30</a:t>
            </a:r>
          </a:p>
          <a:p>
            <a:pPr>
              <a:buFontTx/>
              <a:buNone/>
            </a:pPr>
            <a:r>
              <a:rPr lang="en-US" b="1" dirty="0"/>
              <a:t>3 80</a:t>
            </a:r>
          </a:p>
          <a:p>
            <a:pPr>
              <a:buFontTx/>
              <a:buNone/>
            </a:pPr>
            <a:r>
              <a:rPr lang="en-US" b="1" dirty="0"/>
              <a:t>4</a:t>
            </a:r>
          </a:p>
          <a:p>
            <a:pPr>
              <a:buFontTx/>
              <a:buNone/>
            </a:pPr>
            <a:r>
              <a:rPr lang="en-US" b="1" dirty="0"/>
              <a:t>6</a:t>
            </a:r>
          </a:p>
          <a:p>
            <a:pPr>
              <a:buFontTx/>
              <a:buNone/>
            </a:pPr>
            <a:endParaRPr lang="en-US" b="1" dirty="0"/>
          </a:p>
          <a:p>
            <a:pPr>
              <a:buFontTx/>
              <a:buNone/>
            </a:pPr>
            <a:r>
              <a:rPr lang="en-US" b="1" dirty="0"/>
              <a:t>PLSQL Table</a:t>
            </a:r>
          </a:p>
          <a:p>
            <a:pPr>
              <a:buFontTx/>
              <a:buNone/>
            </a:pPr>
            <a:r>
              <a:rPr lang="en-GB" b="1" dirty="0"/>
              <a:t>declare</a:t>
            </a:r>
          </a:p>
          <a:p>
            <a:pPr>
              <a:buFontTx/>
              <a:buNone/>
            </a:pPr>
            <a:r>
              <a:rPr lang="en-GB" b="1" dirty="0"/>
              <a:t> 	type x is table of number(3) index by </a:t>
            </a:r>
            <a:r>
              <a:rPr lang="en-GB" b="1" dirty="0" err="1"/>
              <a:t>binary_integer</a:t>
            </a:r>
            <a:r>
              <a:rPr lang="en-GB" b="1" dirty="0"/>
              <a:t>;</a:t>
            </a:r>
          </a:p>
          <a:p>
            <a:pPr>
              <a:buFontTx/>
              <a:buNone/>
            </a:pPr>
            <a:r>
              <a:rPr lang="en-GB" b="1" dirty="0"/>
              <a:t>	xx x;</a:t>
            </a:r>
          </a:p>
          <a:p>
            <a:pPr>
              <a:buFontTx/>
              <a:buNone/>
            </a:pPr>
            <a:r>
              <a:rPr lang="en-GB" b="1" dirty="0"/>
              <a:t> begin</a:t>
            </a:r>
          </a:p>
          <a:p>
            <a:pPr>
              <a:buFontTx/>
              <a:buNone/>
            </a:pPr>
            <a:r>
              <a:rPr lang="en-GB" b="1" dirty="0"/>
              <a:t> 	for </a:t>
            </a:r>
            <a:r>
              <a:rPr lang="en-GB" b="1" dirty="0" err="1"/>
              <a:t>i</a:t>
            </a:r>
            <a:r>
              <a:rPr lang="en-GB" b="1" dirty="0"/>
              <a:t> in 1..10 loop</a:t>
            </a:r>
          </a:p>
          <a:p>
            <a:pPr>
              <a:buFontTx/>
              <a:buNone/>
            </a:pPr>
            <a:r>
              <a:rPr lang="en-GB" b="1" dirty="0"/>
              <a:t>    		xx(</a:t>
            </a:r>
            <a:r>
              <a:rPr lang="en-GB" b="1" dirty="0" err="1"/>
              <a:t>i</a:t>
            </a:r>
            <a:r>
              <a:rPr lang="en-GB" b="1" dirty="0"/>
              <a:t>):=</a:t>
            </a:r>
            <a:r>
              <a:rPr lang="en-GB" b="1" dirty="0" err="1"/>
              <a:t>i</a:t>
            </a:r>
            <a:r>
              <a:rPr lang="en-GB" b="1" dirty="0"/>
              <a:t>*2;</a:t>
            </a:r>
          </a:p>
          <a:p>
            <a:pPr>
              <a:buFontTx/>
              <a:buNone/>
            </a:pPr>
            <a:r>
              <a:rPr lang="en-GB" b="1" dirty="0"/>
              <a:t> 	end loop;</a:t>
            </a:r>
          </a:p>
          <a:p>
            <a:pPr>
              <a:buFontTx/>
              <a:buNone/>
            </a:pPr>
            <a:r>
              <a:rPr lang="en-GB" b="1" dirty="0"/>
              <a:t> 	for </a:t>
            </a:r>
            <a:r>
              <a:rPr lang="en-GB" b="1" dirty="0" err="1"/>
              <a:t>i</a:t>
            </a:r>
            <a:r>
              <a:rPr lang="en-GB" b="1" dirty="0"/>
              <a:t> in 1..10 loop</a:t>
            </a:r>
          </a:p>
          <a:p>
            <a:pPr>
              <a:buFontTx/>
              <a:buNone/>
            </a:pPr>
            <a:r>
              <a:rPr lang="en-GB" b="1" dirty="0"/>
              <a:t>    		</a:t>
            </a:r>
            <a:r>
              <a:rPr lang="en-GB" b="1" dirty="0" err="1"/>
              <a:t>dbms_output.put_line</a:t>
            </a:r>
            <a:r>
              <a:rPr lang="en-GB" b="1" dirty="0"/>
              <a:t>(xx(</a:t>
            </a:r>
            <a:r>
              <a:rPr lang="en-GB" b="1" dirty="0" err="1"/>
              <a:t>i</a:t>
            </a:r>
            <a:r>
              <a:rPr lang="en-GB" b="1" dirty="0"/>
              <a:t>));</a:t>
            </a:r>
          </a:p>
          <a:p>
            <a:pPr>
              <a:buFontTx/>
              <a:buNone/>
            </a:pPr>
            <a:r>
              <a:rPr lang="en-GB" b="1" dirty="0"/>
              <a:t> 	end loop;</a:t>
            </a:r>
          </a:p>
          <a:p>
            <a:pPr>
              <a:buFontTx/>
              <a:buNone/>
            </a:pPr>
            <a:r>
              <a:rPr lang="en-GB" b="1" dirty="0"/>
              <a:t> 	</a:t>
            </a:r>
            <a:r>
              <a:rPr lang="en-GB" b="1" dirty="0" err="1"/>
              <a:t>dbms_output.put_line</a:t>
            </a:r>
            <a:r>
              <a:rPr lang="en-GB" b="1" dirty="0"/>
              <a:t>('count '||</a:t>
            </a:r>
            <a:r>
              <a:rPr lang="en-GB" b="1" dirty="0" err="1"/>
              <a:t>xx.count</a:t>
            </a:r>
            <a:r>
              <a:rPr lang="en-GB" b="1" dirty="0"/>
              <a:t>);</a:t>
            </a:r>
          </a:p>
          <a:p>
            <a:pPr>
              <a:buFontTx/>
              <a:buNone/>
            </a:pPr>
            <a:r>
              <a:rPr lang="en-GB" b="1" dirty="0"/>
              <a:t> 	</a:t>
            </a:r>
            <a:r>
              <a:rPr lang="en-GB" b="1" dirty="0" err="1"/>
              <a:t>dbms_output.put_line</a:t>
            </a:r>
            <a:r>
              <a:rPr lang="en-GB" b="1" dirty="0"/>
              <a:t>('limit '||</a:t>
            </a:r>
            <a:r>
              <a:rPr lang="en-GB" b="1" dirty="0" err="1"/>
              <a:t>xx.limit</a:t>
            </a:r>
            <a:r>
              <a:rPr lang="en-GB" b="1" dirty="0"/>
              <a:t>);</a:t>
            </a:r>
          </a:p>
          <a:p>
            <a:pPr>
              <a:buFontTx/>
              <a:buNone/>
            </a:pPr>
            <a:r>
              <a:rPr lang="en-GB" b="1" dirty="0"/>
              <a:t> 	if </a:t>
            </a:r>
            <a:r>
              <a:rPr lang="en-GB" b="1" dirty="0" err="1"/>
              <a:t>xx.exists</a:t>
            </a:r>
            <a:r>
              <a:rPr lang="en-GB" b="1" dirty="0"/>
              <a:t>(1) then</a:t>
            </a:r>
          </a:p>
          <a:p>
            <a:pPr>
              <a:buFontTx/>
              <a:buNone/>
            </a:pPr>
            <a:r>
              <a:rPr lang="en-GB" b="1" dirty="0"/>
              <a:t>          	</a:t>
            </a:r>
            <a:r>
              <a:rPr lang="en-GB" b="1" dirty="0" err="1"/>
              <a:t>dbms_output.put_line</a:t>
            </a:r>
            <a:r>
              <a:rPr lang="en-GB" b="1" dirty="0"/>
              <a:t>('element 1 exists');</a:t>
            </a:r>
          </a:p>
          <a:p>
            <a:pPr>
              <a:buFontTx/>
              <a:buNone/>
            </a:pPr>
            <a:r>
              <a:rPr lang="en-GB" b="1" dirty="0"/>
              <a:t> 	else</a:t>
            </a:r>
          </a:p>
          <a:p>
            <a:pPr>
              <a:buFontTx/>
              <a:buNone/>
            </a:pPr>
            <a:r>
              <a:rPr lang="en-GB" b="1" dirty="0"/>
              <a:t>    		</a:t>
            </a:r>
            <a:r>
              <a:rPr lang="en-GB" b="1" dirty="0" err="1"/>
              <a:t>dbms_output.put_line</a:t>
            </a:r>
            <a:r>
              <a:rPr lang="en-GB" b="1" dirty="0"/>
              <a:t>('element 1 does not exists');</a:t>
            </a:r>
          </a:p>
          <a:p>
            <a:pPr>
              <a:buFontTx/>
              <a:buNone/>
            </a:pPr>
            <a:r>
              <a:rPr lang="en-GB" b="1" dirty="0"/>
              <a:t> 	end if;</a:t>
            </a:r>
          </a:p>
          <a:p>
            <a:pPr>
              <a:buFontTx/>
              <a:buNone/>
            </a:pPr>
            <a:r>
              <a:rPr lang="en-GB" b="1" dirty="0"/>
              <a:t> 	</a:t>
            </a:r>
            <a:r>
              <a:rPr lang="en-GB" b="1" dirty="0" err="1"/>
              <a:t>dbms_output.put_line</a:t>
            </a:r>
            <a:r>
              <a:rPr lang="en-GB" b="1" dirty="0"/>
              <a:t>('first '||</a:t>
            </a:r>
            <a:r>
              <a:rPr lang="en-GB" b="1" dirty="0" err="1"/>
              <a:t>xx.first</a:t>
            </a:r>
            <a:r>
              <a:rPr lang="en-GB" b="1" dirty="0"/>
              <a:t>);</a:t>
            </a:r>
          </a:p>
          <a:p>
            <a:pPr>
              <a:buFontTx/>
              <a:buNone/>
            </a:pPr>
            <a:r>
              <a:rPr lang="en-GB" b="1" dirty="0"/>
              <a:t> 	</a:t>
            </a:r>
            <a:r>
              <a:rPr lang="en-GB" b="1" dirty="0" err="1"/>
              <a:t>dbms_output.put_line</a:t>
            </a:r>
            <a:r>
              <a:rPr lang="en-GB" b="1" dirty="0"/>
              <a:t>('last '||</a:t>
            </a:r>
            <a:r>
              <a:rPr lang="en-GB" b="1" dirty="0" err="1"/>
              <a:t>xx.last</a:t>
            </a:r>
            <a:r>
              <a:rPr lang="en-GB" b="1" dirty="0"/>
              <a:t>);</a:t>
            </a:r>
          </a:p>
          <a:p>
            <a:pPr>
              <a:buFontTx/>
              <a:buNone/>
            </a:pPr>
            <a:r>
              <a:rPr lang="en-GB" b="1" dirty="0"/>
              <a:t> 	</a:t>
            </a:r>
            <a:r>
              <a:rPr lang="en-GB" b="1" dirty="0" err="1"/>
              <a:t>dbms_output.put_line</a:t>
            </a:r>
            <a:r>
              <a:rPr lang="en-GB" b="1" dirty="0"/>
              <a:t>('prior of 5 '||</a:t>
            </a:r>
            <a:r>
              <a:rPr lang="en-GB" b="1" dirty="0" err="1"/>
              <a:t>xx.prior</a:t>
            </a:r>
            <a:r>
              <a:rPr lang="en-GB" b="1" dirty="0"/>
              <a:t>(5));</a:t>
            </a:r>
          </a:p>
          <a:p>
            <a:pPr>
              <a:buFontTx/>
              <a:buNone/>
            </a:pPr>
            <a:r>
              <a:rPr lang="en-GB" b="1" dirty="0"/>
              <a:t> 	</a:t>
            </a:r>
            <a:r>
              <a:rPr lang="en-GB" b="1" dirty="0" err="1"/>
              <a:t>dbms_output.put_line</a:t>
            </a:r>
            <a:r>
              <a:rPr lang="en-GB" b="1" dirty="0"/>
              <a:t>('next of 5 '||</a:t>
            </a:r>
            <a:r>
              <a:rPr lang="en-GB" b="1" dirty="0" err="1"/>
              <a:t>xx.next</a:t>
            </a:r>
            <a:r>
              <a:rPr lang="en-GB" b="1" dirty="0"/>
              <a:t>(5));</a:t>
            </a:r>
          </a:p>
          <a:p>
            <a:pPr>
              <a:buFontTx/>
              <a:buNone/>
            </a:pPr>
            <a:r>
              <a:rPr lang="en-GB" b="1" dirty="0"/>
              <a:t> 	</a:t>
            </a:r>
            <a:r>
              <a:rPr lang="en-GB" b="1" dirty="0" err="1"/>
              <a:t>xx.delete</a:t>
            </a:r>
            <a:r>
              <a:rPr lang="en-GB" b="1" dirty="0"/>
              <a:t>(4);</a:t>
            </a:r>
          </a:p>
          <a:p>
            <a:pPr>
              <a:buFontTx/>
              <a:buNone/>
            </a:pPr>
            <a:r>
              <a:rPr lang="en-GB" b="1" dirty="0"/>
              <a:t> 	</a:t>
            </a:r>
            <a:r>
              <a:rPr lang="en-GB" b="1" dirty="0" err="1"/>
              <a:t>dbms_output.put_line</a:t>
            </a:r>
            <a:r>
              <a:rPr lang="en-GB" b="1" dirty="0"/>
              <a:t>('prior of 5 '||</a:t>
            </a:r>
            <a:r>
              <a:rPr lang="en-GB" b="1" dirty="0" err="1"/>
              <a:t>xx.prior</a:t>
            </a:r>
            <a:r>
              <a:rPr lang="en-GB" b="1" dirty="0"/>
              <a:t>(5));</a:t>
            </a:r>
          </a:p>
          <a:p>
            <a:pPr>
              <a:buFontTx/>
              <a:buNone/>
            </a:pPr>
            <a:r>
              <a:rPr lang="en-GB" b="1" dirty="0"/>
              <a:t> 	</a:t>
            </a:r>
            <a:r>
              <a:rPr lang="en-GB" b="1" dirty="0" err="1"/>
              <a:t>xx.delete</a:t>
            </a:r>
            <a:r>
              <a:rPr lang="en-GB" b="1" dirty="0"/>
              <a:t>(7,9);</a:t>
            </a:r>
          </a:p>
          <a:p>
            <a:pPr>
              <a:buFontTx/>
              <a:buNone/>
            </a:pPr>
            <a:r>
              <a:rPr lang="en-GB" b="1" dirty="0"/>
              <a:t> 	</a:t>
            </a:r>
            <a:r>
              <a:rPr lang="en-GB" b="1" dirty="0" err="1"/>
              <a:t>dbms_output.put_line</a:t>
            </a:r>
            <a:r>
              <a:rPr lang="en-GB" b="1" dirty="0"/>
              <a:t>('prior of 10 '||</a:t>
            </a:r>
            <a:r>
              <a:rPr lang="en-GB" b="1" dirty="0" err="1"/>
              <a:t>xx.prior</a:t>
            </a:r>
            <a:r>
              <a:rPr lang="en-GB" b="1" dirty="0"/>
              <a:t>(10));</a:t>
            </a:r>
          </a:p>
          <a:p>
            <a:pPr>
              <a:buFontTx/>
              <a:buNone/>
            </a:pPr>
            <a:r>
              <a:rPr lang="en-GB" b="1" dirty="0"/>
              <a:t> 	</a:t>
            </a:r>
            <a:r>
              <a:rPr lang="en-GB" b="1" dirty="0" err="1"/>
              <a:t>dbms_output.put_line</a:t>
            </a:r>
            <a:r>
              <a:rPr lang="en-GB" b="1" dirty="0"/>
              <a:t>('count '||</a:t>
            </a:r>
            <a:r>
              <a:rPr lang="en-GB" b="1" dirty="0" err="1"/>
              <a:t>xx.count</a:t>
            </a:r>
            <a:r>
              <a:rPr lang="en-GB" b="1" dirty="0"/>
              <a:t>);</a:t>
            </a:r>
          </a:p>
          <a:p>
            <a:pPr>
              <a:buFontTx/>
              <a:buNone/>
            </a:pPr>
            <a:r>
              <a:rPr lang="en-GB" b="1" dirty="0"/>
              <a:t>	--</a:t>
            </a:r>
            <a:r>
              <a:rPr lang="en-GB" b="1" dirty="0" err="1"/>
              <a:t>xx.trim</a:t>
            </a:r>
            <a:r>
              <a:rPr lang="en-GB" b="1" dirty="0"/>
              <a:t>;</a:t>
            </a:r>
          </a:p>
          <a:p>
            <a:pPr>
              <a:buFontTx/>
              <a:buNone/>
            </a:pPr>
            <a:r>
              <a:rPr lang="en-GB" b="1" dirty="0"/>
              <a:t>	--</a:t>
            </a:r>
            <a:r>
              <a:rPr lang="en-GB" b="1" dirty="0" err="1"/>
              <a:t>xx.extend</a:t>
            </a:r>
            <a:r>
              <a:rPr lang="en-GB" b="1" dirty="0"/>
              <a:t>(1);</a:t>
            </a:r>
          </a:p>
          <a:p>
            <a:pPr>
              <a:buFontTx/>
              <a:buNone/>
            </a:pPr>
            <a:r>
              <a:rPr lang="en-GB" b="1" dirty="0"/>
              <a:t>end;</a:t>
            </a:r>
          </a:p>
          <a:p>
            <a:pPr>
              <a:buFontTx/>
              <a:buNone/>
            </a:pPr>
            <a:r>
              <a:rPr lang="en-GB" b="1" dirty="0"/>
              <a:t>/</a:t>
            </a:r>
          </a:p>
          <a:p>
            <a:pPr>
              <a:buFontTx/>
              <a:buNone/>
            </a:pPr>
            <a:endParaRPr lang="en-GB" b="1" dirty="0"/>
          </a:p>
          <a:p>
            <a:pPr>
              <a:buFontTx/>
              <a:buNone/>
            </a:pPr>
            <a:r>
              <a:rPr lang="en-US" b="1" dirty="0"/>
              <a:t>Output :</a:t>
            </a:r>
          </a:p>
          <a:p>
            <a:pPr>
              <a:buFontTx/>
              <a:buNone/>
            </a:pPr>
            <a:r>
              <a:rPr lang="en-US" b="1" dirty="0"/>
              <a:t>2</a:t>
            </a:r>
          </a:p>
          <a:p>
            <a:pPr>
              <a:buFontTx/>
              <a:buNone/>
            </a:pPr>
            <a:r>
              <a:rPr lang="en-US" b="1" dirty="0"/>
              <a:t>4</a:t>
            </a:r>
          </a:p>
          <a:p>
            <a:pPr>
              <a:buFontTx/>
              <a:buNone/>
            </a:pPr>
            <a:r>
              <a:rPr lang="en-US" b="1" dirty="0"/>
              <a:t>6</a:t>
            </a:r>
          </a:p>
          <a:p>
            <a:pPr>
              <a:buFontTx/>
              <a:buNone/>
            </a:pPr>
            <a:r>
              <a:rPr lang="en-US" b="1" dirty="0"/>
              <a:t>8</a:t>
            </a:r>
          </a:p>
          <a:p>
            <a:pPr>
              <a:buFontTx/>
              <a:buNone/>
            </a:pPr>
            <a:r>
              <a:rPr lang="en-US" b="1" dirty="0"/>
              <a:t>10</a:t>
            </a:r>
          </a:p>
          <a:p>
            <a:pPr>
              <a:buFontTx/>
              <a:buNone/>
            </a:pPr>
            <a:r>
              <a:rPr lang="en-US" b="1" dirty="0"/>
              <a:t>12</a:t>
            </a:r>
          </a:p>
          <a:p>
            <a:pPr>
              <a:buFontTx/>
              <a:buNone/>
            </a:pPr>
            <a:r>
              <a:rPr lang="en-US" b="1" dirty="0"/>
              <a:t>14</a:t>
            </a:r>
          </a:p>
          <a:p>
            <a:pPr>
              <a:buFontTx/>
              <a:buNone/>
            </a:pPr>
            <a:r>
              <a:rPr lang="en-US" b="1" dirty="0"/>
              <a:t>16</a:t>
            </a:r>
          </a:p>
          <a:p>
            <a:pPr>
              <a:buFontTx/>
              <a:buNone/>
            </a:pPr>
            <a:r>
              <a:rPr lang="en-US" b="1" dirty="0"/>
              <a:t>18</a:t>
            </a:r>
          </a:p>
          <a:p>
            <a:pPr>
              <a:buFontTx/>
              <a:buNone/>
            </a:pPr>
            <a:r>
              <a:rPr lang="en-US" b="1" dirty="0"/>
              <a:t>20</a:t>
            </a:r>
          </a:p>
          <a:p>
            <a:pPr>
              <a:buFontTx/>
              <a:buNone/>
            </a:pPr>
            <a:r>
              <a:rPr lang="en-US" b="1" dirty="0"/>
              <a:t>count 10</a:t>
            </a:r>
          </a:p>
          <a:p>
            <a:pPr>
              <a:buFontTx/>
              <a:buNone/>
            </a:pPr>
            <a:r>
              <a:rPr lang="en-US" b="1" dirty="0"/>
              <a:t>limit</a:t>
            </a:r>
          </a:p>
          <a:p>
            <a:pPr>
              <a:buFontTx/>
              <a:buNone/>
            </a:pPr>
            <a:r>
              <a:rPr lang="en-US" b="1" dirty="0"/>
              <a:t>element 1 exists</a:t>
            </a:r>
          </a:p>
          <a:p>
            <a:pPr>
              <a:buFontTx/>
              <a:buNone/>
            </a:pPr>
            <a:r>
              <a:rPr lang="en-US" b="1" dirty="0"/>
              <a:t>first 1</a:t>
            </a:r>
          </a:p>
          <a:p>
            <a:pPr>
              <a:buFontTx/>
              <a:buNone/>
            </a:pPr>
            <a:r>
              <a:rPr lang="en-US" b="1" dirty="0"/>
              <a:t>last 10</a:t>
            </a:r>
          </a:p>
          <a:p>
            <a:pPr>
              <a:buFontTx/>
              <a:buNone/>
            </a:pPr>
            <a:r>
              <a:rPr lang="en-US" b="1" dirty="0"/>
              <a:t>prior of 5 4</a:t>
            </a:r>
          </a:p>
          <a:p>
            <a:pPr>
              <a:buFontTx/>
              <a:buNone/>
            </a:pPr>
            <a:r>
              <a:rPr lang="en-US" b="1" dirty="0"/>
              <a:t>next of 5 6</a:t>
            </a:r>
          </a:p>
          <a:p>
            <a:pPr>
              <a:buFontTx/>
              <a:buNone/>
            </a:pPr>
            <a:r>
              <a:rPr lang="en-US" b="1" dirty="0"/>
              <a:t>prior of 5 3</a:t>
            </a:r>
          </a:p>
          <a:p>
            <a:pPr>
              <a:buFontTx/>
              <a:buNone/>
            </a:pPr>
            <a:r>
              <a:rPr lang="en-US" b="1" dirty="0"/>
              <a:t>prior of 10 6</a:t>
            </a:r>
          </a:p>
          <a:p>
            <a:pPr>
              <a:buFontTx/>
              <a:buNone/>
            </a:pPr>
            <a:r>
              <a:rPr lang="en-US" b="1" dirty="0"/>
              <a:t>count 6</a:t>
            </a:r>
            <a:r>
              <a:rPr lang="en-IN" dirty="0"/>
              <a:t> </a:t>
            </a:r>
            <a:endParaRPr lang="en-GB" b="1" dirty="0"/>
          </a:p>
          <a:p>
            <a:pPr>
              <a:buFontTx/>
              <a:buNone/>
            </a:pPr>
            <a:endParaRPr lang="en-GB" b="1" dirty="0"/>
          </a:p>
          <a:p>
            <a:pPr>
              <a:buFontTx/>
              <a:buNone/>
            </a:pPr>
            <a:r>
              <a:rPr lang="en-IN" b="1" dirty="0"/>
              <a:t>declare</a:t>
            </a:r>
          </a:p>
          <a:p>
            <a:pPr>
              <a:buFontTx/>
              <a:buNone/>
            </a:pPr>
            <a:r>
              <a:rPr lang="en-IN" b="1" dirty="0"/>
              <a:t>  	type x is </a:t>
            </a:r>
            <a:r>
              <a:rPr lang="en-IN" b="1" dirty="0" err="1"/>
              <a:t>varray</a:t>
            </a:r>
            <a:r>
              <a:rPr lang="en-IN" b="1" dirty="0"/>
              <a:t>(5) of number(2);</a:t>
            </a:r>
          </a:p>
          <a:p>
            <a:pPr>
              <a:buFontTx/>
              <a:buNone/>
            </a:pPr>
            <a:r>
              <a:rPr lang="en-IN" b="1" dirty="0"/>
              <a:t>  	type y is table of number(2);</a:t>
            </a:r>
          </a:p>
          <a:p>
            <a:pPr>
              <a:buFontTx/>
              <a:buNone/>
            </a:pPr>
            <a:r>
              <a:rPr lang="en-IN" b="1" dirty="0"/>
              <a:t>  	</a:t>
            </a:r>
            <a:r>
              <a:rPr lang="en-IN" b="1" dirty="0" err="1"/>
              <a:t>nx</a:t>
            </a:r>
            <a:r>
              <a:rPr lang="en-IN" b="1" dirty="0"/>
              <a:t> x:=x(10,20,30,40);</a:t>
            </a:r>
          </a:p>
          <a:p>
            <a:pPr>
              <a:buFontTx/>
              <a:buNone/>
            </a:pPr>
            <a:r>
              <a:rPr lang="en-IN" b="1" dirty="0"/>
              <a:t>  	</a:t>
            </a:r>
            <a:r>
              <a:rPr lang="en-IN" b="1" dirty="0" err="1"/>
              <a:t>ny</a:t>
            </a:r>
            <a:r>
              <a:rPr lang="en-IN" b="1" dirty="0"/>
              <a:t> y:=y(60,70,80,90,40);</a:t>
            </a:r>
          </a:p>
          <a:p>
            <a:pPr>
              <a:buFontTx/>
              <a:buNone/>
            </a:pPr>
            <a:r>
              <a:rPr lang="en-IN" b="1" dirty="0"/>
              <a:t>begin</a:t>
            </a:r>
          </a:p>
          <a:p>
            <a:pPr>
              <a:buFontTx/>
              <a:buNone/>
            </a:pPr>
            <a:r>
              <a:rPr lang="en-IN" b="1" dirty="0"/>
              <a:t>	</a:t>
            </a:r>
            <a:r>
              <a:rPr lang="en-IN" b="1" dirty="0" err="1"/>
              <a:t>dbms_output.put_line</a:t>
            </a:r>
            <a:r>
              <a:rPr lang="en-IN" b="1" dirty="0"/>
              <a:t>(</a:t>
            </a:r>
            <a:r>
              <a:rPr lang="en-IN" b="1" dirty="0" err="1"/>
              <a:t>nx.next</a:t>
            </a:r>
            <a:r>
              <a:rPr lang="en-IN" b="1" dirty="0"/>
              <a:t>(0));</a:t>
            </a:r>
          </a:p>
          <a:p>
            <a:pPr>
              <a:buFontTx/>
              <a:buNone/>
            </a:pPr>
            <a:r>
              <a:rPr lang="en-IN" b="1" dirty="0"/>
              <a:t>	</a:t>
            </a:r>
            <a:r>
              <a:rPr lang="en-IN" b="1" dirty="0" err="1"/>
              <a:t>dbms_output.put_line</a:t>
            </a:r>
            <a:r>
              <a:rPr lang="en-IN" b="1" dirty="0"/>
              <a:t>(</a:t>
            </a:r>
            <a:r>
              <a:rPr lang="en-IN" b="1" dirty="0" err="1"/>
              <a:t>ny.next</a:t>
            </a:r>
            <a:r>
              <a:rPr lang="en-IN" b="1" dirty="0"/>
              <a:t>(0));</a:t>
            </a:r>
          </a:p>
          <a:p>
            <a:pPr>
              <a:buFontTx/>
              <a:buNone/>
            </a:pPr>
            <a:r>
              <a:rPr lang="en-IN" b="1" dirty="0"/>
              <a:t>end;</a:t>
            </a:r>
          </a:p>
          <a:p>
            <a:pPr>
              <a:buFontTx/>
              <a:buNone/>
            </a:pPr>
            <a:r>
              <a:rPr lang="en-IN" b="1" dirty="0"/>
              <a:t>/</a:t>
            </a:r>
          </a:p>
          <a:p>
            <a:pPr>
              <a:buFontTx/>
              <a:buNone/>
            </a:pPr>
            <a:r>
              <a:rPr lang="en-US" b="1" dirty="0"/>
              <a:t>1</a:t>
            </a:r>
          </a:p>
          <a:p>
            <a:pPr>
              <a:buFontTx/>
              <a:buNone/>
            </a:pPr>
            <a:r>
              <a:rPr lang="en-US" b="1" dirty="0"/>
              <a:t>1</a:t>
            </a:r>
          </a:p>
          <a:p>
            <a:pPr>
              <a:buFontTx/>
              <a:buNone/>
            </a:pPr>
            <a:endParaRPr lang="en-US" b="1" dirty="0"/>
          </a:p>
          <a:p>
            <a:pPr>
              <a:buFontTx/>
              <a:buNone/>
            </a:pPr>
            <a:r>
              <a:rPr lang="en-GB" b="1" dirty="0"/>
              <a:t>declare</a:t>
            </a:r>
          </a:p>
          <a:p>
            <a:pPr>
              <a:buFontTx/>
              <a:buNone/>
            </a:pPr>
            <a:r>
              <a:rPr lang="en-GB" b="1" dirty="0"/>
              <a:t>  	type x is </a:t>
            </a:r>
            <a:r>
              <a:rPr lang="en-GB" b="1" dirty="0" err="1"/>
              <a:t>varray</a:t>
            </a:r>
            <a:r>
              <a:rPr lang="en-GB" b="1" dirty="0"/>
              <a:t>(5) of number(2);</a:t>
            </a:r>
          </a:p>
          <a:p>
            <a:pPr>
              <a:buFontTx/>
              <a:buNone/>
            </a:pPr>
            <a:r>
              <a:rPr lang="en-GB" b="1" dirty="0"/>
              <a:t>  	type y is table of number(2);</a:t>
            </a:r>
          </a:p>
          <a:p>
            <a:pPr>
              <a:buFontTx/>
              <a:buNone/>
            </a:pPr>
            <a:r>
              <a:rPr lang="en-GB" b="1" dirty="0"/>
              <a:t>  	</a:t>
            </a:r>
            <a:r>
              <a:rPr lang="en-GB" b="1" dirty="0" err="1"/>
              <a:t>nx</a:t>
            </a:r>
            <a:r>
              <a:rPr lang="en-GB" b="1" dirty="0"/>
              <a:t> x:=x(10,20,30,40);</a:t>
            </a:r>
          </a:p>
          <a:p>
            <a:pPr>
              <a:buFontTx/>
              <a:buNone/>
            </a:pPr>
            <a:r>
              <a:rPr lang="en-GB" b="1" dirty="0"/>
              <a:t>  	</a:t>
            </a:r>
            <a:r>
              <a:rPr lang="en-GB" b="1" dirty="0" err="1"/>
              <a:t>ny</a:t>
            </a:r>
            <a:r>
              <a:rPr lang="en-GB" b="1" dirty="0"/>
              <a:t> y:=y(60,70,80,90,40);</a:t>
            </a:r>
          </a:p>
          <a:p>
            <a:pPr>
              <a:buFontTx/>
              <a:buNone/>
            </a:pPr>
            <a:r>
              <a:rPr lang="en-GB" b="1" dirty="0"/>
              <a:t>begin</a:t>
            </a:r>
          </a:p>
          <a:p>
            <a:pPr>
              <a:buFontTx/>
              <a:buNone/>
            </a:pPr>
            <a:r>
              <a:rPr lang="en-GB" b="1" dirty="0"/>
              <a:t>	</a:t>
            </a:r>
            <a:r>
              <a:rPr lang="en-GB" b="1" dirty="0" err="1"/>
              <a:t>dbms_output.put_line</a:t>
            </a:r>
            <a:r>
              <a:rPr lang="en-GB" b="1" dirty="0"/>
              <a:t>(</a:t>
            </a:r>
            <a:r>
              <a:rPr lang="en-GB" b="1" dirty="0" err="1"/>
              <a:t>nx.next</a:t>
            </a:r>
            <a:r>
              <a:rPr lang="en-GB" b="1" dirty="0"/>
              <a:t>(-1));</a:t>
            </a:r>
          </a:p>
          <a:p>
            <a:pPr>
              <a:buFontTx/>
              <a:buNone/>
            </a:pPr>
            <a:r>
              <a:rPr lang="en-GB" b="1" dirty="0"/>
              <a:t>	</a:t>
            </a:r>
            <a:r>
              <a:rPr lang="en-GB" b="1" dirty="0" err="1"/>
              <a:t>dbms_output.put_line</a:t>
            </a:r>
            <a:r>
              <a:rPr lang="en-GB" b="1" dirty="0"/>
              <a:t>(</a:t>
            </a:r>
            <a:r>
              <a:rPr lang="en-GB" b="1" dirty="0" err="1"/>
              <a:t>ny.next</a:t>
            </a:r>
            <a:r>
              <a:rPr lang="en-GB" b="1" dirty="0"/>
              <a:t>(-1));</a:t>
            </a:r>
          </a:p>
          <a:p>
            <a:pPr>
              <a:buFontTx/>
              <a:buNone/>
            </a:pPr>
            <a:r>
              <a:rPr lang="en-GB" b="1" dirty="0"/>
              <a:t>	</a:t>
            </a:r>
            <a:r>
              <a:rPr lang="en-GB" b="1" dirty="0" err="1"/>
              <a:t>ny.delete</a:t>
            </a:r>
            <a:r>
              <a:rPr lang="en-GB" b="1" dirty="0"/>
              <a:t>(2);</a:t>
            </a:r>
          </a:p>
          <a:p>
            <a:pPr>
              <a:buFontTx/>
              <a:buNone/>
            </a:pPr>
            <a:r>
              <a:rPr lang="en-GB" b="1" dirty="0"/>
              <a:t>	</a:t>
            </a:r>
            <a:r>
              <a:rPr lang="en-GB" b="1" dirty="0" err="1"/>
              <a:t>dbms_output.put_line</a:t>
            </a:r>
            <a:r>
              <a:rPr lang="en-GB" b="1" dirty="0"/>
              <a:t>(</a:t>
            </a:r>
            <a:r>
              <a:rPr lang="en-GB" b="1" dirty="0" err="1"/>
              <a:t>ny.next</a:t>
            </a:r>
            <a:r>
              <a:rPr lang="en-GB" b="1" dirty="0"/>
              <a:t>(1));</a:t>
            </a:r>
          </a:p>
          <a:p>
            <a:pPr>
              <a:buFontTx/>
              <a:buNone/>
            </a:pPr>
            <a:r>
              <a:rPr lang="en-GB" b="1" dirty="0"/>
              <a:t>end;</a:t>
            </a:r>
          </a:p>
          <a:p>
            <a:pPr>
              <a:buFontTx/>
              <a:buNone/>
            </a:pPr>
            <a:r>
              <a:rPr lang="en-GB" b="1" dirty="0"/>
              <a:t>/</a:t>
            </a:r>
          </a:p>
          <a:p>
            <a:pPr>
              <a:buFontTx/>
              <a:buNone/>
            </a:pPr>
            <a:endParaRPr lang="en-GB" b="1" dirty="0"/>
          </a:p>
          <a:p>
            <a:pPr>
              <a:buFontTx/>
              <a:buNone/>
            </a:pPr>
            <a:r>
              <a:rPr lang="en-GB" b="1" dirty="0"/>
              <a:t>1</a:t>
            </a:r>
          </a:p>
          <a:p>
            <a:pPr>
              <a:buFontTx/>
              <a:buNone/>
            </a:pPr>
            <a:r>
              <a:rPr lang="en-GB" b="1" dirty="0"/>
              <a:t>1</a:t>
            </a:r>
          </a:p>
          <a:p>
            <a:pPr>
              <a:buFontTx/>
              <a:buNone/>
            </a:pPr>
            <a:r>
              <a:rPr lang="en-GB" b="1" dirty="0"/>
              <a:t>3</a:t>
            </a:r>
          </a:p>
          <a:p>
            <a:pPr>
              <a:buFontTx/>
              <a:buNone/>
            </a:pPr>
            <a:endParaRPr lang="en-GB" b="1" dirty="0"/>
          </a:p>
          <a:p>
            <a:pPr>
              <a:buFontTx/>
              <a:buNone/>
            </a:pPr>
            <a:r>
              <a:rPr lang="en-GB" b="1" dirty="0"/>
              <a:t>declare</a:t>
            </a:r>
          </a:p>
          <a:p>
            <a:pPr>
              <a:buFontTx/>
              <a:buNone/>
            </a:pPr>
            <a:r>
              <a:rPr lang="en-GB" b="1" dirty="0"/>
              <a:t>  	type x is </a:t>
            </a:r>
            <a:r>
              <a:rPr lang="en-GB" b="1" dirty="0" err="1"/>
              <a:t>varray</a:t>
            </a:r>
            <a:r>
              <a:rPr lang="en-GB" b="1" dirty="0"/>
              <a:t>(5) of number(2);</a:t>
            </a:r>
          </a:p>
          <a:p>
            <a:pPr>
              <a:buFontTx/>
              <a:buNone/>
            </a:pPr>
            <a:r>
              <a:rPr lang="en-GB" b="1" dirty="0"/>
              <a:t>  	type y is table of number(2);</a:t>
            </a:r>
          </a:p>
          <a:p>
            <a:pPr>
              <a:buFontTx/>
              <a:buNone/>
            </a:pPr>
            <a:r>
              <a:rPr lang="en-GB" b="1" dirty="0"/>
              <a:t>  	</a:t>
            </a:r>
            <a:r>
              <a:rPr lang="en-GB" b="1" dirty="0" err="1"/>
              <a:t>nx</a:t>
            </a:r>
            <a:r>
              <a:rPr lang="en-GB" b="1" dirty="0"/>
              <a:t> x:=x(10,20,30,40);</a:t>
            </a:r>
          </a:p>
          <a:p>
            <a:pPr>
              <a:buFontTx/>
              <a:buNone/>
            </a:pPr>
            <a:r>
              <a:rPr lang="en-GB" b="1" dirty="0"/>
              <a:t>  	</a:t>
            </a:r>
            <a:r>
              <a:rPr lang="en-GB" b="1" dirty="0" err="1"/>
              <a:t>ny</a:t>
            </a:r>
            <a:r>
              <a:rPr lang="en-GB" b="1" dirty="0"/>
              <a:t> y:=y(60,70,80,90,40);</a:t>
            </a:r>
          </a:p>
          <a:p>
            <a:pPr>
              <a:buFontTx/>
              <a:buNone/>
            </a:pPr>
            <a:r>
              <a:rPr lang="en-GB" b="1" dirty="0"/>
              <a:t>  	</a:t>
            </a:r>
            <a:r>
              <a:rPr lang="en-GB" b="1" dirty="0" err="1"/>
              <a:t>nxx</a:t>
            </a:r>
            <a:r>
              <a:rPr lang="en-GB" b="1" dirty="0"/>
              <a:t> x:=x();</a:t>
            </a:r>
          </a:p>
          <a:p>
            <a:pPr>
              <a:buFontTx/>
              <a:buNone/>
            </a:pPr>
            <a:r>
              <a:rPr lang="en-GB" b="1" dirty="0"/>
              <a:t>begin</a:t>
            </a:r>
          </a:p>
          <a:p>
            <a:pPr>
              <a:buFontTx/>
              <a:buNone/>
            </a:pPr>
            <a:r>
              <a:rPr lang="en-GB" b="1" dirty="0"/>
              <a:t>	--</a:t>
            </a:r>
            <a:r>
              <a:rPr lang="en-GB" b="1" dirty="0" err="1"/>
              <a:t>nx.delete</a:t>
            </a:r>
            <a:r>
              <a:rPr lang="en-GB" b="1" dirty="0"/>
              <a:t>(2); will give error as delete for </a:t>
            </a:r>
            <a:r>
              <a:rPr lang="en-GB" b="1" dirty="0" err="1"/>
              <a:t>varray</a:t>
            </a:r>
            <a:r>
              <a:rPr lang="en-GB" b="1" dirty="0"/>
              <a:t> does not take an argument and simply deletes all the elements</a:t>
            </a:r>
          </a:p>
          <a:p>
            <a:pPr>
              <a:buFontTx/>
              <a:buNone/>
            </a:pPr>
            <a:r>
              <a:rPr lang="en-GB" b="1" dirty="0"/>
              <a:t>	</a:t>
            </a:r>
            <a:r>
              <a:rPr lang="en-GB" b="1" dirty="0" err="1"/>
              <a:t>dbms_output.put_line</a:t>
            </a:r>
            <a:r>
              <a:rPr lang="en-GB" b="1" dirty="0"/>
              <a:t>(</a:t>
            </a:r>
            <a:r>
              <a:rPr lang="en-GB" b="1" dirty="0" err="1"/>
              <a:t>nx.next</a:t>
            </a:r>
            <a:r>
              <a:rPr lang="en-GB" b="1" dirty="0"/>
              <a:t>(1));</a:t>
            </a:r>
          </a:p>
          <a:p>
            <a:pPr>
              <a:buFontTx/>
              <a:buNone/>
            </a:pPr>
            <a:r>
              <a:rPr lang="en-GB" b="1" dirty="0"/>
              <a:t>	</a:t>
            </a:r>
            <a:r>
              <a:rPr lang="en-GB" b="1" dirty="0" err="1"/>
              <a:t>nx.delete</a:t>
            </a:r>
            <a:r>
              <a:rPr lang="en-GB" b="1" dirty="0"/>
              <a:t>;</a:t>
            </a:r>
          </a:p>
          <a:p>
            <a:pPr>
              <a:buFontTx/>
              <a:buNone/>
            </a:pPr>
            <a:r>
              <a:rPr lang="en-GB" b="1" dirty="0"/>
              <a:t>	</a:t>
            </a:r>
            <a:r>
              <a:rPr lang="en-GB" b="1" dirty="0" err="1"/>
              <a:t>dbms_output.put_line</a:t>
            </a:r>
            <a:r>
              <a:rPr lang="en-GB" b="1" dirty="0"/>
              <a:t>(</a:t>
            </a:r>
            <a:r>
              <a:rPr lang="en-GB" b="1" dirty="0" err="1"/>
              <a:t>nx.next</a:t>
            </a:r>
            <a:r>
              <a:rPr lang="en-GB" b="1" dirty="0"/>
              <a:t>(1));</a:t>
            </a:r>
          </a:p>
          <a:p>
            <a:pPr>
              <a:buFontTx/>
              <a:buNone/>
            </a:pPr>
            <a:r>
              <a:rPr lang="en-GB" b="1" dirty="0"/>
              <a:t>	</a:t>
            </a:r>
            <a:r>
              <a:rPr lang="en-GB" b="1" dirty="0" err="1"/>
              <a:t>dbms_output.put_line</a:t>
            </a:r>
            <a:r>
              <a:rPr lang="en-GB" b="1" dirty="0"/>
              <a:t>(</a:t>
            </a:r>
            <a:r>
              <a:rPr lang="en-GB" b="1" dirty="0" err="1"/>
              <a:t>nxx.next</a:t>
            </a:r>
            <a:r>
              <a:rPr lang="en-GB" b="1" dirty="0"/>
              <a:t>(1));</a:t>
            </a:r>
          </a:p>
          <a:p>
            <a:pPr>
              <a:buFontTx/>
              <a:buNone/>
            </a:pPr>
            <a:r>
              <a:rPr lang="en-GB" b="1" dirty="0"/>
              <a:t>end;</a:t>
            </a:r>
          </a:p>
          <a:p>
            <a:pPr>
              <a:buFontTx/>
              <a:buNone/>
            </a:pPr>
            <a:r>
              <a:rPr lang="en-GB" b="1" dirty="0"/>
              <a:t>/</a:t>
            </a:r>
          </a:p>
          <a:p>
            <a:pPr>
              <a:buFontTx/>
              <a:buNone/>
            </a:pPr>
            <a:endParaRPr lang="en-GB" b="1" dirty="0"/>
          </a:p>
          <a:p>
            <a:pPr>
              <a:buFontTx/>
              <a:buNone/>
            </a:pPr>
            <a:r>
              <a:rPr lang="en-GB" b="1" dirty="0"/>
              <a:t>2</a:t>
            </a: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>
            <a:normAutofit fontScale="25000" lnSpcReduction="20000"/>
          </a:bodyPr>
          <a:lstStyle/>
          <a:p>
            <a:pPr>
              <a:buFontTx/>
              <a:buNone/>
            </a:pPr>
            <a:r>
              <a:rPr lang="en-US" dirty="0"/>
              <a:t>declare</a:t>
            </a:r>
          </a:p>
          <a:p>
            <a:pPr>
              <a:buFontTx/>
              <a:buNone/>
            </a:pPr>
            <a:r>
              <a:rPr lang="en-US" dirty="0"/>
              <a:t> 	type y is table of number(2);</a:t>
            </a:r>
          </a:p>
          <a:p>
            <a:pPr>
              <a:buFontTx/>
              <a:buNone/>
            </a:pPr>
            <a:r>
              <a:rPr lang="en-US" dirty="0"/>
              <a:t>   	</a:t>
            </a:r>
            <a:r>
              <a:rPr lang="en-US" dirty="0" err="1"/>
              <a:t>ny</a:t>
            </a:r>
            <a:r>
              <a:rPr lang="en-US" dirty="0"/>
              <a:t> y;</a:t>
            </a:r>
          </a:p>
          <a:p>
            <a:pPr>
              <a:buFontTx/>
              <a:buNone/>
            </a:pPr>
            <a:r>
              <a:rPr lang="en-US" dirty="0"/>
              <a:t>begin</a:t>
            </a:r>
          </a:p>
          <a:p>
            <a:pPr>
              <a:buFontTx/>
              <a:buNone/>
            </a:pPr>
            <a:r>
              <a:rPr lang="en-US" dirty="0"/>
              <a:t>  	</a:t>
            </a:r>
            <a:r>
              <a:rPr lang="en-US" dirty="0" err="1"/>
              <a:t>dbms_output.put_line</a:t>
            </a:r>
            <a:r>
              <a:rPr lang="en-US" dirty="0"/>
              <a:t>(</a:t>
            </a:r>
            <a:r>
              <a:rPr lang="en-US" dirty="0" err="1"/>
              <a:t>ny</a:t>
            </a:r>
            <a:r>
              <a:rPr lang="en-US" dirty="0"/>
              <a:t>(1));</a:t>
            </a:r>
          </a:p>
          <a:p>
            <a:pPr>
              <a:buFontTx/>
              <a:buNone/>
            </a:pPr>
            <a:r>
              <a:rPr lang="en-US" dirty="0"/>
              <a:t>exception</a:t>
            </a:r>
          </a:p>
          <a:p>
            <a:pPr>
              <a:buFontTx/>
              <a:buNone/>
            </a:pPr>
            <a:r>
              <a:rPr lang="en-US" dirty="0"/>
              <a:t>  	when </a:t>
            </a:r>
            <a:r>
              <a:rPr lang="en-US" dirty="0" err="1"/>
              <a:t>collection_is_null</a:t>
            </a:r>
            <a:r>
              <a:rPr lang="en-US" dirty="0"/>
              <a:t> then</a:t>
            </a:r>
          </a:p>
          <a:p>
            <a:pPr>
              <a:buFontTx/>
              <a:buNone/>
            </a:pPr>
            <a:r>
              <a:rPr lang="en-US" dirty="0"/>
              <a:t>   	</a:t>
            </a:r>
            <a:r>
              <a:rPr lang="en-US" dirty="0" err="1"/>
              <a:t>dbms_output.put_line</a:t>
            </a:r>
            <a:r>
              <a:rPr lang="en-US" dirty="0"/>
              <a:t>('table  is atomically null');</a:t>
            </a:r>
          </a:p>
          <a:p>
            <a:pPr>
              <a:buFontTx/>
              <a:buNone/>
            </a:pPr>
            <a:r>
              <a:rPr lang="en-US" dirty="0"/>
              <a:t>end;</a:t>
            </a:r>
          </a:p>
          <a:p>
            <a:pPr>
              <a:buFontTx/>
              <a:buNone/>
            </a:pPr>
            <a:r>
              <a:rPr lang="en-US" dirty="0"/>
              <a:t>/</a:t>
            </a:r>
          </a:p>
          <a:p>
            <a:pPr>
              <a:buFontTx/>
              <a:buNone/>
            </a:pPr>
            <a:r>
              <a:rPr lang="en-US" dirty="0"/>
              <a:t>table  is atomically null</a:t>
            </a:r>
          </a:p>
          <a:p>
            <a:pPr>
              <a:buFontTx/>
              <a:buNone/>
            </a:pPr>
            <a:endParaRPr lang="en-US" dirty="0"/>
          </a:p>
          <a:p>
            <a:pPr>
              <a:buFontTx/>
              <a:buNone/>
            </a:pPr>
            <a:r>
              <a:rPr lang="en-US" dirty="0"/>
              <a:t>declare</a:t>
            </a:r>
          </a:p>
          <a:p>
            <a:pPr>
              <a:buFontTx/>
              <a:buNone/>
            </a:pPr>
            <a:r>
              <a:rPr lang="en-US" dirty="0"/>
              <a:t> 	type y is table of number(2);</a:t>
            </a:r>
          </a:p>
          <a:p>
            <a:pPr>
              <a:buFontTx/>
              <a:buNone/>
            </a:pPr>
            <a:r>
              <a:rPr lang="en-US" dirty="0"/>
              <a:t>   	</a:t>
            </a:r>
            <a:r>
              <a:rPr lang="en-US" dirty="0" err="1"/>
              <a:t>ny</a:t>
            </a:r>
            <a:r>
              <a:rPr lang="en-US" dirty="0"/>
              <a:t> y;</a:t>
            </a:r>
          </a:p>
          <a:p>
            <a:pPr>
              <a:buFontTx/>
              <a:buNone/>
            </a:pPr>
            <a:r>
              <a:rPr lang="en-US" dirty="0"/>
              <a:t>begin</a:t>
            </a:r>
          </a:p>
          <a:p>
            <a:pPr>
              <a:buFontTx/>
              <a:buNone/>
            </a:pPr>
            <a:r>
              <a:rPr lang="en-US" dirty="0"/>
              <a:t>  	</a:t>
            </a:r>
            <a:r>
              <a:rPr lang="en-US" dirty="0" err="1"/>
              <a:t>dbms_output.put_line</a:t>
            </a:r>
            <a:r>
              <a:rPr lang="en-US" dirty="0"/>
              <a:t>(</a:t>
            </a:r>
            <a:r>
              <a:rPr lang="en-US" dirty="0" err="1"/>
              <a:t>ny.count</a:t>
            </a:r>
            <a:r>
              <a:rPr lang="en-US" dirty="0"/>
              <a:t>);</a:t>
            </a:r>
          </a:p>
          <a:p>
            <a:pPr>
              <a:buFontTx/>
              <a:buNone/>
            </a:pPr>
            <a:r>
              <a:rPr lang="en-US" dirty="0"/>
              <a:t>exception</a:t>
            </a:r>
          </a:p>
          <a:p>
            <a:pPr>
              <a:buFontTx/>
              <a:buNone/>
            </a:pPr>
            <a:r>
              <a:rPr lang="en-US" dirty="0"/>
              <a:t>  	when </a:t>
            </a:r>
            <a:r>
              <a:rPr lang="en-US" dirty="0" err="1"/>
              <a:t>collection_is_null</a:t>
            </a:r>
            <a:r>
              <a:rPr lang="en-US" dirty="0"/>
              <a:t> then</a:t>
            </a:r>
          </a:p>
          <a:p>
            <a:pPr>
              <a:buFontTx/>
              <a:buNone/>
            </a:pPr>
            <a:r>
              <a:rPr lang="en-US" dirty="0"/>
              <a:t>   		</a:t>
            </a:r>
            <a:r>
              <a:rPr lang="en-US" dirty="0" err="1"/>
              <a:t>dbms_output.put_line</a:t>
            </a:r>
            <a:r>
              <a:rPr lang="en-US" dirty="0"/>
              <a:t>('table  is atomically null');</a:t>
            </a:r>
          </a:p>
          <a:p>
            <a:pPr>
              <a:buFontTx/>
              <a:buNone/>
            </a:pPr>
            <a:r>
              <a:rPr lang="en-US" dirty="0"/>
              <a:t>		</a:t>
            </a:r>
            <a:r>
              <a:rPr lang="en-US" dirty="0" err="1"/>
              <a:t>dbms_output.put_line</a:t>
            </a:r>
            <a:r>
              <a:rPr lang="en-US" dirty="0"/>
              <a:t>(</a:t>
            </a:r>
            <a:r>
              <a:rPr lang="en-US" dirty="0" err="1"/>
              <a:t>ny.count</a:t>
            </a:r>
            <a:r>
              <a:rPr lang="en-US" dirty="0"/>
              <a:t>);</a:t>
            </a:r>
          </a:p>
          <a:p>
            <a:pPr>
              <a:buFontTx/>
              <a:buNone/>
            </a:pPr>
            <a:r>
              <a:rPr lang="en-US" dirty="0"/>
              <a:t>end;</a:t>
            </a:r>
          </a:p>
          <a:p>
            <a:pPr>
              <a:buFontTx/>
              <a:buNone/>
            </a:pPr>
            <a:r>
              <a:rPr lang="en-US" dirty="0"/>
              <a:t> /</a:t>
            </a:r>
          </a:p>
          <a:p>
            <a:pPr>
              <a:buFontTx/>
              <a:buNone/>
            </a:pPr>
            <a:r>
              <a:rPr lang="en-US" dirty="0"/>
              <a:t>table  is atomically null</a:t>
            </a:r>
          </a:p>
          <a:p>
            <a:pPr>
              <a:buFontTx/>
              <a:buNone/>
            </a:pPr>
            <a:endParaRPr lang="en-US" dirty="0"/>
          </a:p>
          <a:p>
            <a:pPr>
              <a:buFontTx/>
              <a:buNone/>
            </a:pPr>
            <a:r>
              <a:rPr lang="en-US" dirty="0"/>
              <a:t>declare</a:t>
            </a:r>
          </a:p>
          <a:p>
            <a:pPr>
              <a:buFontTx/>
              <a:buNone/>
            </a:pPr>
            <a:r>
              <a:rPr lang="en-US" dirty="0"/>
              <a:t>*</a:t>
            </a:r>
          </a:p>
          <a:p>
            <a:pPr>
              <a:buFontTx/>
              <a:buNone/>
            </a:pPr>
            <a:r>
              <a:rPr lang="en-US" dirty="0"/>
              <a:t>ERROR at line 1:</a:t>
            </a:r>
          </a:p>
          <a:p>
            <a:pPr>
              <a:buFontTx/>
              <a:buNone/>
            </a:pPr>
            <a:r>
              <a:rPr lang="en-US" dirty="0"/>
              <a:t>ORA-06531: Reference to uninitialized collection</a:t>
            </a:r>
          </a:p>
          <a:p>
            <a:pPr>
              <a:buFontTx/>
              <a:buNone/>
            </a:pPr>
            <a:r>
              <a:rPr lang="en-US" dirty="0"/>
              <a:t>ORA-06512: at line 9</a:t>
            </a:r>
          </a:p>
          <a:p>
            <a:pPr>
              <a:buFontTx/>
              <a:buNone/>
            </a:pPr>
            <a:r>
              <a:rPr lang="en-US" dirty="0"/>
              <a:t>ORA-06531: Reference to uninitialized collection</a:t>
            </a:r>
          </a:p>
          <a:p>
            <a:pPr>
              <a:buFontTx/>
              <a:buNone/>
            </a:pPr>
            <a:endParaRPr lang="en-US" dirty="0"/>
          </a:p>
          <a:p>
            <a:pPr>
              <a:buFontTx/>
              <a:buNone/>
            </a:pPr>
            <a:r>
              <a:rPr lang="en-US" dirty="0"/>
              <a:t>declare</a:t>
            </a:r>
          </a:p>
          <a:p>
            <a:pPr>
              <a:buFontTx/>
              <a:buNone/>
            </a:pPr>
            <a:r>
              <a:rPr lang="en-US" dirty="0"/>
              <a:t>  	type y is table of number(2);</a:t>
            </a:r>
          </a:p>
          <a:p>
            <a:pPr>
              <a:buFontTx/>
              <a:buNone/>
            </a:pPr>
            <a:r>
              <a:rPr lang="en-US" dirty="0"/>
              <a:t>    	</a:t>
            </a:r>
            <a:r>
              <a:rPr lang="en-US" dirty="0" err="1"/>
              <a:t>ny</a:t>
            </a:r>
            <a:r>
              <a:rPr lang="en-US" dirty="0"/>
              <a:t> y;</a:t>
            </a:r>
          </a:p>
          <a:p>
            <a:pPr>
              <a:buFontTx/>
              <a:buNone/>
            </a:pPr>
            <a:r>
              <a:rPr lang="en-US" dirty="0"/>
              <a:t>begin</a:t>
            </a:r>
          </a:p>
          <a:p>
            <a:pPr>
              <a:buFontTx/>
              <a:buNone/>
            </a:pPr>
            <a:r>
              <a:rPr lang="en-US" dirty="0"/>
              <a:t>   	</a:t>
            </a:r>
            <a:r>
              <a:rPr lang="en-US" dirty="0" err="1"/>
              <a:t>dbms_output.put_line</a:t>
            </a:r>
            <a:r>
              <a:rPr lang="en-US" dirty="0"/>
              <a:t>(</a:t>
            </a:r>
            <a:r>
              <a:rPr lang="en-US" dirty="0" err="1"/>
              <a:t>ny.count</a:t>
            </a:r>
            <a:r>
              <a:rPr lang="en-US" dirty="0"/>
              <a:t>);</a:t>
            </a:r>
          </a:p>
          <a:p>
            <a:pPr>
              <a:buFontTx/>
              <a:buNone/>
            </a:pPr>
            <a:r>
              <a:rPr lang="en-US" dirty="0"/>
              <a:t>exception</a:t>
            </a:r>
          </a:p>
          <a:p>
            <a:pPr>
              <a:buFontTx/>
              <a:buNone/>
            </a:pPr>
            <a:r>
              <a:rPr lang="en-US" dirty="0"/>
              <a:t>   	when </a:t>
            </a:r>
            <a:r>
              <a:rPr lang="en-US" dirty="0" err="1"/>
              <a:t>collection_is_null</a:t>
            </a:r>
            <a:r>
              <a:rPr lang="en-US" dirty="0"/>
              <a:t> then</a:t>
            </a:r>
          </a:p>
          <a:p>
            <a:pPr>
              <a:buFontTx/>
              <a:buNone/>
            </a:pPr>
            <a:r>
              <a:rPr lang="en-US" dirty="0"/>
              <a:t>	</a:t>
            </a:r>
            <a:r>
              <a:rPr lang="en-US" dirty="0" err="1"/>
              <a:t>dbms_output.put_line</a:t>
            </a:r>
            <a:r>
              <a:rPr lang="en-US" dirty="0"/>
              <a:t>('table  is atomically null, no method available except EXISTS');</a:t>
            </a:r>
          </a:p>
          <a:p>
            <a:pPr>
              <a:buFontTx/>
              <a:buNone/>
            </a:pPr>
            <a:r>
              <a:rPr lang="en-US" dirty="0"/>
              <a:t>	if </a:t>
            </a:r>
            <a:r>
              <a:rPr lang="en-US" dirty="0" err="1"/>
              <a:t>ny.exists</a:t>
            </a:r>
            <a:r>
              <a:rPr lang="en-US" dirty="0"/>
              <a:t>(1) then</a:t>
            </a:r>
          </a:p>
          <a:p>
            <a:pPr>
              <a:buFontTx/>
              <a:buNone/>
            </a:pPr>
            <a:r>
              <a:rPr lang="en-US" dirty="0"/>
              <a:t>		</a:t>
            </a:r>
            <a:r>
              <a:rPr lang="en-US" dirty="0" err="1"/>
              <a:t>dbms_output.put_line</a:t>
            </a:r>
            <a:r>
              <a:rPr lang="en-US" dirty="0"/>
              <a:t>('element present at 1');</a:t>
            </a:r>
          </a:p>
          <a:p>
            <a:pPr>
              <a:buFontTx/>
              <a:buNone/>
            </a:pPr>
            <a:r>
              <a:rPr lang="en-US" dirty="0"/>
              <a:t>	else</a:t>
            </a:r>
          </a:p>
          <a:p>
            <a:pPr>
              <a:buFontTx/>
              <a:buNone/>
            </a:pPr>
            <a:r>
              <a:rPr lang="en-US" dirty="0"/>
              <a:t>		</a:t>
            </a:r>
            <a:r>
              <a:rPr lang="en-US" dirty="0" err="1"/>
              <a:t>dbms_output.put_line</a:t>
            </a:r>
            <a:r>
              <a:rPr lang="en-US" dirty="0"/>
              <a:t>('element not present at 1');</a:t>
            </a:r>
          </a:p>
          <a:p>
            <a:pPr>
              <a:buFontTx/>
              <a:buNone/>
            </a:pPr>
            <a:r>
              <a:rPr lang="en-US" dirty="0"/>
              <a:t>  	end if;</a:t>
            </a:r>
          </a:p>
          <a:p>
            <a:pPr>
              <a:buFontTx/>
              <a:buNone/>
            </a:pPr>
            <a:r>
              <a:rPr lang="en-US" dirty="0"/>
              <a:t>end;</a:t>
            </a:r>
          </a:p>
          <a:p>
            <a:pPr>
              <a:buFontTx/>
              <a:buNone/>
            </a:pPr>
            <a:r>
              <a:rPr lang="en-US" dirty="0"/>
              <a:t>/</a:t>
            </a:r>
          </a:p>
          <a:p>
            <a:pPr>
              <a:buFontTx/>
              <a:buNone/>
            </a:pPr>
            <a:r>
              <a:rPr lang="en-US" dirty="0"/>
              <a:t>table  is atomically null, no method available except EXISTS</a:t>
            </a:r>
          </a:p>
          <a:p>
            <a:pPr>
              <a:buFontTx/>
              <a:buNone/>
            </a:pPr>
            <a:r>
              <a:rPr lang="en-US" dirty="0"/>
              <a:t>element not present at 1</a:t>
            </a:r>
          </a:p>
          <a:p>
            <a:pPr>
              <a:buFontTx/>
              <a:buNone/>
            </a:pPr>
            <a:endParaRPr lang="en-US" dirty="0"/>
          </a:p>
          <a:p>
            <a:pPr>
              <a:buFontTx/>
              <a:buNone/>
            </a:pPr>
            <a:r>
              <a:rPr lang="en-US" dirty="0"/>
              <a:t>declare</a:t>
            </a:r>
          </a:p>
          <a:p>
            <a:pPr>
              <a:buFontTx/>
              <a:buNone/>
            </a:pPr>
            <a:r>
              <a:rPr lang="en-US" dirty="0"/>
              <a:t> 	type y is table of number(2);</a:t>
            </a:r>
          </a:p>
          <a:p>
            <a:pPr>
              <a:buFontTx/>
              <a:buNone/>
            </a:pPr>
            <a:r>
              <a:rPr lang="en-US" dirty="0"/>
              <a:t>   	</a:t>
            </a:r>
            <a:r>
              <a:rPr lang="en-US" dirty="0" err="1"/>
              <a:t>ny</a:t>
            </a:r>
            <a:r>
              <a:rPr lang="en-US" dirty="0"/>
              <a:t> y:=y();</a:t>
            </a:r>
          </a:p>
          <a:p>
            <a:pPr>
              <a:buFontTx/>
              <a:buNone/>
            </a:pPr>
            <a:r>
              <a:rPr lang="en-US" dirty="0"/>
              <a:t>begin</a:t>
            </a:r>
          </a:p>
          <a:p>
            <a:pPr>
              <a:buFontTx/>
              <a:buNone/>
            </a:pPr>
            <a:r>
              <a:rPr lang="en-US" dirty="0"/>
              <a:t>  	</a:t>
            </a:r>
            <a:r>
              <a:rPr lang="en-US" dirty="0" err="1"/>
              <a:t>dbms_output.put_line</a:t>
            </a:r>
            <a:r>
              <a:rPr lang="en-US" dirty="0"/>
              <a:t>(</a:t>
            </a:r>
            <a:r>
              <a:rPr lang="en-US" dirty="0" err="1"/>
              <a:t>ny.count</a:t>
            </a:r>
            <a:r>
              <a:rPr lang="en-US" dirty="0"/>
              <a:t>);</a:t>
            </a:r>
          </a:p>
          <a:p>
            <a:pPr>
              <a:buFontTx/>
              <a:buNone/>
            </a:pPr>
            <a:r>
              <a:rPr lang="en-US" dirty="0"/>
              <a:t>exception</a:t>
            </a:r>
          </a:p>
          <a:p>
            <a:pPr>
              <a:buFontTx/>
              <a:buNone/>
            </a:pPr>
            <a:r>
              <a:rPr lang="en-US" dirty="0"/>
              <a:t>  	when </a:t>
            </a:r>
            <a:r>
              <a:rPr lang="en-US" dirty="0" err="1"/>
              <a:t>collection_is_null</a:t>
            </a:r>
            <a:r>
              <a:rPr lang="en-US" dirty="0"/>
              <a:t> then</a:t>
            </a:r>
          </a:p>
          <a:p>
            <a:pPr>
              <a:buFontTx/>
              <a:buNone/>
            </a:pPr>
            <a:r>
              <a:rPr lang="en-US" dirty="0"/>
              <a:t>   		</a:t>
            </a:r>
            <a:r>
              <a:rPr lang="en-US" dirty="0" err="1"/>
              <a:t>dbms_output.put_line</a:t>
            </a:r>
            <a:r>
              <a:rPr lang="en-US" dirty="0"/>
              <a:t>('table  is atomically null');</a:t>
            </a:r>
          </a:p>
          <a:p>
            <a:pPr>
              <a:buFontTx/>
              <a:buNone/>
            </a:pPr>
            <a:r>
              <a:rPr lang="en-US" dirty="0"/>
              <a:t>end;</a:t>
            </a:r>
          </a:p>
          <a:p>
            <a:pPr>
              <a:buFontTx/>
              <a:buNone/>
            </a:pPr>
            <a:r>
              <a:rPr lang="en-US" dirty="0"/>
              <a:t>/</a:t>
            </a:r>
          </a:p>
          <a:p>
            <a:pPr>
              <a:buFontTx/>
              <a:buNone/>
            </a:pPr>
            <a:r>
              <a:rPr lang="en-US" dirty="0"/>
              <a:t>0</a:t>
            </a:r>
          </a:p>
          <a:p>
            <a:pPr>
              <a:buFontTx/>
              <a:buNone/>
            </a:pPr>
            <a:endParaRPr lang="en-US" dirty="0"/>
          </a:p>
          <a:p>
            <a:pPr>
              <a:buFontTx/>
              <a:buNone/>
            </a:pPr>
            <a:r>
              <a:rPr lang="en-US" dirty="0"/>
              <a:t>declare</a:t>
            </a:r>
          </a:p>
          <a:p>
            <a:pPr>
              <a:buFontTx/>
              <a:buNone/>
            </a:pPr>
            <a:r>
              <a:rPr lang="en-US" dirty="0"/>
              <a:t> 	type x is </a:t>
            </a:r>
            <a:r>
              <a:rPr lang="en-US" dirty="0" err="1"/>
              <a:t>varray</a:t>
            </a:r>
            <a:r>
              <a:rPr lang="en-US" dirty="0"/>
              <a:t>(5) of number(2);</a:t>
            </a:r>
          </a:p>
          <a:p>
            <a:pPr>
              <a:buFontTx/>
              <a:buNone/>
            </a:pPr>
            <a:r>
              <a:rPr lang="en-US" dirty="0"/>
              <a:t>   	</a:t>
            </a:r>
            <a:r>
              <a:rPr lang="en-US" dirty="0" err="1"/>
              <a:t>nx</a:t>
            </a:r>
            <a:r>
              <a:rPr lang="en-US" dirty="0"/>
              <a:t> x;</a:t>
            </a:r>
          </a:p>
          <a:p>
            <a:pPr>
              <a:buFontTx/>
              <a:buNone/>
            </a:pPr>
            <a:r>
              <a:rPr lang="en-US" dirty="0"/>
              <a:t>begin</a:t>
            </a:r>
          </a:p>
          <a:p>
            <a:pPr>
              <a:buFontTx/>
              <a:buNone/>
            </a:pPr>
            <a:r>
              <a:rPr lang="en-US" dirty="0"/>
              <a:t>  	</a:t>
            </a:r>
            <a:r>
              <a:rPr lang="en-US" dirty="0" err="1"/>
              <a:t>dbms_output.put_line</a:t>
            </a:r>
            <a:r>
              <a:rPr lang="en-US" dirty="0"/>
              <a:t>(</a:t>
            </a:r>
            <a:r>
              <a:rPr lang="en-US" dirty="0" err="1"/>
              <a:t>nx</a:t>
            </a:r>
            <a:r>
              <a:rPr lang="en-US" dirty="0"/>
              <a:t>(1));</a:t>
            </a:r>
          </a:p>
          <a:p>
            <a:pPr>
              <a:buFontTx/>
              <a:buNone/>
            </a:pPr>
            <a:r>
              <a:rPr lang="en-US" dirty="0"/>
              <a:t>exception</a:t>
            </a:r>
          </a:p>
          <a:p>
            <a:pPr>
              <a:buFontTx/>
              <a:buNone/>
            </a:pPr>
            <a:r>
              <a:rPr lang="en-US" dirty="0"/>
              <a:t>  	when </a:t>
            </a:r>
            <a:r>
              <a:rPr lang="en-US" dirty="0" err="1"/>
              <a:t>collection_is_null</a:t>
            </a:r>
            <a:r>
              <a:rPr lang="en-US" dirty="0"/>
              <a:t> then</a:t>
            </a:r>
          </a:p>
          <a:p>
            <a:pPr>
              <a:buFontTx/>
              <a:buNone/>
            </a:pPr>
            <a:r>
              <a:rPr lang="en-US" dirty="0"/>
              <a:t>   		</a:t>
            </a:r>
            <a:r>
              <a:rPr lang="en-US" dirty="0" err="1"/>
              <a:t>dbms_output.put_line</a:t>
            </a:r>
            <a:r>
              <a:rPr lang="en-US" dirty="0"/>
              <a:t>('</a:t>
            </a:r>
            <a:r>
              <a:rPr lang="en-US" dirty="0" err="1"/>
              <a:t>varray</a:t>
            </a:r>
            <a:r>
              <a:rPr lang="en-US" dirty="0"/>
              <a:t>  is atomically null');</a:t>
            </a:r>
          </a:p>
          <a:p>
            <a:pPr>
              <a:buFontTx/>
              <a:buNone/>
            </a:pPr>
            <a:r>
              <a:rPr lang="en-US" dirty="0"/>
              <a:t>end;</a:t>
            </a:r>
          </a:p>
          <a:p>
            <a:pPr>
              <a:buFontTx/>
              <a:buNone/>
            </a:pPr>
            <a:r>
              <a:rPr lang="en-US" dirty="0"/>
              <a:t>/</a:t>
            </a:r>
          </a:p>
          <a:p>
            <a:pPr>
              <a:buFontTx/>
              <a:buNone/>
            </a:pPr>
            <a:r>
              <a:rPr lang="en-US" dirty="0" err="1"/>
              <a:t>varray</a:t>
            </a:r>
            <a:r>
              <a:rPr lang="en-US" dirty="0"/>
              <a:t>  is atomically null</a:t>
            </a:r>
          </a:p>
          <a:p>
            <a:pPr>
              <a:buFontTx/>
              <a:buNone/>
            </a:pPr>
            <a:endParaRPr lang="en-US" dirty="0"/>
          </a:p>
          <a:p>
            <a:pPr>
              <a:buFontTx/>
              <a:buNone/>
            </a:pPr>
            <a:r>
              <a:rPr lang="en-US" dirty="0"/>
              <a:t>declare</a:t>
            </a:r>
          </a:p>
          <a:p>
            <a:pPr>
              <a:buFontTx/>
              <a:buNone/>
            </a:pPr>
            <a:r>
              <a:rPr lang="en-US" dirty="0"/>
              <a:t> 	type x is </a:t>
            </a:r>
            <a:r>
              <a:rPr lang="en-US" dirty="0" err="1"/>
              <a:t>varray</a:t>
            </a:r>
            <a:r>
              <a:rPr lang="en-US" dirty="0"/>
              <a:t>(5) of number(2);</a:t>
            </a:r>
          </a:p>
          <a:p>
            <a:pPr>
              <a:buFontTx/>
              <a:buNone/>
            </a:pPr>
            <a:r>
              <a:rPr lang="en-US" dirty="0"/>
              <a:t>   	</a:t>
            </a:r>
            <a:r>
              <a:rPr lang="en-US" dirty="0" err="1"/>
              <a:t>nx</a:t>
            </a:r>
            <a:r>
              <a:rPr lang="en-US" dirty="0"/>
              <a:t> x;</a:t>
            </a:r>
          </a:p>
          <a:p>
            <a:pPr>
              <a:buFontTx/>
              <a:buNone/>
            </a:pPr>
            <a:r>
              <a:rPr lang="en-US" dirty="0"/>
              <a:t>begin</a:t>
            </a:r>
          </a:p>
          <a:p>
            <a:pPr>
              <a:buFontTx/>
              <a:buNone/>
            </a:pPr>
            <a:r>
              <a:rPr lang="en-US" dirty="0"/>
              <a:t>  	</a:t>
            </a:r>
            <a:r>
              <a:rPr lang="en-US" dirty="0" err="1"/>
              <a:t>dbms_output.put_line</a:t>
            </a:r>
            <a:r>
              <a:rPr lang="en-US" dirty="0"/>
              <a:t>(</a:t>
            </a:r>
            <a:r>
              <a:rPr lang="en-US" dirty="0" err="1"/>
              <a:t>nx.count</a:t>
            </a:r>
            <a:r>
              <a:rPr lang="en-US" dirty="0"/>
              <a:t>);</a:t>
            </a:r>
          </a:p>
          <a:p>
            <a:pPr>
              <a:buFontTx/>
              <a:buNone/>
            </a:pPr>
            <a:r>
              <a:rPr lang="en-US" dirty="0"/>
              <a:t>exception</a:t>
            </a:r>
          </a:p>
          <a:p>
            <a:pPr>
              <a:buFontTx/>
              <a:buNone/>
            </a:pPr>
            <a:r>
              <a:rPr lang="en-US" dirty="0"/>
              <a:t>  	when </a:t>
            </a:r>
            <a:r>
              <a:rPr lang="en-US" dirty="0" err="1"/>
              <a:t>collection_is_null</a:t>
            </a:r>
            <a:r>
              <a:rPr lang="en-US" dirty="0"/>
              <a:t> then</a:t>
            </a:r>
          </a:p>
          <a:p>
            <a:pPr>
              <a:buFontTx/>
              <a:buNone/>
            </a:pPr>
            <a:r>
              <a:rPr lang="en-US" dirty="0"/>
              <a:t>   		</a:t>
            </a:r>
            <a:r>
              <a:rPr lang="en-US" dirty="0" err="1"/>
              <a:t>dbms_output.put_line</a:t>
            </a:r>
            <a:r>
              <a:rPr lang="en-US" dirty="0"/>
              <a:t>('</a:t>
            </a:r>
            <a:r>
              <a:rPr lang="en-US" dirty="0" err="1"/>
              <a:t>varray</a:t>
            </a:r>
            <a:r>
              <a:rPr lang="en-US" dirty="0"/>
              <a:t>  is atomically null');</a:t>
            </a:r>
          </a:p>
          <a:p>
            <a:pPr>
              <a:buFontTx/>
              <a:buNone/>
            </a:pPr>
            <a:r>
              <a:rPr lang="en-US" dirty="0"/>
              <a:t>  		</a:t>
            </a:r>
            <a:r>
              <a:rPr lang="en-US" dirty="0" err="1"/>
              <a:t>dbms_output.put_line</a:t>
            </a:r>
            <a:r>
              <a:rPr lang="en-US" dirty="0"/>
              <a:t>(</a:t>
            </a:r>
            <a:r>
              <a:rPr lang="en-US" dirty="0" err="1"/>
              <a:t>nx.count</a:t>
            </a:r>
            <a:r>
              <a:rPr lang="en-US" dirty="0"/>
              <a:t>);</a:t>
            </a:r>
          </a:p>
          <a:p>
            <a:pPr>
              <a:buFontTx/>
              <a:buNone/>
            </a:pPr>
            <a:r>
              <a:rPr lang="en-US" dirty="0"/>
              <a:t>end;</a:t>
            </a:r>
          </a:p>
          <a:p>
            <a:pPr>
              <a:buFontTx/>
              <a:buNone/>
            </a:pPr>
            <a:r>
              <a:rPr lang="en-US" dirty="0"/>
              <a:t>/</a:t>
            </a:r>
          </a:p>
          <a:p>
            <a:pPr>
              <a:buFontTx/>
              <a:buNone/>
            </a:pPr>
            <a:endParaRPr lang="en-US" dirty="0"/>
          </a:p>
          <a:p>
            <a:pPr>
              <a:buFontTx/>
              <a:buNone/>
            </a:pPr>
            <a:r>
              <a:rPr lang="en-US" dirty="0" err="1"/>
              <a:t>varray</a:t>
            </a:r>
            <a:r>
              <a:rPr lang="en-US" dirty="0"/>
              <a:t>  is atomically null</a:t>
            </a:r>
          </a:p>
          <a:p>
            <a:pPr>
              <a:buFontTx/>
              <a:buNone/>
            </a:pPr>
            <a:r>
              <a:rPr lang="en-US" dirty="0"/>
              <a:t>declare</a:t>
            </a:r>
          </a:p>
          <a:p>
            <a:pPr>
              <a:buFontTx/>
              <a:buNone/>
            </a:pPr>
            <a:r>
              <a:rPr lang="en-US" dirty="0"/>
              <a:t>*</a:t>
            </a:r>
          </a:p>
          <a:p>
            <a:pPr>
              <a:buFontTx/>
              <a:buNone/>
            </a:pPr>
            <a:r>
              <a:rPr lang="en-US" dirty="0"/>
              <a:t>ERROR at line 1:</a:t>
            </a:r>
          </a:p>
          <a:p>
            <a:pPr>
              <a:buFontTx/>
              <a:buNone/>
            </a:pPr>
            <a:r>
              <a:rPr lang="en-US" dirty="0"/>
              <a:t>ORA-06531: Reference to uninitialized collection</a:t>
            </a:r>
          </a:p>
          <a:p>
            <a:pPr>
              <a:buFontTx/>
              <a:buNone/>
            </a:pPr>
            <a:r>
              <a:rPr lang="en-US" dirty="0"/>
              <a:t>ORA-06512: at line 9</a:t>
            </a:r>
          </a:p>
          <a:p>
            <a:pPr>
              <a:buFontTx/>
              <a:buNone/>
            </a:pPr>
            <a:r>
              <a:rPr lang="en-US" dirty="0"/>
              <a:t>ORA-06531: Reference to uninitialized collection</a:t>
            </a:r>
          </a:p>
          <a:p>
            <a:pPr>
              <a:buFontTx/>
              <a:buNone/>
            </a:pPr>
            <a:endParaRPr lang="en-US" dirty="0"/>
          </a:p>
          <a:p>
            <a:pPr>
              <a:buFontTx/>
              <a:buNone/>
            </a:pPr>
            <a:r>
              <a:rPr lang="en-US" dirty="0"/>
              <a:t>declare</a:t>
            </a:r>
          </a:p>
          <a:p>
            <a:pPr>
              <a:buFontTx/>
              <a:buNone/>
            </a:pPr>
            <a:r>
              <a:rPr lang="en-US" dirty="0"/>
              <a:t>  	type x is </a:t>
            </a:r>
            <a:r>
              <a:rPr lang="en-US" dirty="0" err="1"/>
              <a:t>varray</a:t>
            </a:r>
            <a:r>
              <a:rPr lang="en-US" dirty="0"/>
              <a:t>(5) of number(2);</a:t>
            </a:r>
          </a:p>
          <a:p>
            <a:pPr>
              <a:buFontTx/>
              <a:buNone/>
            </a:pPr>
            <a:r>
              <a:rPr lang="en-US" dirty="0"/>
              <a:t>    	</a:t>
            </a:r>
            <a:r>
              <a:rPr lang="en-US" dirty="0" err="1"/>
              <a:t>nx</a:t>
            </a:r>
            <a:r>
              <a:rPr lang="en-US" dirty="0"/>
              <a:t> x;</a:t>
            </a:r>
          </a:p>
          <a:p>
            <a:pPr>
              <a:buFontTx/>
              <a:buNone/>
            </a:pPr>
            <a:r>
              <a:rPr lang="en-US" dirty="0"/>
              <a:t>begin</a:t>
            </a:r>
          </a:p>
          <a:p>
            <a:pPr>
              <a:buFontTx/>
              <a:buNone/>
            </a:pPr>
            <a:r>
              <a:rPr lang="en-US" dirty="0"/>
              <a:t>   	</a:t>
            </a:r>
            <a:r>
              <a:rPr lang="en-US" dirty="0" err="1"/>
              <a:t>dbms_output.put_line</a:t>
            </a:r>
            <a:r>
              <a:rPr lang="en-US" dirty="0"/>
              <a:t>(</a:t>
            </a:r>
            <a:r>
              <a:rPr lang="en-US" dirty="0" err="1"/>
              <a:t>nx.count</a:t>
            </a:r>
            <a:r>
              <a:rPr lang="en-US" dirty="0"/>
              <a:t>);</a:t>
            </a:r>
          </a:p>
          <a:p>
            <a:pPr>
              <a:buFontTx/>
              <a:buNone/>
            </a:pPr>
            <a:r>
              <a:rPr lang="en-US" dirty="0"/>
              <a:t>exception</a:t>
            </a:r>
          </a:p>
          <a:p>
            <a:pPr>
              <a:buFontTx/>
              <a:buNone/>
            </a:pPr>
            <a:r>
              <a:rPr lang="en-US" dirty="0"/>
              <a:t>   	when </a:t>
            </a:r>
            <a:r>
              <a:rPr lang="en-US" dirty="0" err="1"/>
              <a:t>collection_is_null</a:t>
            </a:r>
            <a:r>
              <a:rPr lang="en-US" dirty="0"/>
              <a:t> then</a:t>
            </a:r>
          </a:p>
          <a:p>
            <a:pPr>
              <a:buFontTx/>
              <a:buNone/>
            </a:pPr>
            <a:r>
              <a:rPr lang="en-US" dirty="0"/>
              <a:t>	</a:t>
            </a:r>
            <a:r>
              <a:rPr lang="en-US" dirty="0" err="1"/>
              <a:t>dbms_output.put_line</a:t>
            </a:r>
            <a:r>
              <a:rPr lang="en-US" dirty="0"/>
              <a:t>('</a:t>
            </a:r>
            <a:r>
              <a:rPr lang="en-US" dirty="0" err="1"/>
              <a:t>varray</a:t>
            </a:r>
            <a:r>
              <a:rPr lang="en-US" dirty="0"/>
              <a:t>  is atomically null, no method available except EXISTS');</a:t>
            </a:r>
          </a:p>
          <a:p>
            <a:pPr>
              <a:buFontTx/>
              <a:buNone/>
            </a:pPr>
            <a:r>
              <a:rPr lang="en-US" dirty="0"/>
              <a:t>	if </a:t>
            </a:r>
            <a:r>
              <a:rPr lang="en-US" dirty="0" err="1"/>
              <a:t>nx.exists</a:t>
            </a:r>
            <a:r>
              <a:rPr lang="en-US" dirty="0"/>
              <a:t>(1) then</a:t>
            </a:r>
          </a:p>
          <a:p>
            <a:pPr>
              <a:buFontTx/>
              <a:buNone/>
            </a:pPr>
            <a:r>
              <a:rPr lang="en-US" dirty="0"/>
              <a:t>		</a:t>
            </a:r>
            <a:r>
              <a:rPr lang="en-US" dirty="0" err="1"/>
              <a:t>dbms_output.put_line</a:t>
            </a:r>
            <a:r>
              <a:rPr lang="en-US" dirty="0"/>
              <a:t>('element present at 1');</a:t>
            </a:r>
          </a:p>
          <a:p>
            <a:pPr>
              <a:buFontTx/>
              <a:buNone/>
            </a:pPr>
            <a:r>
              <a:rPr lang="en-US" dirty="0"/>
              <a:t>	else</a:t>
            </a:r>
          </a:p>
          <a:p>
            <a:pPr>
              <a:buFontTx/>
              <a:buNone/>
            </a:pPr>
            <a:r>
              <a:rPr lang="en-US" dirty="0"/>
              <a:t>		</a:t>
            </a:r>
            <a:r>
              <a:rPr lang="en-US" dirty="0" err="1"/>
              <a:t>dbms_output.put_line</a:t>
            </a:r>
            <a:r>
              <a:rPr lang="en-US" dirty="0"/>
              <a:t>('element not present at 1');</a:t>
            </a:r>
          </a:p>
          <a:p>
            <a:pPr>
              <a:buFontTx/>
              <a:buNone/>
            </a:pPr>
            <a:r>
              <a:rPr lang="en-US" dirty="0"/>
              <a:t>  	end if;</a:t>
            </a:r>
          </a:p>
          <a:p>
            <a:pPr>
              <a:buFontTx/>
              <a:buNone/>
            </a:pPr>
            <a:r>
              <a:rPr lang="en-US" dirty="0"/>
              <a:t>end;</a:t>
            </a:r>
          </a:p>
          <a:p>
            <a:pPr>
              <a:buFontTx/>
              <a:buNone/>
            </a:pPr>
            <a:r>
              <a:rPr lang="en-US" dirty="0"/>
              <a:t>/</a:t>
            </a:r>
          </a:p>
          <a:p>
            <a:pPr>
              <a:buFontTx/>
              <a:buNone/>
            </a:pPr>
            <a:r>
              <a:rPr lang="en-US" dirty="0" err="1"/>
              <a:t>varray</a:t>
            </a:r>
            <a:r>
              <a:rPr lang="en-US" dirty="0"/>
              <a:t>  is atomically null, no method available except EXISTS</a:t>
            </a:r>
          </a:p>
          <a:p>
            <a:pPr>
              <a:buFontTx/>
              <a:buNone/>
            </a:pPr>
            <a:r>
              <a:rPr lang="en-US" dirty="0"/>
              <a:t>element not present at 1</a:t>
            </a:r>
          </a:p>
          <a:p>
            <a:pPr>
              <a:buFontTx/>
              <a:buNone/>
            </a:pPr>
            <a:endParaRPr lang="en-US" dirty="0"/>
          </a:p>
          <a:p>
            <a:pPr>
              <a:buFontTx/>
              <a:buNone/>
            </a:pPr>
            <a:r>
              <a:rPr lang="en-US" dirty="0"/>
              <a:t>declare</a:t>
            </a:r>
          </a:p>
          <a:p>
            <a:pPr>
              <a:buFontTx/>
              <a:buNone/>
            </a:pPr>
            <a:r>
              <a:rPr lang="en-US" dirty="0"/>
              <a:t> 	type x is </a:t>
            </a:r>
            <a:r>
              <a:rPr lang="en-US" dirty="0" err="1"/>
              <a:t>varray</a:t>
            </a:r>
            <a:r>
              <a:rPr lang="en-US" dirty="0"/>
              <a:t>(5) of number(2);</a:t>
            </a:r>
          </a:p>
          <a:p>
            <a:pPr>
              <a:buFontTx/>
              <a:buNone/>
            </a:pPr>
            <a:r>
              <a:rPr lang="en-US" dirty="0"/>
              <a:t>   	</a:t>
            </a:r>
            <a:r>
              <a:rPr lang="en-US" dirty="0" err="1"/>
              <a:t>nx</a:t>
            </a:r>
            <a:r>
              <a:rPr lang="en-US" dirty="0"/>
              <a:t> x:=x();</a:t>
            </a:r>
          </a:p>
          <a:p>
            <a:pPr>
              <a:buFontTx/>
              <a:buNone/>
            </a:pPr>
            <a:r>
              <a:rPr lang="en-US" dirty="0"/>
              <a:t>begin</a:t>
            </a:r>
          </a:p>
          <a:p>
            <a:pPr>
              <a:buFontTx/>
              <a:buNone/>
            </a:pPr>
            <a:r>
              <a:rPr lang="en-US" dirty="0"/>
              <a:t>  	</a:t>
            </a:r>
            <a:r>
              <a:rPr lang="en-US" dirty="0" err="1"/>
              <a:t>dbms_output.put_line</a:t>
            </a:r>
            <a:r>
              <a:rPr lang="en-US" dirty="0"/>
              <a:t>(</a:t>
            </a:r>
            <a:r>
              <a:rPr lang="en-US" dirty="0" err="1"/>
              <a:t>nx.count</a:t>
            </a:r>
            <a:r>
              <a:rPr lang="en-US" dirty="0"/>
              <a:t>);</a:t>
            </a:r>
          </a:p>
          <a:p>
            <a:pPr>
              <a:buFontTx/>
              <a:buNone/>
            </a:pPr>
            <a:r>
              <a:rPr lang="en-US" dirty="0"/>
              <a:t>exception</a:t>
            </a:r>
          </a:p>
          <a:p>
            <a:pPr>
              <a:buFontTx/>
              <a:buNone/>
            </a:pPr>
            <a:r>
              <a:rPr lang="en-US" dirty="0"/>
              <a:t>  	when </a:t>
            </a:r>
            <a:r>
              <a:rPr lang="en-US" dirty="0" err="1"/>
              <a:t>collection_is_null</a:t>
            </a:r>
            <a:r>
              <a:rPr lang="en-US" dirty="0"/>
              <a:t> then</a:t>
            </a:r>
          </a:p>
          <a:p>
            <a:pPr>
              <a:buFontTx/>
              <a:buNone/>
            </a:pPr>
            <a:r>
              <a:rPr lang="en-US" dirty="0"/>
              <a:t>   		</a:t>
            </a:r>
            <a:r>
              <a:rPr lang="en-US" dirty="0" err="1"/>
              <a:t>dbms_output.put_line</a:t>
            </a:r>
            <a:r>
              <a:rPr lang="en-US" dirty="0"/>
              <a:t>('</a:t>
            </a:r>
            <a:r>
              <a:rPr lang="en-US" dirty="0" err="1"/>
              <a:t>varray</a:t>
            </a:r>
            <a:r>
              <a:rPr lang="en-US" dirty="0"/>
              <a:t>  is atomically null');</a:t>
            </a:r>
          </a:p>
          <a:p>
            <a:pPr>
              <a:buFontTx/>
              <a:buNone/>
            </a:pPr>
            <a:r>
              <a:rPr lang="en-US" dirty="0"/>
              <a:t>end;</a:t>
            </a:r>
          </a:p>
          <a:p>
            <a:pPr>
              <a:buFontTx/>
              <a:buNone/>
            </a:pPr>
            <a:r>
              <a:rPr lang="en-US" dirty="0"/>
              <a:t>/</a:t>
            </a:r>
          </a:p>
          <a:p>
            <a:pPr>
              <a:buFontTx/>
              <a:buNone/>
            </a:pPr>
            <a:r>
              <a:rPr lang="en-US" dirty="0"/>
              <a:t>0</a:t>
            </a:r>
          </a:p>
          <a:p>
            <a:pPr>
              <a:buFontTx/>
              <a:buNone/>
            </a:pPr>
            <a:endParaRPr lang="en-US" dirty="0"/>
          </a:p>
          <a:p>
            <a:pPr>
              <a:buFontTx/>
              <a:buNone/>
            </a:pPr>
            <a:r>
              <a:rPr lang="en-US" dirty="0"/>
              <a:t>declare</a:t>
            </a:r>
          </a:p>
          <a:p>
            <a:pPr>
              <a:buFontTx/>
              <a:buNone/>
            </a:pPr>
            <a:r>
              <a:rPr lang="en-US" dirty="0"/>
              <a:t> 	type y is table of number(2);</a:t>
            </a:r>
          </a:p>
          <a:p>
            <a:pPr>
              <a:buFontTx/>
              <a:buNone/>
            </a:pPr>
            <a:r>
              <a:rPr lang="en-US" dirty="0"/>
              <a:t>   	</a:t>
            </a:r>
            <a:r>
              <a:rPr lang="en-US" dirty="0" err="1"/>
              <a:t>ny</a:t>
            </a:r>
            <a:r>
              <a:rPr lang="en-US" dirty="0"/>
              <a:t> y :=y(1,2,3);</a:t>
            </a:r>
          </a:p>
          <a:p>
            <a:pPr>
              <a:buFontTx/>
              <a:buNone/>
            </a:pPr>
            <a:r>
              <a:rPr lang="en-US" dirty="0"/>
              <a:t>begin</a:t>
            </a:r>
          </a:p>
          <a:p>
            <a:pPr>
              <a:buFontTx/>
              <a:buNone/>
            </a:pPr>
            <a:r>
              <a:rPr lang="en-US" dirty="0"/>
              <a:t>  	</a:t>
            </a:r>
            <a:r>
              <a:rPr lang="en-US" dirty="0" err="1"/>
              <a:t>dbms_output.put_line</a:t>
            </a:r>
            <a:r>
              <a:rPr lang="en-US" dirty="0"/>
              <a:t>(</a:t>
            </a:r>
            <a:r>
              <a:rPr lang="en-US" dirty="0" err="1"/>
              <a:t>ny</a:t>
            </a:r>
            <a:r>
              <a:rPr lang="en-US" dirty="0"/>
              <a:t>(4));</a:t>
            </a:r>
          </a:p>
          <a:p>
            <a:pPr>
              <a:buFontTx/>
              <a:buNone/>
            </a:pPr>
            <a:r>
              <a:rPr lang="en-US" dirty="0"/>
              <a:t>exception</a:t>
            </a:r>
          </a:p>
          <a:p>
            <a:pPr>
              <a:buFontTx/>
              <a:buNone/>
            </a:pPr>
            <a:r>
              <a:rPr lang="en-US" dirty="0"/>
              <a:t>  	when </a:t>
            </a:r>
            <a:r>
              <a:rPr lang="en-US" dirty="0" err="1"/>
              <a:t>subscript_beyond_count</a:t>
            </a:r>
            <a:r>
              <a:rPr lang="en-US" dirty="0"/>
              <a:t> then</a:t>
            </a:r>
          </a:p>
          <a:p>
            <a:pPr>
              <a:buFontTx/>
              <a:buNone/>
            </a:pPr>
            <a:r>
              <a:rPr lang="en-US" dirty="0"/>
              <a:t>   		</a:t>
            </a:r>
            <a:r>
              <a:rPr lang="en-US" dirty="0" err="1"/>
              <a:t>dbms_output.put_line</a:t>
            </a:r>
            <a:r>
              <a:rPr lang="en-US" dirty="0"/>
              <a:t>('you are out of count');</a:t>
            </a:r>
          </a:p>
          <a:p>
            <a:pPr>
              <a:buFontTx/>
              <a:buNone/>
            </a:pPr>
            <a:r>
              <a:rPr lang="en-US" dirty="0"/>
              <a:t>end;</a:t>
            </a:r>
          </a:p>
          <a:p>
            <a:pPr>
              <a:buFontTx/>
              <a:buNone/>
            </a:pPr>
            <a:r>
              <a:rPr lang="en-US" dirty="0"/>
              <a:t>/</a:t>
            </a:r>
          </a:p>
          <a:p>
            <a:pPr>
              <a:buFontTx/>
              <a:buNone/>
            </a:pPr>
            <a:r>
              <a:rPr lang="en-US" dirty="0"/>
              <a:t>you are out of count</a:t>
            </a:r>
          </a:p>
          <a:p>
            <a:pPr>
              <a:buFontTx/>
              <a:buNone/>
            </a:pPr>
            <a:endParaRPr lang="en-US" dirty="0"/>
          </a:p>
          <a:p>
            <a:pPr>
              <a:buFontTx/>
              <a:buNone/>
            </a:pPr>
            <a:r>
              <a:rPr lang="en-US" dirty="0"/>
              <a:t>declare</a:t>
            </a:r>
          </a:p>
          <a:p>
            <a:pPr>
              <a:buFontTx/>
              <a:buNone/>
            </a:pPr>
            <a:r>
              <a:rPr lang="en-US" dirty="0"/>
              <a:t> 	type y is table of number(2);</a:t>
            </a:r>
          </a:p>
          <a:p>
            <a:pPr>
              <a:buFontTx/>
              <a:buNone/>
            </a:pPr>
            <a:r>
              <a:rPr lang="en-US" dirty="0"/>
              <a:t>   	</a:t>
            </a:r>
            <a:r>
              <a:rPr lang="en-US" dirty="0" err="1"/>
              <a:t>ny</a:t>
            </a:r>
            <a:r>
              <a:rPr lang="en-US" dirty="0"/>
              <a:t> y :=y(1,2,3,null);</a:t>
            </a:r>
          </a:p>
          <a:p>
            <a:pPr>
              <a:buFontTx/>
              <a:buNone/>
            </a:pPr>
            <a:r>
              <a:rPr lang="en-US" dirty="0"/>
              <a:t>begin</a:t>
            </a:r>
          </a:p>
          <a:p>
            <a:pPr>
              <a:buFontTx/>
              <a:buNone/>
            </a:pPr>
            <a:r>
              <a:rPr lang="en-US" dirty="0"/>
              <a:t>  	</a:t>
            </a:r>
            <a:r>
              <a:rPr lang="en-US" dirty="0" err="1"/>
              <a:t>dbms_output.put_line</a:t>
            </a:r>
            <a:r>
              <a:rPr lang="en-US" dirty="0"/>
              <a:t>('4th element is '||</a:t>
            </a:r>
            <a:r>
              <a:rPr lang="en-US" dirty="0" err="1"/>
              <a:t>ny</a:t>
            </a:r>
            <a:r>
              <a:rPr lang="en-US" dirty="0"/>
              <a:t>(4));</a:t>
            </a:r>
          </a:p>
          <a:p>
            <a:pPr>
              <a:buFontTx/>
              <a:buNone/>
            </a:pPr>
            <a:r>
              <a:rPr lang="en-US" dirty="0"/>
              <a:t>exception</a:t>
            </a:r>
          </a:p>
          <a:p>
            <a:pPr>
              <a:buFontTx/>
              <a:buNone/>
            </a:pPr>
            <a:r>
              <a:rPr lang="en-US" dirty="0"/>
              <a:t>  	when </a:t>
            </a:r>
            <a:r>
              <a:rPr lang="en-US" dirty="0" err="1"/>
              <a:t>subscript_beyond_count</a:t>
            </a:r>
            <a:r>
              <a:rPr lang="en-US" dirty="0"/>
              <a:t> then</a:t>
            </a:r>
          </a:p>
          <a:p>
            <a:pPr>
              <a:buFontTx/>
              <a:buNone/>
            </a:pPr>
            <a:r>
              <a:rPr lang="en-US" dirty="0"/>
              <a:t>   		</a:t>
            </a:r>
            <a:r>
              <a:rPr lang="en-US" dirty="0" err="1"/>
              <a:t>dbms_output.put_line</a:t>
            </a:r>
            <a:r>
              <a:rPr lang="en-US" dirty="0"/>
              <a:t>('you are out of count');</a:t>
            </a:r>
          </a:p>
          <a:p>
            <a:pPr>
              <a:buFontTx/>
              <a:buNone/>
            </a:pPr>
            <a:r>
              <a:rPr lang="en-US" dirty="0"/>
              <a:t>end;</a:t>
            </a:r>
          </a:p>
          <a:p>
            <a:pPr>
              <a:buFontTx/>
              <a:buNone/>
            </a:pPr>
            <a:r>
              <a:rPr lang="en-US" dirty="0"/>
              <a:t>/</a:t>
            </a:r>
          </a:p>
          <a:p>
            <a:pPr>
              <a:buFontTx/>
              <a:buNone/>
            </a:pPr>
            <a:r>
              <a:rPr lang="en-US" dirty="0"/>
              <a:t>4th element is </a:t>
            </a:r>
          </a:p>
          <a:p>
            <a:pPr>
              <a:buFontTx/>
              <a:buNone/>
            </a:pPr>
            <a:endParaRPr lang="en-US" dirty="0"/>
          </a:p>
          <a:p>
            <a:pPr>
              <a:buFontTx/>
              <a:buNone/>
            </a:pPr>
            <a:r>
              <a:rPr lang="en-US" dirty="0"/>
              <a:t>declare</a:t>
            </a:r>
          </a:p>
          <a:p>
            <a:pPr>
              <a:buFontTx/>
              <a:buNone/>
            </a:pPr>
            <a:r>
              <a:rPr lang="en-US" dirty="0"/>
              <a:t> 	type x is </a:t>
            </a:r>
            <a:r>
              <a:rPr lang="en-US" dirty="0" err="1"/>
              <a:t>varray</a:t>
            </a:r>
            <a:r>
              <a:rPr lang="en-US" dirty="0"/>
              <a:t>(5) of number(2);</a:t>
            </a:r>
          </a:p>
          <a:p>
            <a:pPr>
              <a:buFontTx/>
              <a:buNone/>
            </a:pPr>
            <a:r>
              <a:rPr lang="en-US" dirty="0"/>
              <a:t>   	</a:t>
            </a:r>
            <a:r>
              <a:rPr lang="en-US" dirty="0" err="1"/>
              <a:t>nx</a:t>
            </a:r>
            <a:r>
              <a:rPr lang="en-US" dirty="0"/>
              <a:t> x:=x(1,2,3);</a:t>
            </a:r>
          </a:p>
          <a:p>
            <a:pPr>
              <a:buFontTx/>
              <a:buNone/>
            </a:pPr>
            <a:r>
              <a:rPr lang="en-US" dirty="0"/>
              <a:t>begin</a:t>
            </a:r>
          </a:p>
          <a:p>
            <a:pPr>
              <a:buFontTx/>
              <a:buNone/>
            </a:pPr>
            <a:r>
              <a:rPr lang="en-US" dirty="0"/>
              <a:t>  	</a:t>
            </a:r>
            <a:r>
              <a:rPr lang="en-US" dirty="0" err="1"/>
              <a:t>dbms_output.put_line</a:t>
            </a:r>
            <a:r>
              <a:rPr lang="en-US" dirty="0"/>
              <a:t>(</a:t>
            </a:r>
            <a:r>
              <a:rPr lang="en-US" dirty="0" err="1"/>
              <a:t>nx</a:t>
            </a:r>
            <a:r>
              <a:rPr lang="en-US" dirty="0"/>
              <a:t>(4));</a:t>
            </a:r>
          </a:p>
          <a:p>
            <a:pPr>
              <a:buFontTx/>
              <a:buNone/>
            </a:pPr>
            <a:r>
              <a:rPr lang="en-US" dirty="0"/>
              <a:t>exception</a:t>
            </a:r>
          </a:p>
          <a:p>
            <a:pPr>
              <a:buFontTx/>
              <a:buNone/>
            </a:pPr>
            <a:r>
              <a:rPr lang="en-US" dirty="0"/>
              <a:t>  	when </a:t>
            </a:r>
            <a:r>
              <a:rPr lang="en-US" dirty="0" err="1"/>
              <a:t>subscript_beyond_count</a:t>
            </a:r>
            <a:r>
              <a:rPr lang="en-US" dirty="0"/>
              <a:t> then</a:t>
            </a:r>
          </a:p>
          <a:p>
            <a:pPr>
              <a:buFontTx/>
              <a:buNone/>
            </a:pPr>
            <a:r>
              <a:rPr lang="en-US" dirty="0"/>
              <a:t>   		</a:t>
            </a:r>
            <a:r>
              <a:rPr lang="en-US" dirty="0" err="1"/>
              <a:t>dbms_output.put_line</a:t>
            </a:r>
            <a:r>
              <a:rPr lang="en-US" dirty="0"/>
              <a:t>('you are out of count');</a:t>
            </a:r>
          </a:p>
          <a:p>
            <a:pPr>
              <a:buFontTx/>
              <a:buNone/>
            </a:pPr>
            <a:r>
              <a:rPr lang="en-US" dirty="0"/>
              <a:t>end;</a:t>
            </a:r>
          </a:p>
          <a:p>
            <a:pPr>
              <a:buFontTx/>
              <a:buNone/>
            </a:pPr>
            <a:r>
              <a:rPr lang="en-US" dirty="0"/>
              <a:t>/</a:t>
            </a:r>
          </a:p>
          <a:p>
            <a:pPr>
              <a:buFontTx/>
              <a:buNone/>
            </a:pPr>
            <a:r>
              <a:rPr lang="en-US" dirty="0"/>
              <a:t>you are out of count</a:t>
            </a:r>
          </a:p>
          <a:p>
            <a:pPr>
              <a:buFontTx/>
              <a:buNone/>
            </a:pPr>
            <a:endParaRPr lang="en-US" dirty="0"/>
          </a:p>
          <a:p>
            <a:pPr>
              <a:buFontTx/>
              <a:buNone/>
            </a:pPr>
            <a:r>
              <a:rPr lang="en-US" dirty="0"/>
              <a:t>declare</a:t>
            </a:r>
          </a:p>
          <a:p>
            <a:pPr>
              <a:buFontTx/>
              <a:buNone/>
            </a:pPr>
            <a:r>
              <a:rPr lang="en-US" dirty="0"/>
              <a:t>  	type x is </a:t>
            </a:r>
            <a:r>
              <a:rPr lang="en-US" dirty="0" err="1"/>
              <a:t>varray</a:t>
            </a:r>
            <a:r>
              <a:rPr lang="en-US" dirty="0"/>
              <a:t>(5) of number(2);</a:t>
            </a:r>
          </a:p>
          <a:p>
            <a:pPr>
              <a:buFontTx/>
              <a:buNone/>
            </a:pPr>
            <a:r>
              <a:rPr lang="en-US" dirty="0"/>
              <a:t>    	</a:t>
            </a:r>
            <a:r>
              <a:rPr lang="en-US" dirty="0" err="1"/>
              <a:t>nx</a:t>
            </a:r>
            <a:r>
              <a:rPr lang="en-US" dirty="0"/>
              <a:t> x:=x(1,2,3,null);</a:t>
            </a:r>
          </a:p>
          <a:p>
            <a:pPr>
              <a:buFontTx/>
              <a:buNone/>
            </a:pPr>
            <a:r>
              <a:rPr lang="en-US" dirty="0"/>
              <a:t>begin</a:t>
            </a:r>
          </a:p>
          <a:p>
            <a:pPr>
              <a:buFontTx/>
              <a:buNone/>
            </a:pPr>
            <a:r>
              <a:rPr lang="en-US" dirty="0"/>
              <a:t>   	</a:t>
            </a:r>
            <a:r>
              <a:rPr lang="en-US" dirty="0" err="1"/>
              <a:t>dbms_output.put_line</a:t>
            </a:r>
            <a:r>
              <a:rPr lang="en-US" dirty="0"/>
              <a:t>('4th element is '||</a:t>
            </a:r>
            <a:r>
              <a:rPr lang="en-US" dirty="0" err="1"/>
              <a:t>nx</a:t>
            </a:r>
            <a:r>
              <a:rPr lang="en-US" dirty="0"/>
              <a:t>(4));</a:t>
            </a:r>
          </a:p>
          <a:p>
            <a:pPr>
              <a:buFontTx/>
              <a:buNone/>
            </a:pPr>
            <a:r>
              <a:rPr lang="en-US" dirty="0"/>
              <a:t>exception</a:t>
            </a:r>
          </a:p>
          <a:p>
            <a:pPr>
              <a:buFontTx/>
              <a:buNone/>
            </a:pPr>
            <a:r>
              <a:rPr lang="en-US" dirty="0"/>
              <a:t>   	when </a:t>
            </a:r>
            <a:r>
              <a:rPr lang="en-US" dirty="0" err="1"/>
              <a:t>subscript_beyond_count</a:t>
            </a:r>
            <a:r>
              <a:rPr lang="en-US" dirty="0"/>
              <a:t> then</a:t>
            </a:r>
          </a:p>
          <a:p>
            <a:pPr>
              <a:buFontTx/>
              <a:buNone/>
            </a:pPr>
            <a:r>
              <a:rPr lang="en-US" dirty="0"/>
              <a:t>     	</a:t>
            </a:r>
            <a:r>
              <a:rPr lang="en-US" dirty="0" err="1"/>
              <a:t>dbms_output.put_line</a:t>
            </a:r>
            <a:r>
              <a:rPr lang="en-US" dirty="0"/>
              <a:t>('you are out of count');</a:t>
            </a:r>
          </a:p>
          <a:p>
            <a:pPr>
              <a:buFontTx/>
              <a:buNone/>
            </a:pPr>
            <a:r>
              <a:rPr lang="en-US" dirty="0"/>
              <a:t>end;</a:t>
            </a:r>
          </a:p>
          <a:p>
            <a:pPr>
              <a:buFontTx/>
              <a:buNone/>
            </a:pPr>
            <a:r>
              <a:rPr lang="en-US" dirty="0"/>
              <a:t>/</a:t>
            </a:r>
          </a:p>
          <a:p>
            <a:pPr>
              <a:buFontTx/>
              <a:buNone/>
            </a:pPr>
            <a:r>
              <a:rPr lang="en-US" dirty="0"/>
              <a:t>4th element is </a:t>
            </a:r>
          </a:p>
          <a:p>
            <a:pPr>
              <a:buFontTx/>
              <a:buNone/>
            </a:pPr>
            <a:endParaRPr lang="en-US" dirty="0"/>
          </a:p>
          <a:p>
            <a:pPr>
              <a:buFontTx/>
              <a:buNone/>
            </a:pPr>
            <a:r>
              <a:rPr lang="en-US" dirty="0"/>
              <a:t>declare</a:t>
            </a:r>
          </a:p>
          <a:p>
            <a:pPr>
              <a:buFontTx/>
              <a:buNone/>
            </a:pPr>
            <a:r>
              <a:rPr lang="en-US" dirty="0"/>
              <a:t> 	type y is table of number(2);</a:t>
            </a:r>
          </a:p>
          <a:p>
            <a:pPr>
              <a:buFontTx/>
              <a:buNone/>
            </a:pPr>
            <a:r>
              <a:rPr lang="en-US" dirty="0"/>
              <a:t>   	</a:t>
            </a:r>
            <a:r>
              <a:rPr lang="en-US" dirty="0" err="1"/>
              <a:t>ny</a:t>
            </a:r>
            <a:r>
              <a:rPr lang="en-US" dirty="0"/>
              <a:t> y :=y(1,2,3);</a:t>
            </a:r>
          </a:p>
          <a:p>
            <a:pPr>
              <a:buFontTx/>
              <a:buNone/>
            </a:pPr>
            <a:r>
              <a:rPr lang="en-US" dirty="0"/>
              <a:t>begin</a:t>
            </a:r>
          </a:p>
          <a:p>
            <a:pPr>
              <a:buFontTx/>
              <a:buNone/>
            </a:pPr>
            <a:r>
              <a:rPr lang="en-US" dirty="0"/>
              <a:t>  	</a:t>
            </a:r>
            <a:r>
              <a:rPr lang="en-US" dirty="0" err="1"/>
              <a:t>dbms_output.put_line</a:t>
            </a:r>
            <a:r>
              <a:rPr lang="en-US" dirty="0"/>
              <a:t>(</a:t>
            </a:r>
            <a:r>
              <a:rPr lang="en-US" dirty="0" err="1"/>
              <a:t>ny</a:t>
            </a:r>
            <a:r>
              <a:rPr lang="en-US" dirty="0"/>
              <a:t>(6));</a:t>
            </a:r>
          </a:p>
          <a:p>
            <a:pPr>
              <a:buFontTx/>
              <a:buNone/>
            </a:pPr>
            <a:r>
              <a:rPr lang="en-US" dirty="0"/>
              <a:t>exception</a:t>
            </a:r>
          </a:p>
          <a:p>
            <a:pPr>
              <a:buFontTx/>
              <a:buNone/>
            </a:pPr>
            <a:r>
              <a:rPr lang="en-US" dirty="0"/>
              <a:t>  	when </a:t>
            </a:r>
            <a:r>
              <a:rPr lang="en-US" dirty="0" err="1"/>
              <a:t>subscript_beyond_count</a:t>
            </a:r>
            <a:r>
              <a:rPr lang="en-US" dirty="0"/>
              <a:t> then</a:t>
            </a:r>
          </a:p>
          <a:p>
            <a:pPr>
              <a:buFontTx/>
              <a:buNone/>
            </a:pPr>
            <a:r>
              <a:rPr lang="en-US" dirty="0"/>
              <a:t>   		</a:t>
            </a:r>
            <a:r>
              <a:rPr lang="en-US" dirty="0" err="1"/>
              <a:t>dbms_output.put_line</a:t>
            </a:r>
            <a:r>
              <a:rPr lang="en-US" dirty="0"/>
              <a:t>('you are out of count');</a:t>
            </a:r>
          </a:p>
          <a:p>
            <a:pPr>
              <a:buFontTx/>
              <a:buNone/>
            </a:pPr>
            <a:r>
              <a:rPr lang="en-US" dirty="0"/>
              <a:t>	when </a:t>
            </a:r>
            <a:r>
              <a:rPr lang="en-US" dirty="0" err="1"/>
              <a:t>subscript_outside_limit</a:t>
            </a:r>
            <a:r>
              <a:rPr lang="en-US" dirty="0"/>
              <a:t> then</a:t>
            </a:r>
          </a:p>
          <a:p>
            <a:pPr>
              <a:buFontTx/>
              <a:buNone/>
            </a:pPr>
            <a:r>
              <a:rPr lang="en-US" dirty="0"/>
              <a:t>   		</a:t>
            </a:r>
            <a:r>
              <a:rPr lang="en-US" dirty="0" err="1"/>
              <a:t>dbms_output.put_line</a:t>
            </a:r>
            <a:r>
              <a:rPr lang="en-US" dirty="0"/>
              <a:t>('you are out of limit');</a:t>
            </a:r>
          </a:p>
          <a:p>
            <a:pPr>
              <a:buFontTx/>
              <a:buNone/>
            </a:pPr>
            <a:r>
              <a:rPr lang="en-US" dirty="0"/>
              <a:t> end;</a:t>
            </a:r>
          </a:p>
          <a:p>
            <a:pPr>
              <a:buFontTx/>
              <a:buNone/>
            </a:pPr>
            <a:r>
              <a:rPr lang="en-US" dirty="0"/>
              <a:t>/</a:t>
            </a:r>
          </a:p>
          <a:p>
            <a:pPr>
              <a:buFontTx/>
              <a:buNone/>
            </a:pPr>
            <a:r>
              <a:rPr lang="en-US" dirty="0"/>
              <a:t>Output : you are out of count</a:t>
            </a:r>
          </a:p>
          <a:p>
            <a:pPr>
              <a:buFontTx/>
              <a:buNone/>
            </a:pPr>
            <a:r>
              <a:rPr lang="en-US" dirty="0"/>
              <a:t>Since table has no limit</a:t>
            </a:r>
          </a:p>
          <a:p>
            <a:pPr>
              <a:buFontTx/>
              <a:buNone/>
            </a:pPr>
            <a:endParaRPr lang="en-US" dirty="0"/>
          </a:p>
          <a:p>
            <a:pPr>
              <a:buFontTx/>
              <a:buNone/>
            </a:pPr>
            <a:r>
              <a:rPr lang="en-US" dirty="0"/>
              <a:t>declare</a:t>
            </a:r>
          </a:p>
          <a:p>
            <a:pPr>
              <a:buFontTx/>
              <a:buNone/>
            </a:pPr>
            <a:r>
              <a:rPr lang="en-US" dirty="0"/>
              <a:t> 	type x is </a:t>
            </a:r>
            <a:r>
              <a:rPr lang="en-US" dirty="0" err="1"/>
              <a:t>varray</a:t>
            </a:r>
            <a:r>
              <a:rPr lang="en-US" dirty="0"/>
              <a:t>(5) of number(2);</a:t>
            </a:r>
          </a:p>
          <a:p>
            <a:pPr>
              <a:buFontTx/>
              <a:buNone/>
            </a:pPr>
            <a:r>
              <a:rPr lang="en-US" dirty="0"/>
              <a:t>   	</a:t>
            </a:r>
            <a:r>
              <a:rPr lang="en-US" dirty="0" err="1"/>
              <a:t>nx</a:t>
            </a:r>
            <a:r>
              <a:rPr lang="en-US" dirty="0"/>
              <a:t> x:=x(1,2,3);</a:t>
            </a:r>
          </a:p>
          <a:p>
            <a:pPr>
              <a:buFontTx/>
              <a:buNone/>
            </a:pPr>
            <a:r>
              <a:rPr lang="en-US" dirty="0"/>
              <a:t>begin</a:t>
            </a:r>
          </a:p>
          <a:p>
            <a:pPr>
              <a:buFontTx/>
              <a:buNone/>
            </a:pPr>
            <a:r>
              <a:rPr lang="en-US" dirty="0"/>
              <a:t>  	</a:t>
            </a:r>
            <a:r>
              <a:rPr lang="en-US" dirty="0" err="1"/>
              <a:t>dbms_output.put_line</a:t>
            </a:r>
            <a:r>
              <a:rPr lang="en-US" dirty="0"/>
              <a:t>(</a:t>
            </a:r>
            <a:r>
              <a:rPr lang="en-US" dirty="0" err="1"/>
              <a:t>nx</a:t>
            </a:r>
            <a:r>
              <a:rPr lang="en-US" dirty="0"/>
              <a:t>(6));</a:t>
            </a:r>
          </a:p>
          <a:p>
            <a:pPr>
              <a:buFontTx/>
              <a:buNone/>
            </a:pPr>
            <a:r>
              <a:rPr lang="en-US" dirty="0"/>
              <a:t>exception</a:t>
            </a:r>
          </a:p>
          <a:p>
            <a:pPr>
              <a:buFontTx/>
              <a:buNone/>
            </a:pPr>
            <a:r>
              <a:rPr lang="en-US" dirty="0"/>
              <a:t>  	when </a:t>
            </a:r>
            <a:r>
              <a:rPr lang="en-US" dirty="0" err="1"/>
              <a:t>subscript_beyond_count</a:t>
            </a:r>
            <a:r>
              <a:rPr lang="en-US" dirty="0"/>
              <a:t> then</a:t>
            </a:r>
          </a:p>
          <a:p>
            <a:pPr>
              <a:buFontTx/>
              <a:buNone/>
            </a:pPr>
            <a:r>
              <a:rPr lang="en-US" dirty="0"/>
              <a:t>   		</a:t>
            </a:r>
            <a:r>
              <a:rPr lang="en-US" dirty="0" err="1"/>
              <a:t>dbms_output.put_line</a:t>
            </a:r>
            <a:r>
              <a:rPr lang="en-US" dirty="0"/>
              <a:t>('you are out of count');</a:t>
            </a:r>
          </a:p>
          <a:p>
            <a:pPr>
              <a:buFontTx/>
              <a:buNone/>
            </a:pPr>
            <a:r>
              <a:rPr lang="en-US" dirty="0"/>
              <a:t>	when </a:t>
            </a:r>
            <a:r>
              <a:rPr lang="en-US" dirty="0" err="1"/>
              <a:t>subscript_outside_limit</a:t>
            </a:r>
            <a:r>
              <a:rPr lang="en-US" dirty="0"/>
              <a:t> then</a:t>
            </a:r>
          </a:p>
          <a:p>
            <a:pPr>
              <a:buFontTx/>
              <a:buNone/>
            </a:pPr>
            <a:r>
              <a:rPr lang="en-US" dirty="0"/>
              <a:t>   		</a:t>
            </a:r>
            <a:r>
              <a:rPr lang="en-US" dirty="0" err="1"/>
              <a:t>dbms_output.put_line</a:t>
            </a:r>
            <a:r>
              <a:rPr lang="en-US" dirty="0"/>
              <a:t>('you are out of limit');</a:t>
            </a:r>
          </a:p>
          <a:p>
            <a:pPr>
              <a:buFontTx/>
              <a:buNone/>
            </a:pPr>
            <a:r>
              <a:rPr lang="en-US" dirty="0"/>
              <a:t>end;</a:t>
            </a:r>
          </a:p>
          <a:p>
            <a:pPr>
              <a:buFontTx/>
              <a:buNone/>
            </a:pPr>
            <a:r>
              <a:rPr lang="en-US" dirty="0"/>
              <a:t>/</a:t>
            </a:r>
          </a:p>
          <a:p>
            <a:pPr>
              <a:buFontTx/>
              <a:buNone/>
            </a:pPr>
            <a:r>
              <a:rPr lang="en-US" dirty="0"/>
              <a:t>Output : you are out of limit</a:t>
            </a:r>
          </a:p>
          <a:p>
            <a:pPr>
              <a:buFontTx/>
              <a:buNone/>
            </a:pPr>
            <a:r>
              <a:rPr lang="en-US" dirty="0"/>
              <a:t>Since </a:t>
            </a:r>
            <a:r>
              <a:rPr lang="en-US" dirty="0" err="1"/>
              <a:t>varray</a:t>
            </a:r>
            <a:r>
              <a:rPr lang="en-US" dirty="0"/>
              <a:t> has an upper limit</a:t>
            </a:r>
          </a:p>
          <a:p>
            <a:pPr>
              <a:buFontTx/>
              <a:buNone/>
            </a:pPr>
            <a:endParaRPr lang="en-US" dirty="0"/>
          </a:p>
          <a:p>
            <a:pPr>
              <a:buFontTx/>
              <a:buNone/>
            </a:pPr>
            <a:r>
              <a:rPr lang="en-US" dirty="0"/>
              <a:t>declare</a:t>
            </a:r>
          </a:p>
          <a:p>
            <a:pPr>
              <a:buFontTx/>
              <a:buNone/>
            </a:pPr>
            <a:r>
              <a:rPr lang="en-US" dirty="0"/>
              <a:t> 	type y is table of number(2);</a:t>
            </a:r>
          </a:p>
          <a:p>
            <a:pPr>
              <a:buFontTx/>
              <a:buNone/>
            </a:pPr>
            <a:r>
              <a:rPr lang="en-US" dirty="0"/>
              <a:t>   	</a:t>
            </a:r>
            <a:r>
              <a:rPr lang="en-US" dirty="0" err="1"/>
              <a:t>ny</a:t>
            </a:r>
            <a:r>
              <a:rPr lang="en-US" dirty="0"/>
              <a:t> y :=y(1,2,3);</a:t>
            </a:r>
          </a:p>
          <a:p>
            <a:pPr>
              <a:buFontTx/>
              <a:buNone/>
            </a:pPr>
            <a:r>
              <a:rPr lang="en-US" dirty="0"/>
              <a:t>begin</a:t>
            </a:r>
          </a:p>
          <a:p>
            <a:pPr>
              <a:buFontTx/>
              <a:buNone/>
            </a:pPr>
            <a:r>
              <a:rPr lang="en-US" dirty="0"/>
              <a:t>  	</a:t>
            </a:r>
            <a:r>
              <a:rPr lang="en-US" dirty="0" err="1"/>
              <a:t>ny.delete</a:t>
            </a:r>
            <a:r>
              <a:rPr lang="en-US" dirty="0"/>
              <a:t>(2);</a:t>
            </a:r>
          </a:p>
          <a:p>
            <a:pPr>
              <a:buFontTx/>
              <a:buNone/>
            </a:pPr>
            <a:r>
              <a:rPr lang="en-US" dirty="0"/>
              <a:t>  	</a:t>
            </a:r>
            <a:r>
              <a:rPr lang="en-US" dirty="0" err="1"/>
              <a:t>dbms_output.put_line</a:t>
            </a:r>
            <a:r>
              <a:rPr lang="en-US" dirty="0"/>
              <a:t>(</a:t>
            </a:r>
            <a:r>
              <a:rPr lang="en-US" dirty="0" err="1"/>
              <a:t>ny</a:t>
            </a:r>
            <a:r>
              <a:rPr lang="en-US" dirty="0"/>
              <a:t>(2));</a:t>
            </a:r>
          </a:p>
          <a:p>
            <a:pPr>
              <a:buFontTx/>
              <a:buNone/>
            </a:pPr>
            <a:r>
              <a:rPr lang="en-US" dirty="0"/>
              <a:t>exception</a:t>
            </a:r>
          </a:p>
          <a:p>
            <a:pPr>
              <a:buFontTx/>
              <a:buNone/>
            </a:pPr>
            <a:r>
              <a:rPr lang="en-US" dirty="0"/>
              <a:t>  	when </a:t>
            </a:r>
            <a:r>
              <a:rPr lang="en-US" dirty="0" err="1"/>
              <a:t>no_data_found</a:t>
            </a:r>
            <a:r>
              <a:rPr lang="en-US" dirty="0"/>
              <a:t> then</a:t>
            </a:r>
          </a:p>
          <a:p>
            <a:pPr>
              <a:buFontTx/>
              <a:buNone/>
            </a:pPr>
            <a:r>
              <a:rPr lang="en-US" dirty="0"/>
              <a:t>   	</a:t>
            </a:r>
            <a:r>
              <a:rPr lang="en-US" dirty="0" err="1"/>
              <a:t>dbms_output.put_line</a:t>
            </a:r>
            <a:r>
              <a:rPr lang="en-US" dirty="0"/>
              <a:t>('not found');</a:t>
            </a:r>
          </a:p>
          <a:p>
            <a:pPr>
              <a:buFontTx/>
              <a:buNone/>
            </a:pPr>
            <a:r>
              <a:rPr lang="en-US" dirty="0"/>
              <a:t>end;</a:t>
            </a:r>
          </a:p>
          <a:p>
            <a:pPr>
              <a:buFontTx/>
              <a:buNone/>
            </a:pPr>
            <a:r>
              <a:rPr lang="en-US" dirty="0"/>
              <a:t>/</a:t>
            </a:r>
          </a:p>
          <a:p>
            <a:pPr>
              <a:buFontTx/>
              <a:buNone/>
            </a:pPr>
            <a:r>
              <a:rPr lang="en-US" dirty="0"/>
              <a:t>Not found</a:t>
            </a:r>
          </a:p>
          <a:p>
            <a:pPr>
              <a:buFontTx/>
              <a:buNone/>
            </a:pPr>
            <a:endParaRPr lang="en-US" dirty="0"/>
          </a:p>
          <a:p>
            <a:pPr>
              <a:buFontTx/>
              <a:buNone/>
            </a:pPr>
            <a:r>
              <a:rPr lang="en-US" dirty="0"/>
              <a:t>declare</a:t>
            </a:r>
          </a:p>
          <a:p>
            <a:pPr>
              <a:buFontTx/>
              <a:buNone/>
            </a:pPr>
            <a:r>
              <a:rPr lang="en-US" dirty="0"/>
              <a:t>  	type x is </a:t>
            </a:r>
            <a:r>
              <a:rPr lang="en-US" dirty="0" err="1"/>
              <a:t>varray</a:t>
            </a:r>
            <a:r>
              <a:rPr lang="en-US" dirty="0"/>
              <a:t>(5) of number(2);</a:t>
            </a:r>
          </a:p>
          <a:p>
            <a:pPr>
              <a:buFontTx/>
              <a:buNone/>
            </a:pPr>
            <a:r>
              <a:rPr lang="en-US" dirty="0"/>
              <a:t>    	</a:t>
            </a:r>
            <a:r>
              <a:rPr lang="en-US" dirty="0" err="1"/>
              <a:t>nx</a:t>
            </a:r>
            <a:r>
              <a:rPr lang="en-US" dirty="0"/>
              <a:t> x :=x(10,20,30);</a:t>
            </a:r>
          </a:p>
          <a:p>
            <a:pPr>
              <a:buFontTx/>
              <a:buNone/>
            </a:pPr>
            <a:r>
              <a:rPr lang="en-US" dirty="0"/>
              <a:t>begin</a:t>
            </a:r>
          </a:p>
          <a:p>
            <a:pPr>
              <a:buFontTx/>
              <a:buNone/>
            </a:pPr>
            <a:r>
              <a:rPr lang="en-US" dirty="0" err="1"/>
              <a:t>nx</a:t>
            </a:r>
            <a:r>
              <a:rPr lang="en-US" dirty="0"/>
              <a:t>(2):=22;</a:t>
            </a:r>
          </a:p>
          <a:p>
            <a:pPr>
              <a:buFontTx/>
              <a:buNone/>
            </a:pPr>
            <a:r>
              <a:rPr lang="en-US" dirty="0" err="1"/>
              <a:t>dbms_output.put_line</a:t>
            </a:r>
            <a:r>
              <a:rPr lang="en-US" dirty="0"/>
              <a:t>(</a:t>
            </a:r>
            <a:r>
              <a:rPr lang="en-US" dirty="0" err="1"/>
              <a:t>nx</a:t>
            </a:r>
            <a:r>
              <a:rPr lang="en-US" dirty="0"/>
              <a:t>(1)||</a:t>
            </a:r>
            <a:r>
              <a:rPr lang="en-US" dirty="0" err="1"/>
              <a:t>nx</a:t>
            </a:r>
            <a:r>
              <a:rPr lang="en-US" dirty="0"/>
              <a:t>(2)||</a:t>
            </a:r>
            <a:r>
              <a:rPr lang="en-US" dirty="0" err="1"/>
              <a:t>nx</a:t>
            </a:r>
            <a:r>
              <a:rPr lang="en-US" dirty="0"/>
              <a:t>(3));</a:t>
            </a:r>
          </a:p>
          <a:p>
            <a:pPr>
              <a:buFontTx/>
              <a:buNone/>
            </a:pPr>
            <a:r>
              <a:rPr lang="en-US" dirty="0"/>
              <a:t>--</a:t>
            </a:r>
            <a:r>
              <a:rPr lang="en-US" dirty="0" err="1"/>
              <a:t>nx.delete</a:t>
            </a:r>
            <a:r>
              <a:rPr lang="en-US" dirty="0"/>
              <a:t>(3);</a:t>
            </a:r>
          </a:p>
          <a:p>
            <a:pPr>
              <a:buFontTx/>
              <a:buNone/>
            </a:pPr>
            <a:r>
              <a:rPr lang="en-US" dirty="0"/>
              <a:t>--above will give error, as individual elements cant be delete</a:t>
            </a:r>
          </a:p>
          <a:p>
            <a:pPr>
              <a:buFontTx/>
              <a:buNone/>
            </a:pPr>
            <a:r>
              <a:rPr lang="en-US" dirty="0" err="1"/>
              <a:t>nx.delete</a:t>
            </a:r>
            <a:r>
              <a:rPr lang="en-US" dirty="0"/>
              <a:t>;  -- will delete all elements</a:t>
            </a:r>
          </a:p>
          <a:p>
            <a:pPr>
              <a:buFontTx/>
              <a:buNone/>
            </a:pPr>
            <a:r>
              <a:rPr lang="en-US" dirty="0" err="1"/>
              <a:t>dbms_output.put_line</a:t>
            </a:r>
            <a:r>
              <a:rPr lang="en-US" dirty="0"/>
              <a:t>('count '||</a:t>
            </a:r>
            <a:r>
              <a:rPr lang="en-US" dirty="0" err="1"/>
              <a:t>nx.count</a:t>
            </a:r>
            <a:r>
              <a:rPr lang="en-US" dirty="0"/>
              <a:t>);</a:t>
            </a:r>
          </a:p>
          <a:p>
            <a:pPr>
              <a:buFontTx/>
              <a:buNone/>
            </a:pPr>
            <a:r>
              <a:rPr lang="en-US" dirty="0" err="1"/>
              <a:t>dbms_output.put_line</a:t>
            </a:r>
            <a:r>
              <a:rPr lang="en-US" dirty="0"/>
              <a:t>(</a:t>
            </a:r>
            <a:r>
              <a:rPr lang="en-US" dirty="0" err="1"/>
              <a:t>nx</a:t>
            </a:r>
            <a:r>
              <a:rPr lang="en-US" dirty="0"/>
              <a:t>(3));</a:t>
            </a:r>
          </a:p>
          <a:p>
            <a:pPr>
              <a:buFontTx/>
              <a:buNone/>
            </a:pPr>
            <a:r>
              <a:rPr lang="en-US" dirty="0"/>
              <a:t>exception</a:t>
            </a:r>
          </a:p>
          <a:p>
            <a:pPr>
              <a:buFontTx/>
              <a:buNone/>
            </a:pPr>
            <a:r>
              <a:rPr lang="en-US" dirty="0"/>
              <a:t>   	when </a:t>
            </a:r>
            <a:r>
              <a:rPr lang="en-US" dirty="0" err="1"/>
              <a:t>no_data_found</a:t>
            </a:r>
            <a:r>
              <a:rPr lang="en-US" dirty="0"/>
              <a:t> then</a:t>
            </a:r>
          </a:p>
          <a:p>
            <a:pPr>
              <a:buFontTx/>
              <a:buNone/>
            </a:pPr>
            <a:r>
              <a:rPr lang="en-US" dirty="0"/>
              <a:t>     		</a:t>
            </a:r>
            <a:r>
              <a:rPr lang="en-US" dirty="0" err="1"/>
              <a:t>dbms_output.put_line</a:t>
            </a:r>
            <a:r>
              <a:rPr lang="en-US" dirty="0"/>
              <a:t>('not found');</a:t>
            </a:r>
          </a:p>
          <a:p>
            <a:pPr>
              <a:buFontTx/>
              <a:buNone/>
            </a:pPr>
            <a:r>
              <a:rPr lang="en-US" dirty="0"/>
              <a:t>	when </a:t>
            </a:r>
            <a:r>
              <a:rPr lang="en-US" dirty="0" err="1"/>
              <a:t>subscript_beyond_count</a:t>
            </a:r>
            <a:r>
              <a:rPr lang="en-US" dirty="0"/>
              <a:t> then</a:t>
            </a:r>
          </a:p>
          <a:p>
            <a:pPr>
              <a:buFontTx/>
              <a:buNone/>
            </a:pPr>
            <a:r>
              <a:rPr lang="en-US" dirty="0"/>
              <a:t>     		</a:t>
            </a:r>
            <a:r>
              <a:rPr lang="en-US" dirty="0" err="1"/>
              <a:t>dbms_output.put_line</a:t>
            </a:r>
            <a:r>
              <a:rPr lang="en-US" dirty="0"/>
              <a:t>('you are out of count');</a:t>
            </a:r>
          </a:p>
          <a:p>
            <a:pPr>
              <a:buFontTx/>
              <a:buNone/>
            </a:pPr>
            <a:r>
              <a:rPr lang="en-US" dirty="0"/>
              <a:t>	when </a:t>
            </a:r>
            <a:r>
              <a:rPr lang="en-US" dirty="0" err="1"/>
              <a:t>subscript_outside_limit</a:t>
            </a:r>
            <a:r>
              <a:rPr lang="en-US" dirty="0"/>
              <a:t> then</a:t>
            </a:r>
          </a:p>
          <a:p>
            <a:pPr>
              <a:buFontTx/>
              <a:buNone/>
            </a:pPr>
            <a:r>
              <a:rPr lang="en-US" dirty="0"/>
              <a:t>     		</a:t>
            </a:r>
            <a:r>
              <a:rPr lang="en-US" dirty="0" err="1"/>
              <a:t>dbms_output.put_line</a:t>
            </a:r>
            <a:r>
              <a:rPr lang="en-US" dirty="0"/>
              <a:t>('you are out of limit');</a:t>
            </a:r>
          </a:p>
          <a:p>
            <a:pPr>
              <a:buFontTx/>
              <a:buNone/>
            </a:pPr>
            <a:r>
              <a:rPr lang="en-US" dirty="0"/>
              <a:t>end;</a:t>
            </a:r>
          </a:p>
          <a:p>
            <a:pPr>
              <a:buFontTx/>
              <a:buNone/>
            </a:pPr>
            <a:r>
              <a:rPr lang="en-US" dirty="0"/>
              <a:t>/</a:t>
            </a:r>
          </a:p>
          <a:p>
            <a:pPr>
              <a:buFontTx/>
              <a:buNone/>
            </a:pPr>
            <a:r>
              <a:rPr lang="en-US" dirty="0"/>
              <a:t>102230</a:t>
            </a:r>
          </a:p>
          <a:p>
            <a:pPr>
              <a:buFontTx/>
              <a:buNone/>
            </a:pPr>
            <a:r>
              <a:rPr lang="en-US" dirty="0"/>
              <a:t>count 0</a:t>
            </a:r>
          </a:p>
          <a:p>
            <a:pPr>
              <a:buFontTx/>
              <a:buNone/>
            </a:pPr>
            <a:r>
              <a:rPr lang="en-US" dirty="0"/>
              <a:t>you are out of count</a:t>
            </a:r>
          </a:p>
          <a:p>
            <a:pPr>
              <a:buFontTx/>
              <a:buNone/>
            </a:pPr>
            <a:endParaRPr lang="en-US" dirty="0"/>
          </a:p>
          <a:p>
            <a:pPr>
              <a:buFontTx/>
              <a:buNone/>
            </a:pPr>
            <a:r>
              <a:rPr lang="en-US" dirty="0"/>
              <a:t>Declare</a:t>
            </a:r>
          </a:p>
          <a:p>
            <a:pPr>
              <a:buFontTx/>
              <a:buNone/>
            </a:pPr>
            <a:r>
              <a:rPr lang="en-US" dirty="0"/>
              <a:t> 	Type x is table of number(3) index by </a:t>
            </a:r>
            <a:r>
              <a:rPr lang="en-US" dirty="0" err="1"/>
              <a:t>pls_integer</a:t>
            </a:r>
            <a:r>
              <a:rPr lang="en-US" dirty="0"/>
              <a:t>;</a:t>
            </a:r>
          </a:p>
          <a:p>
            <a:pPr>
              <a:buFontTx/>
              <a:buNone/>
            </a:pPr>
            <a:r>
              <a:rPr lang="en-US" dirty="0"/>
              <a:t> 	</a:t>
            </a:r>
            <a:r>
              <a:rPr lang="en-US" dirty="0" err="1"/>
              <a:t>Vx</a:t>
            </a:r>
            <a:r>
              <a:rPr lang="en-US" dirty="0"/>
              <a:t> x;</a:t>
            </a:r>
          </a:p>
          <a:p>
            <a:pPr>
              <a:buFontTx/>
              <a:buNone/>
            </a:pPr>
            <a:r>
              <a:rPr lang="en-US" dirty="0"/>
              <a:t>Begin</a:t>
            </a:r>
          </a:p>
          <a:p>
            <a:pPr>
              <a:buFontTx/>
              <a:buNone/>
            </a:pPr>
            <a:r>
              <a:rPr lang="en-US" dirty="0"/>
              <a:t>	For </a:t>
            </a:r>
            <a:r>
              <a:rPr lang="en-US" dirty="0" err="1"/>
              <a:t>i</a:t>
            </a:r>
            <a:r>
              <a:rPr lang="en-US" dirty="0"/>
              <a:t> in 1..10 loop</a:t>
            </a:r>
          </a:p>
          <a:p>
            <a:pPr>
              <a:buFontTx/>
              <a:buNone/>
            </a:pPr>
            <a:r>
              <a:rPr lang="en-US" dirty="0"/>
              <a:t> 		</a:t>
            </a:r>
            <a:r>
              <a:rPr lang="da-DK" dirty="0"/>
              <a:t>vx(i):=i+100;</a:t>
            </a:r>
          </a:p>
          <a:p>
            <a:pPr>
              <a:buFontTx/>
              <a:buNone/>
            </a:pPr>
            <a:r>
              <a:rPr lang="da-DK" dirty="0"/>
              <a:t>	End loop;</a:t>
            </a:r>
            <a:endParaRPr lang="en-US" dirty="0"/>
          </a:p>
          <a:p>
            <a:pPr>
              <a:buFontTx/>
              <a:buNone/>
            </a:pPr>
            <a:r>
              <a:rPr lang="en-US" dirty="0"/>
              <a:t>	</a:t>
            </a:r>
            <a:r>
              <a:rPr lang="en-US" dirty="0" err="1"/>
              <a:t>Dbms_output.put_line</a:t>
            </a:r>
            <a:r>
              <a:rPr lang="en-US" dirty="0"/>
              <a:t>(</a:t>
            </a:r>
            <a:r>
              <a:rPr lang="en-US" dirty="0" err="1"/>
              <a:t>vx</a:t>
            </a:r>
            <a:r>
              <a:rPr lang="en-US" dirty="0"/>
              <a:t>(null));</a:t>
            </a:r>
          </a:p>
          <a:p>
            <a:pPr>
              <a:buFontTx/>
              <a:buNone/>
            </a:pPr>
            <a:r>
              <a:rPr lang="en-US" dirty="0"/>
              <a:t>exception</a:t>
            </a:r>
          </a:p>
          <a:p>
            <a:pPr>
              <a:buFontTx/>
              <a:buNone/>
            </a:pPr>
            <a:r>
              <a:rPr lang="en-US" dirty="0"/>
              <a:t>	when </a:t>
            </a:r>
            <a:r>
              <a:rPr lang="en-US" dirty="0" err="1"/>
              <a:t>value_error</a:t>
            </a:r>
            <a:r>
              <a:rPr lang="en-US" dirty="0"/>
              <a:t> then</a:t>
            </a:r>
          </a:p>
          <a:p>
            <a:pPr>
              <a:buFontTx/>
              <a:buNone/>
            </a:pPr>
            <a:r>
              <a:rPr lang="en-US" dirty="0"/>
              <a:t>   		</a:t>
            </a:r>
            <a:r>
              <a:rPr lang="en-US" dirty="0" err="1"/>
              <a:t>Dbms_output.put_line</a:t>
            </a:r>
            <a:r>
              <a:rPr lang="en-US" dirty="0"/>
              <a:t>('value error');</a:t>
            </a:r>
          </a:p>
          <a:p>
            <a:pPr>
              <a:buFontTx/>
              <a:buNone/>
            </a:pPr>
            <a:r>
              <a:rPr lang="en-US" dirty="0"/>
              <a:t>End;</a:t>
            </a:r>
          </a:p>
          <a:p>
            <a:pPr>
              <a:buFontTx/>
              <a:buNone/>
            </a:pPr>
            <a:r>
              <a:rPr lang="en-US" dirty="0"/>
              <a:t>/</a:t>
            </a:r>
          </a:p>
          <a:p>
            <a:pPr>
              <a:buFontTx/>
              <a:buNone/>
            </a:pPr>
            <a:r>
              <a:rPr lang="en-US" dirty="0"/>
              <a:t>Value error</a:t>
            </a:r>
          </a:p>
          <a:p>
            <a:pPr>
              <a:buFontTx/>
              <a:buNone/>
            </a:pPr>
            <a:endParaRPr lang="en-US" dirty="0"/>
          </a:p>
          <a:p>
            <a:pPr>
              <a:buFontTx/>
              <a:buNone/>
            </a:pPr>
            <a:r>
              <a:rPr lang="en-US" dirty="0"/>
              <a:t>Or</a:t>
            </a:r>
          </a:p>
          <a:p>
            <a:pPr>
              <a:buFontTx/>
              <a:buNone/>
            </a:pPr>
            <a:endParaRPr lang="en-US" dirty="0"/>
          </a:p>
          <a:p>
            <a:pPr>
              <a:buFontTx/>
              <a:buNone/>
            </a:pPr>
            <a:r>
              <a:rPr lang="en-US" dirty="0"/>
              <a:t>Declare</a:t>
            </a:r>
          </a:p>
          <a:p>
            <a:pPr>
              <a:buFontTx/>
              <a:buNone/>
            </a:pPr>
            <a:r>
              <a:rPr lang="en-US" dirty="0"/>
              <a:t>  	Type x is table of number(3) index by </a:t>
            </a:r>
            <a:r>
              <a:rPr lang="en-US" dirty="0" err="1"/>
              <a:t>pls_integer</a:t>
            </a:r>
            <a:r>
              <a:rPr lang="en-US" dirty="0"/>
              <a:t>;</a:t>
            </a:r>
          </a:p>
          <a:p>
            <a:pPr>
              <a:buFontTx/>
              <a:buNone/>
            </a:pPr>
            <a:r>
              <a:rPr lang="en-US" dirty="0"/>
              <a:t>  	</a:t>
            </a:r>
            <a:r>
              <a:rPr lang="en-US" dirty="0" err="1"/>
              <a:t>Vx</a:t>
            </a:r>
            <a:r>
              <a:rPr lang="en-US" dirty="0"/>
              <a:t> x;</a:t>
            </a:r>
          </a:p>
          <a:p>
            <a:pPr>
              <a:buFontTx/>
              <a:buNone/>
            </a:pPr>
            <a:r>
              <a:rPr lang="en-US" dirty="0"/>
              <a:t>Begin</a:t>
            </a:r>
          </a:p>
          <a:p>
            <a:pPr>
              <a:buFontTx/>
              <a:buNone/>
            </a:pPr>
            <a:r>
              <a:rPr lang="en-US" dirty="0"/>
              <a:t> 	For </a:t>
            </a:r>
            <a:r>
              <a:rPr lang="en-US" dirty="0" err="1"/>
              <a:t>i</a:t>
            </a:r>
            <a:r>
              <a:rPr lang="en-US" dirty="0"/>
              <a:t> in 1..10 loop</a:t>
            </a:r>
          </a:p>
          <a:p>
            <a:pPr>
              <a:buFontTx/>
              <a:buNone/>
            </a:pPr>
            <a:r>
              <a:rPr lang="en-US" dirty="0"/>
              <a:t>   		</a:t>
            </a:r>
            <a:r>
              <a:rPr lang="en-US" dirty="0" err="1"/>
              <a:t>vx</a:t>
            </a:r>
            <a:r>
              <a:rPr lang="en-US" dirty="0"/>
              <a:t>(</a:t>
            </a:r>
            <a:r>
              <a:rPr lang="en-US" dirty="0" err="1"/>
              <a:t>i</a:t>
            </a:r>
            <a:r>
              <a:rPr lang="en-US" dirty="0"/>
              <a:t>):=i+100;</a:t>
            </a:r>
          </a:p>
          <a:p>
            <a:pPr>
              <a:buFontTx/>
              <a:buNone/>
            </a:pPr>
            <a:r>
              <a:rPr lang="en-US" dirty="0"/>
              <a:t> 	End loop;</a:t>
            </a:r>
          </a:p>
          <a:p>
            <a:pPr>
              <a:buFontTx/>
              <a:buNone/>
            </a:pPr>
            <a:r>
              <a:rPr lang="en-US" dirty="0"/>
              <a:t> 	</a:t>
            </a:r>
            <a:r>
              <a:rPr lang="en-US" dirty="0" err="1"/>
              <a:t>Dbms_output.put_line</a:t>
            </a:r>
            <a:r>
              <a:rPr lang="en-US" dirty="0"/>
              <a:t>(</a:t>
            </a:r>
            <a:r>
              <a:rPr lang="en-US" dirty="0" err="1"/>
              <a:t>vx</a:t>
            </a:r>
            <a:r>
              <a:rPr lang="en-US" dirty="0"/>
              <a:t>('</a:t>
            </a:r>
            <a:r>
              <a:rPr lang="en-US" dirty="0" err="1"/>
              <a:t>abc</a:t>
            </a:r>
            <a:r>
              <a:rPr lang="en-US" dirty="0"/>
              <a:t>'));</a:t>
            </a:r>
          </a:p>
          <a:p>
            <a:pPr>
              <a:buFontTx/>
              <a:buNone/>
            </a:pPr>
            <a:r>
              <a:rPr lang="en-US" dirty="0"/>
              <a:t>exception</a:t>
            </a:r>
          </a:p>
          <a:p>
            <a:pPr>
              <a:buFontTx/>
              <a:buNone/>
            </a:pPr>
            <a:r>
              <a:rPr lang="en-US" dirty="0"/>
              <a:t> 	when </a:t>
            </a:r>
            <a:r>
              <a:rPr lang="en-US" dirty="0" err="1"/>
              <a:t>value_error</a:t>
            </a:r>
            <a:r>
              <a:rPr lang="en-US" dirty="0"/>
              <a:t> then</a:t>
            </a:r>
          </a:p>
          <a:p>
            <a:pPr>
              <a:buFontTx/>
              <a:buNone/>
            </a:pPr>
            <a:r>
              <a:rPr lang="en-US" dirty="0"/>
              <a:t>     		</a:t>
            </a:r>
            <a:r>
              <a:rPr lang="en-US" dirty="0" err="1"/>
              <a:t>Dbms_output.put_line</a:t>
            </a:r>
            <a:r>
              <a:rPr lang="en-US" dirty="0"/>
              <a:t>('value error');</a:t>
            </a:r>
          </a:p>
          <a:p>
            <a:pPr>
              <a:buFontTx/>
              <a:buNone/>
            </a:pPr>
            <a:r>
              <a:rPr lang="en-US" dirty="0"/>
              <a:t>End;</a:t>
            </a:r>
          </a:p>
          <a:p>
            <a:pPr>
              <a:buFontTx/>
              <a:buNone/>
            </a:pPr>
            <a:r>
              <a:rPr lang="en-US" dirty="0"/>
              <a:t>/</a:t>
            </a:r>
          </a:p>
          <a:p>
            <a:pPr>
              <a:buFontTx/>
              <a:buNone/>
            </a:pPr>
            <a:endParaRPr lang="en-US" dirty="0"/>
          </a:p>
          <a:p>
            <a:pPr>
              <a:buFontTx/>
              <a:buNone/>
            </a:pPr>
            <a:r>
              <a:rPr lang="en-US" dirty="0"/>
              <a:t>value error</a:t>
            </a:r>
            <a:endParaRPr lang="en-I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emf"/><Relationship Id="rId3" Type="http://schemas.openxmlformats.org/officeDocument/2006/relationships/tags" Target="../tags/tag9.xml"/><Relationship Id="rId7" Type="http://schemas.openxmlformats.org/officeDocument/2006/relationships/oleObject" Target="../embeddings/oleObject2.bin"/><Relationship Id="rId2" Type="http://schemas.openxmlformats.org/officeDocument/2006/relationships/tags" Target="../tags/tag8.xml"/><Relationship Id="rId1" Type="http://schemas.openxmlformats.org/officeDocument/2006/relationships/vmlDrawing" Target="../drawings/vmlDrawing2.v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1.xml"/><Relationship Id="rId10" Type="http://schemas.openxmlformats.org/officeDocument/2006/relationships/image" Target="../media/image4.jpeg"/><Relationship Id="rId4" Type="http://schemas.openxmlformats.org/officeDocument/2006/relationships/tags" Target="../tags/tag10.xml"/><Relationship Id="rId9" Type="http://schemas.openxmlformats.org/officeDocument/2006/relationships/image" Target="../media/image3.jpe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3.xml"/><Relationship Id="rId7" Type="http://schemas.openxmlformats.org/officeDocument/2006/relationships/image" Target="../media/image1.emf"/><Relationship Id="rId2" Type="http://schemas.openxmlformats.org/officeDocument/2006/relationships/tags" Target="../tags/tag12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3.bin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4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6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4.bin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tags" Target="../tags/tag27.xml"/><Relationship Id="rId7" Type="http://schemas.openxmlformats.org/officeDocument/2006/relationships/image" Target="../media/image1.emf"/><Relationship Id="rId2" Type="http://schemas.openxmlformats.org/officeDocument/2006/relationships/tags" Target="../tags/tag26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6.bin"/><Relationship Id="rId5" Type="http://schemas.openxmlformats.org/officeDocument/2006/relationships/slideMaster" Target="../slideMasters/slideMaster4.xml"/><Relationship Id="rId4" Type="http://schemas.openxmlformats.org/officeDocument/2006/relationships/tags" Target="../tags/tag28.xml"/><Relationship Id="rId9" Type="http://schemas.openxmlformats.org/officeDocument/2006/relationships/image" Target="../media/image14.pn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7.bin"/><Relationship Id="rId4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" y="0"/>
          <a:ext cx="146538" cy="119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15" name="think-cell Slide" r:id="rId7" imgW="360" imgH="360" progId="">
                  <p:embed/>
                </p:oleObj>
              </mc:Choice>
              <mc:Fallback>
                <p:oleObj name="think-cell Slide" r:id="rId7" imgW="360" imgH="360" progId="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" y="0"/>
                        <a:ext cx="146538" cy="1190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Image 11" descr="GraphicTablet_shutterstock_73936774.jpg"/>
          <p:cNvPicPr>
            <a:picLocks noChangeAspect="1"/>
          </p:cNvPicPr>
          <p:nvPr userDrawn="1"/>
        </p:nvPicPr>
        <p:blipFill>
          <a:blip r:embed="rId9" cstate="print"/>
          <a:srcRect b="14021"/>
          <a:stretch>
            <a:fillRect/>
          </a:stretch>
        </p:blipFill>
        <p:spPr>
          <a:xfrm>
            <a:off x="1588" y="883526"/>
            <a:ext cx="9904413" cy="4259975"/>
          </a:xfrm>
          <a:prstGeom prst="rect">
            <a:avLst/>
          </a:prstGeom>
        </p:spPr>
      </p:pic>
      <p:sp>
        <p:nvSpPr>
          <p:cNvPr id="7" name="Rectangle 7"/>
          <p:cNvSpPr/>
          <p:nvPr userDrawn="1">
            <p:custDataLst>
              <p:tags r:id="rId3"/>
            </p:custDataLst>
          </p:nvPr>
        </p:nvSpPr>
        <p:spPr bwMode="auto">
          <a:xfrm>
            <a:off x="2" y="0"/>
            <a:ext cx="9906318" cy="2012275"/>
          </a:xfrm>
          <a:custGeom>
            <a:avLst/>
            <a:gdLst>
              <a:gd name="connsiteX0" fmla="*/ 0 w 10685085"/>
              <a:gd name="connsiteY0" fmla="*/ 0 h 684481"/>
              <a:gd name="connsiteX1" fmla="*/ 10685085 w 10685085"/>
              <a:gd name="connsiteY1" fmla="*/ 0 h 684481"/>
              <a:gd name="connsiteX2" fmla="*/ 10685085 w 10685085"/>
              <a:gd name="connsiteY2" fmla="*/ 684481 h 684481"/>
              <a:gd name="connsiteX3" fmla="*/ 0 w 10685085"/>
              <a:gd name="connsiteY3" fmla="*/ 684481 h 684481"/>
              <a:gd name="connsiteX4" fmla="*/ 0 w 10685085"/>
              <a:gd name="connsiteY4" fmla="*/ 0 h 684481"/>
              <a:gd name="connsiteX0" fmla="*/ 0 w 10685085"/>
              <a:gd name="connsiteY0" fmla="*/ 0 h 684481"/>
              <a:gd name="connsiteX1" fmla="*/ 10685085 w 10685085"/>
              <a:gd name="connsiteY1" fmla="*/ 0 h 684481"/>
              <a:gd name="connsiteX2" fmla="*/ 10685085 w 10685085"/>
              <a:gd name="connsiteY2" fmla="*/ 684481 h 684481"/>
              <a:gd name="connsiteX3" fmla="*/ 525849 w 10685085"/>
              <a:gd name="connsiteY3" fmla="*/ 678410 h 684481"/>
              <a:gd name="connsiteX4" fmla="*/ 0 w 10685085"/>
              <a:gd name="connsiteY4" fmla="*/ 684481 h 684481"/>
              <a:gd name="connsiteX5" fmla="*/ 0 w 10685085"/>
              <a:gd name="connsiteY5" fmla="*/ 0 h 684481"/>
              <a:gd name="connsiteX0" fmla="*/ 0 w 10685085"/>
              <a:gd name="connsiteY0" fmla="*/ 0 h 684481"/>
              <a:gd name="connsiteX1" fmla="*/ 10685085 w 10685085"/>
              <a:gd name="connsiteY1" fmla="*/ 0 h 684481"/>
              <a:gd name="connsiteX2" fmla="*/ 10685085 w 10685085"/>
              <a:gd name="connsiteY2" fmla="*/ 684481 h 684481"/>
              <a:gd name="connsiteX3" fmla="*/ 1063736 w 10685085"/>
              <a:gd name="connsiteY3" fmla="*/ 670939 h 684481"/>
              <a:gd name="connsiteX4" fmla="*/ 525849 w 10685085"/>
              <a:gd name="connsiteY4" fmla="*/ 678410 h 684481"/>
              <a:gd name="connsiteX5" fmla="*/ 0 w 10685085"/>
              <a:gd name="connsiteY5" fmla="*/ 684481 h 684481"/>
              <a:gd name="connsiteX6" fmla="*/ 0 w 10685085"/>
              <a:gd name="connsiteY6" fmla="*/ 0 h 684481"/>
              <a:gd name="connsiteX0" fmla="*/ 0 w 10685085"/>
              <a:gd name="connsiteY0" fmla="*/ 0 h 684481"/>
              <a:gd name="connsiteX1" fmla="*/ 10685085 w 10685085"/>
              <a:gd name="connsiteY1" fmla="*/ 0 h 684481"/>
              <a:gd name="connsiteX2" fmla="*/ 10685085 w 10685085"/>
              <a:gd name="connsiteY2" fmla="*/ 684481 h 684481"/>
              <a:gd name="connsiteX3" fmla="*/ 1063736 w 10685085"/>
              <a:gd name="connsiteY3" fmla="*/ 670939 h 684481"/>
              <a:gd name="connsiteX4" fmla="*/ 525849 w 10685085"/>
              <a:gd name="connsiteY4" fmla="*/ 678410 h 684481"/>
              <a:gd name="connsiteX5" fmla="*/ 0 w 10685085"/>
              <a:gd name="connsiteY5" fmla="*/ 684481 h 684481"/>
              <a:gd name="connsiteX6" fmla="*/ 0 w 10685085"/>
              <a:gd name="connsiteY6" fmla="*/ 0 h 684481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684481 h 1022049"/>
              <a:gd name="connsiteX3" fmla="*/ 1063736 w 10685085"/>
              <a:gd name="connsiteY3" fmla="*/ 670939 h 1022049"/>
              <a:gd name="connsiteX4" fmla="*/ 533320 w 10685085"/>
              <a:gd name="connsiteY4" fmla="*/ 1022049 h 1022049"/>
              <a:gd name="connsiteX5" fmla="*/ 0 w 10685085"/>
              <a:gd name="connsiteY5" fmla="*/ 684481 h 1022049"/>
              <a:gd name="connsiteX6" fmla="*/ 0 w 10685085"/>
              <a:gd name="connsiteY6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684481 h 1022049"/>
              <a:gd name="connsiteX3" fmla="*/ 1063736 w 10685085"/>
              <a:gd name="connsiteY3" fmla="*/ 670939 h 1022049"/>
              <a:gd name="connsiteX4" fmla="*/ 533320 w 10685085"/>
              <a:gd name="connsiteY4" fmla="*/ 1022049 h 1022049"/>
              <a:gd name="connsiteX5" fmla="*/ 0 w 10685085"/>
              <a:gd name="connsiteY5" fmla="*/ 684481 h 1022049"/>
              <a:gd name="connsiteX6" fmla="*/ 0 w 10685085"/>
              <a:gd name="connsiteY6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684481 h 1022049"/>
              <a:gd name="connsiteX3" fmla="*/ 1063736 w 10685085"/>
              <a:gd name="connsiteY3" fmla="*/ 670939 h 1022049"/>
              <a:gd name="connsiteX4" fmla="*/ 533320 w 10685085"/>
              <a:gd name="connsiteY4" fmla="*/ 1022049 h 1022049"/>
              <a:gd name="connsiteX5" fmla="*/ 0 w 10685085"/>
              <a:gd name="connsiteY5" fmla="*/ 684481 h 1022049"/>
              <a:gd name="connsiteX6" fmla="*/ 0 w 10685085"/>
              <a:gd name="connsiteY6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684481 h 1022049"/>
              <a:gd name="connsiteX3" fmla="*/ 1063736 w 10685085"/>
              <a:gd name="connsiteY3" fmla="*/ 670939 h 1022049"/>
              <a:gd name="connsiteX4" fmla="*/ 533320 w 10685085"/>
              <a:gd name="connsiteY4" fmla="*/ 1022049 h 1022049"/>
              <a:gd name="connsiteX5" fmla="*/ 0 w 10685085"/>
              <a:gd name="connsiteY5" fmla="*/ 684481 h 1022049"/>
              <a:gd name="connsiteX6" fmla="*/ 0 w 10685085"/>
              <a:gd name="connsiteY6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684481 h 1022049"/>
              <a:gd name="connsiteX3" fmla="*/ 1063736 w 10685085"/>
              <a:gd name="connsiteY3" fmla="*/ 670939 h 1022049"/>
              <a:gd name="connsiteX4" fmla="*/ 533320 w 10685085"/>
              <a:gd name="connsiteY4" fmla="*/ 1022049 h 1022049"/>
              <a:gd name="connsiteX5" fmla="*/ 0 w 10685085"/>
              <a:gd name="connsiteY5" fmla="*/ 684481 h 1022049"/>
              <a:gd name="connsiteX6" fmla="*/ 0 w 10685085"/>
              <a:gd name="connsiteY6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68448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157465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157465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157465 w 10685085"/>
              <a:gd name="connsiteY4" fmla="*/ 670939 h 1022049"/>
              <a:gd name="connsiteX5" fmla="*/ 533320 w 10685085"/>
              <a:gd name="connsiteY5" fmla="*/ 1022049 h 1022049"/>
              <a:gd name="connsiteX6" fmla="*/ 23183 w 10685085"/>
              <a:gd name="connsiteY6" fmla="*/ 684481 h 1022049"/>
              <a:gd name="connsiteX7" fmla="*/ 0 w 10685085"/>
              <a:gd name="connsiteY7" fmla="*/ 0 h 1022049"/>
              <a:gd name="connsiteX0" fmla="*/ 0 w 10673494"/>
              <a:gd name="connsiteY0" fmla="*/ 5825 h 1022049"/>
              <a:gd name="connsiteX1" fmla="*/ 10673494 w 10673494"/>
              <a:gd name="connsiteY1" fmla="*/ 0 h 1022049"/>
              <a:gd name="connsiteX2" fmla="*/ 10673494 w 10673494"/>
              <a:gd name="connsiteY2" fmla="*/ 303491 h 1022049"/>
              <a:gd name="connsiteX3" fmla="*/ 10211167 w 10673494"/>
              <a:gd name="connsiteY3" fmla="*/ 678410 h 1022049"/>
              <a:gd name="connsiteX4" fmla="*/ 1145874 w 10673494"/>
              <a:gd name="connsiteY4" fmla="*/ 670939 h 1022049"/>
              <a:gd name="connsiteX5" fmla="*/ 521729 w 10673494"/>
              <a:gd name="connsiteY5" fmla="*/ 1022049 h 1022049"/>
              <a:gd name="connsiteX6" fmla="*/ 11592 w 10673494"/>
              <a:gd name="connsiteY6" fmla="*/ 684481 h 1022049"/>
              <a:gd name="connsiteX7" fmla="*/ 0 w 10673494"/>
              <a:gd name="connsiteY7" fmla="*/ 5825 h 1022049"/>
              <a:gd name="connsiteX0" fmla="*/ 0 w 10673494"/>
              <a:gd name="connsiteY0" fmla="*/ 0 h 1045351"/>
              <a:gd name="connsiteX1" fmla="*/ 10673494 w 10673494"/>
              <a:gd name="connsiteY1" fmla="*/ 23302 h 1045351"/>
              <a:gd name="connsiteX2" fmla="*/ 10673494 w 10673494"/>
              <a:gd name="connsiteY2" fmla="*/ 326793 h 1045351"/>
              <a:gd name="connsiteX3" fmla="*/ 10211167 w 10673494"/>
              <a:gd name="connsiteY3" fmla="*/ 701712 h 1045351"/>
              <a:gd name="connsiteX4" fmla="*/ 1145874 w 10673494"/>
              <a:gd name="connsiteY4" fmla="*/ 694241 h 1045351"/>
              <a:gd name="connsiteX5" fmla="*/ 521729 w 10673494"/>
              <a:gd name="connsiteY5" fmla="*/ 1045351 h 1045351"/>
              <a:gd name="connsiteX6" fmla="*/ 11592 w 10673494"/>
              <a:gd name="connsiteY6" fmla="*/ 707783 h 1045351"/>
              <a:gd name="connsiteX7" fmla="*/ 0 w 10673494"/>
              <a:gd name="connsiteY7" fmla="*/ 0 h 1045351"/>
              <a:gd name="connsiteX0" fmla="*/ 0 w 10667698"/>
              <a:gd name="connsiteY0" fmla="*/ 0 h 1027875"/>
              <a:gd name="connsiteX1" fmla="*/ 10667698 w 10667698"/>
              <a:gd name="connsiteY1" fmla="*/ 5826 h 1027875"/>
              <a:gd name="connsiteX2" fmla="*/ 10667698 w 10667698"/>
              <a:gd name="connsiteY2" fmla="*/ 309317 h 1027875"/>
              <a:gd name="connsiteX3" fmla="*/ 10205371 w 10667698"/>
              <a:gd name="connsiteY3" fmla="*/ 684236 h 1027875"/>
              <a:gd name="connsiteX4" fmla="*/ 1140078 w 10667698"/>
              <a:gd name="connsiteY4" fmla="*/ 676765 h 1027875"/>
              <a:gd name="connsiteX5" fmla="*/ 515933 w 10667698"/>
              <a:gd name="connsiteY5" fmla="*/ 1027875 h 1027875"/>
              <a:gd name="connsiteX6" fmla="*/ 5796 w 10667698"/>
              <a:gd name="connsiteY6" fmla="*/ 690307 h 1027875"/>
              <a:gd name="connsiteX7" fmla="*/ 0 w 10667698"/>
              <a:gd name="connsiteY7" fmla="*/ 0 h 1027875"/>
              <a:gd name="connsiteX0" fmla="*/ 5796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34282 w 10661902"/>
              <a:gd name="connsiteY4" fmla="*/ 676765 h 1027875"/>
              <a:gd name="connsiteX5" fmla="*/ 510137 w 10661902"/>
              <a:gd name="connsiteY5" fmla="*/ 1027875 h 1027875"/>
              <a:gd name="connsiteX6" fmla="*/ 0 w 10661902"/>
              <a:gd name="connsiteY6" fmla="*/ 690307 h 1027875"/>
              <a:gd name="connsiteX7" fmla="*/ 5796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34282 w 10661902"/>
              <a:gd name="connsiteY4" fmla="*/ 676765 h 1027875"/>
              <a:gd name="connsiteX5" fmla="*/ 510137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34282 w 10661902"/>
              <a:gd name="connsiteY4" fmla="*/ 676765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37441 w 10661902"/>
              <a:gd name="connsiteY4" fmla="*/ 689465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43758 w 10661902"/>
              <a:gd name="connsiteY4" fmla="*/ 629140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40599 w 10661902"/>
              <a:gd name="connsiteY4" fmla="*/ 686290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40599 w 10661902"/>
              <a:gd name="connsiteY4" fmla="*/ 686290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40599 w 10661902"/>
              <a:gd name="connsiteY4" fmla="*/ 686290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40599 w 10661902"/>
              <a:gd name="connsiteY4" fmla="*/ 686290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40599 w 10661902"/>
              <a:gd name="connsiteY4" fmla="*/ 686290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0 w 10661901"/>
              <a:gd name="connsiteY0" fmla="*/ 0 h 1027875"/>
              <a:gd name="connsiteX1" fmla="*/ 10661901 w 10661901"/>
              <a:gd name="connsiteY1" fmla="*/ 5826 h 1027875"/>
              <a:gd name="connsiteX2" fmla="*/ 10661901 w 10661901"/>
              <a:gd name="connsiteY2" fmla="*/ 309317 h 1027875"/>
              <a:gd name="connsiteX3" fmla="*/ 10199574 w 10661901"/>
              <a:gd name="connsiteY3" fmla="*/ 684236 h 1027875"/>
              <a:gd name="connsiteX4" fmla="*/ 1140598 w 10661901"/>
              <a:gd name="connsiteY4" fmla="*/ 686290 h 1027875"/>
              <a:gd name="connsiteX5" fmla="*/ 560675 w 10661901"/>
              <a:gd name="connsiteY5" fmla="*/ 1027875 h 1027875"/>
              <a:gd name="connsiteX6" fmla="*/ 3158 w 10661901"/>
              <a:gd name="connsiteY6" fmla="*/ 674432 h 1027875"/>
              <a:gd name="connsiteX7" fmla="*/ 0 w 10661901"/>
              <a:gd name="connsiteY7" fmla="*/ 0 h 1027875"/>
              <a:gd name="connsiteX0" fmla="*/ 0 w 10661901"/>
              <a:gd name="connsiteY0" fmla="*/ 0 h 1027875"/>
              <a:gd name="connsiteX1" fmla="*/ 10661901 w 10661901"/>
              <a:gd name="connsiteY1" fmla="*/ 5826 h 1027875"/>
              <a:gd name="connsiteX2" fmla="*/ 10661901 w 10661901"/>
              <a:gd name="connsiteY2" fmla="*/ 309317 h 1027875"/>
              <a:gd name="connsiteX3" fmla="*/ 10199574 w 10661901"/>
              <a:gd name="connsiteY3" fmla="*/ 684236 h 1027875"/>
              <a:gd name="connsiteX4" fmla="*/ 1140598 w 10661901"/>
              <a:gd name="connsiteY4" fmla="*/ 686290 h 1027875"/>
              <a:gd name="connsiteX5" fmla="*/ 560675 w 10661901"/>
              <a:gd name="connsiteY5" fmla="*/ 1027875 h 1027875"/>
              <a:gd name="connsiteX6" fmla="*/ 3158 w 10661901"/>
              <a:gd name="connsiteY6" fmla="*/ 683957 h 1027875"/>
              <a:gd name="connsiteX7" fmla="*/ 0 w 10661901"/>
              <a:gd name="connsiteY7" fmla="*/ 0 h 1027875"/>
              <a:gd name="connsiteX0" fmla="*/ 0 w 10710088"/>
              <a:gd name="connsiteY0" fmla="*/ 0 h 1027875"/>
              <a:gd name="connsiteX1" fmla="*/ 10661901 w 10710088"/>
              <a:gd name="connsiteY1" fmla="*/ 5826 h 1027875"/>
              <a:gd name="connsiteX2" fmla="*/ 10661901 w 10710088"/>
              <a:gd name="connsiteY2" fmla="*/ 309317 h 1027875"/>
              <a:gd name="connsiteX3" fmla="*/ 10668871 w 10710088"/>
              <a:gd name="connsiteY3" fmla="*/ 684236 h 1027875"/>
              <a:gd name="connsiteX4" fmla="*/ 1140598 w 10710088"/>
              <a:gd name="connsiteY4" fmla="*/ 686290 h 1027875"/>
              <a:gd name="connsiteX5" fmla="*/ 560675 w 10710088"/>
              <a:gd name="connsiteY5" fmla="*/ 1027875 h 1027875"/>
              <a:gd name="connsiteX6" fmla="*/ 3158 w 10710088"/>
              <a:gd name="connsiteY6" fmla="*/ 683957 h 1027875"/>
              <a:gd name="connsiteX7" fmla="*/ 0 w 10710088"/>
              <a:gd name="connsiteY7" fmla="*/ 0 h 1027875"/>
              <a:gd name="connsiteX0" fmla="*/ 0 w 10668871"/>
              <a:gd name="connsiteY0" fmla="*/ 0 h 1027875"/>
              <a:gd name="connsiteX1" fmla="*/ 10661901 w 10668871"/>
              <a:gd name="connsiteY1" fmla="*/ 5826 h 1027875"/>
              <a:gd name="connsiteX2" fmla="*/ 10668871 w 10668871"/>
              <a:gd name="connsiteY2" fmla="*/ 684236 h 1027875"/>
              <a:gd name="connsiteX3" fmla="*/ 1140598 w 10668871"/>
              <a:gd name="connsiteY3" fmla="*/ 686290 h 1027875"/>
              <a:gd name="connsiteX4" fmla="*/ 560675 w 10668871"/>
              <a:gd name="connsiteY4" fmla="*/ 1027875 h 1027875"/>
              <a:gd name="connsiteX5" fmla="*/ 3158 w 10668871"/>
              <a:gd name="connsiteY5" fmla="*/ 683957 h 1027875"/>
              <a:gd name="connsiteX6" fmla="*/ 0 w 10668871"/>
              <a:gd name="connsiteY6" fmla="*/ 0 h 1027875"/>
              <a:gd name="connsiteX0" fmla="*/ 0 w 10662015"/>
              <a:gd name="connsiteY0" fmla="*/ 0 h 1027875"/>
              <a:gd name="connsiteX1" fmla="*/ 10661901 w 10662015"/>
              <a:gd name="connsiteY1" fmla="*/ 5826 h 1027875"/>
              <a:gd name="connsiteX2" fmla="*/ 10632772 w 10662015"/>
              <a:gd name="connsiteY2" fmla="*/ 684236 h 1027875"/>
              <a:gd name="connsiteX3" fmla="*/ 1140598 w 10662015"/>
              <a:gd name="connsiteY3" fmla="*/ 686290 h 1027875"/>
              <a:gd name="connsiteX4" fmla="*/ 560675 w 10662015"/>
              <a:gd name="connsiteY4" fmla="*/ 1027875 h 1027875"/>
              <a:gd name="connsiteX5" fmla="*/ 3158 w 10662015"/>
              <a:gd name="connsiteY5" fmla="*/ 683957 h 1027875"/>
              <a:gd name="connsiteX6" fmla="*/ 0 w 10662015"/>
              <a:gd name="connsiteY6" fmla="*/ 0 h 1027875"/>
              <a:gd name="connsiteX0" fmla="*/ 0 w 10632772"/>
              <a:gd name="connsiteY0" fmla="*/ 0 h 1027875"/>
              <a:gd name="connsiteX1" fmla="*/ 10616776 w 10632772"/>
              <a:gd name="connsiteY1" fmla="*/ 559150 h 1027875"/>
              <a:gd name="connsiteX2" fmla="*/ 10632772 w 10632772"/>
              <a:gd name="connsiteY2" fmla="*/ 684236 h 1027875"/>
              <a:gd name="connsiteX3" fmla="*/ 1140598 w 10632772"/>
              <a:gd name="connsiteY3" fmla="*/ 686290 h 1027875"/>
              <a:gd name="connsiteX4" fmla="*/ 560675 w 10632772"/>
              <a:gd name="connsiteY4" fmla="*/ 1027875 h 1027875"/>
              <a:gd name="connsiteX5" fmla="*/ 3158 w 10632772"/>
              <a:gd name="connsiteY5" fmla="*/ 683957 h 1027875"/>
              <a:gd name="connsiteX6" fmla="*/ 0 w 10632772"/>
              <a:gd name="connsiteY6" fmla="*/ 0 h 1027875"/>
              <a:gd name="connsiteX0" fmla="*/ 5867 w 10629614"/>
              <a:gd name="connsiteY0" fmla="*/ 12316 h 468725"/>
              <a:gd name="connsiteX1" fmla="*/ 10613618 w 10629614"/>
              <a:gd name="connsiteY1" fmla="*/ 0 h 468725"/>
              <a:gd name="connsiteX2" fmla="*/ 10629614 w 10629614"/>
              <a:gd name="connsiteY2" fmla="*/ 125086 h 468725"/>
              <a:gd name="connsiteX3" fmla="*/ 1137440 w 10629614"/>
              <a:gd name="connsiteY3" fmla="*/ 127140 h 468725"/>
              <a:gd name="connsiteX4" fmla="*/ 557517 w 10629614"/>
              <a:gd name="connsiteY4" fmla="*/ 468725 h 468725"/>
              <a:gd name="connsiteX5" fmla="*/ 0 w 10629614"/>
              <a:gd name="connsiteY5" fmla="*/ 124807 h 468725"/>
              <a:gd name="connsiteX6" fmla="*/ 5867 w 10629614"/>
              <a:gd name="connsiteY6" fmla="*/ 12316 h 468725"/>
              <a:gd name="connsiteX0" fmla="*/ 0 w 10636382"/>
              <a:gd name="connsiteY0" fmla="*/ 12316 h 468725"/>
              <a:gd name="connsiteX1" fmla="*/ 10620386 w 10636382"/>
              <a:gd name="connsiteY1" fmla="*/ 0 h 468725"/>
              <a:gd name="connsiteX2" fmla="*/ 10636382 w 10636382"/>
              <a:gd name="connsiteY2" fmla="*/ 125086 h 468725"/>
              <a:gd name="connsiteX3" fmla="*/ 1144208 w 10636382"/>
              <a:gd name="connsiteY3" fmla="*/ 127140 h 468725"/>
              <a:gd name="connsiteX4" fmla="*/ 564285 w 10636382"/>
              <a:gd name="connsiteY4" fmla="*/ 468725 h 468725"/>
              <a:gd name="connsiteX5" fmla="*/ 6768 w 10636382"/>
              <a:gd name="connsiteY5" fmla="*/ 124807 h 468725"/>
              <a:gd name="connsiteX6" fmla="*/ 0 w 10636382"/>
              <a:gd name="connsiteY6" fmla="*/ 12316 h 468725"/>
              <a:gd name="connsiteX0" fmla="*/ 239608 w 10629614"/>
              <a:gd name="connsiteY0" fmla="*/ 21841 h 468725"/>
              <a:gd name="connsiteX1" fmla="*/ 10613618 w 10629614"/>
              <a:gd name="connsiteY1" fmla="*/ 0 h 468725"/>
              <a:gd name="connsiteX2" fmla="*/ 10629614 w 10629614"/>
              <a:gd name="connsiteY2" fmla="*/ 125086 h 468725"/>
              <a:gd name="connsiteX3" fmla="*/ 1137440 w 10629614"/>
              <a:gd name="connsiteY3" fmla="*/ 127140 h 468725"/>
              <a:gd name="connsiteX4" fmla="*/ 557517 w 10629614"/>
              <a:gd name="connsiteY4" fmla="*/ 468725 h 468725"/>
              <a:gd name="connsiteX5" fmla="*/ 0 w 10629614"/>
              <a:gd name="connsiteY5" fmla="*/ 124807 h 468725"/>
              <a:gd name="connsiteX6" fmla="*/ 239608 w 10629614"/>
              <a:gd name="connsiteY6" fmla="*/ 21841 h 468725"/>
              <a:gd name="connsiteX0" fmla="*/ 239608 w 10629614"/>
              <a:gd name="connsiteY0" fmla="*/ 21841 h 468725"/>
              <a:gd name="connsiteX1" fmla="*/ 10613618 w 10629614"/>
              <a:gd name="connsiteY1" fmla="*/ 0 h 468725"/>
              <a:gd name="connsiteX2" fmla="*/ 10629614 w 10629614"/>
              <a:gd name="connsiteY2" fmla="*/ 125086 h 468725"/>
              <a:gd name="connsiteX3" fmla="*/ 1137440 w 10629614"/>
              <a:gd name="connsiteY3" fmla="*/ 127140 h 468725"/>
              <a:gd name="connsiteX4" fmla="*/ 557517 w 10629614"/>
              <a:gd name="connsiteY4" fmla="*/ 468725 h 468725"/>
              <a:gd name="connsiteX5" fmla="*/ 0 w 10629614"/>
              <a:gd name="connsiteY5" fmla="*/ 124807 h 468725"/>
              <a:gd name="connsiteX6" fmla="*/ 239608 w 10629614"/>
              <a:gd name="connsiteY6" fmla="*/ 21841 h 468725"/>
              <a:gd name="connsiteX0" fmla="*/ 0 w 10630065"/>
              <a:gd name="connsiteY0" fmla="*/ 2791 h 468725"/>
              <a:gd name="connsiteX1" fmla="*/ 10614069 w 10630065"/>
              <a:gd name="connsiteY1" fmla="*/ 0 h 468725"/>
              <a:gd name="connsiteX2" fmla="*/ 10630065 w 10630065"/>
              <a:gd name="connsiteY2" fmla="*/ 125086 h 468725"/>
              <a:gd name="connsiteX3" fmla="*/ 1137891 w 10630065"/>
              <a:gd name="connsiteY3" fmla="*/ 127140 h 468725"/>
              <a:gd name="connsiteX4" fmla="*/ 557968 w 10630065"/>
              <a:gd name="connsiteY4" fmla="*/ 468725 h 468725"/>
              <a:gd name="connsiteX5" fmla="*/ 451 w 10630065"/>
              <a:gd name="connsiteY5" fmla="*/ 124807 h 468725"/>
              <a:gd name="connsiteX6" fmla="*/ 0 w 10630065"/>
              <a:gd name="connsiteY6" fmla="*/ 2791 h 468725"/>
              <a:gd name="connsiteX0" fmla="*/ 0 w 10630065"/>
              <a:gd name="connsiteY0" fmla="*/ 2791 h 468725"/>
              <a:gd name="connsiteX1" fmla="*/ 10614069 w 10630065"/>
              <a:gd name="connsiteY1" fmla="*/ 0 h 468725"/>
              <a:gd name="connsiteX2" fmla="*/ 10630065 w 10630065"/>
              <a:gd name="connsiteY2" fmla="*/ 125086 h 468725"/>
              <a:gd name="connsiteX3" fmla="*/ 1137891 w 10630065"/>
              <a:gd name="connsiteY3" fmla="*/ 127140 h 468725"/>
              <a:gd name="connsiteX4" fmla="*/ 557968 w 10630065"/>
              <a:gd name="connsiteY4" fmla="*/ 468725 h 468725"/>
              <a:gd name="connsiteX5" fmla="*/ 451 w 10630065"/>
              <a:gd name="connsiteY5" fmla="*/ 124807 h 468725"/>
              <a:gd name="connsiteX6" fmla="*/ 0 w 10630065"/>
              <a:gd name="connsiteY6" fmla="*/ 2791 h 468725"/>
              <a:gd name="connsiteX0" fmla="*/ 0 w 10630556"/>
              <a:gd name="connsiteY0" fmla="*/ 2791 h 468725"/>
              <a:gd name="connsiteX1" fmla="*/ 10629862 w 10630556"/>
              <a:gd name="connsiteY1" fmla="*/ 0 h 468725"/>
              <a:gd name="connsiteX2" fmla="*/ 10630065 w 10630556"/>
              <a:gd name="connsiteY2" fmla="*/ 125086 h 468725"/>
              <a:gd name="connsiteX3" fmla="*/ 1137891 w 10630556"/>
              <a:gd name="connsiteY3" fmla="*/ 127140 h 468725"/>
              <a:gd name="connsiteX4" fmla="*/ 557968 w 10630556"/>
              <a:gd name="connsiteY4" fmla="*/ 468725 h 468725"/>
              <a:gd name="connsiteX5" fmla="*/ 451 w 10630556"/>
              <a:gd name="connsiteY5" fmla="*/ 124807 h 468725"/>
              <a:gd name="connsiteX6" fmla="*/ 0 w 10630556"/>
              <a:gd name="connsiteY6" fmla="*/ 2791 h 468725"/>
              <a:gd name="connsiteX0" fmla="*/ 0 w 10630556"/>
              <a:gd name="connsiteY0" fmla="*/ 2791 h 468725"/>
              <a:gd name="connsiteX1" fmla="*/ 10629862 w 10630556"/>
              <a:gd name="connsiteY1" fmla="*/ 0 h 468725"/>
              <a:gd name="connsiteX2" fmla="*/ 10630065 w 10630556"/>
              <a:gd name="connsiteY2" fmla="*/ 125086 h 468725"/>
              <a:gd name="connsiteX3" fmla="*/ 1137891 w 10630556"/>
              <a:gd name="connsiteY3" fmla="*/ 127140 h 468725"/>
              <a:gd name="connsiteX4" fmla="*/ 557968 w 10630556"/>
              <a:gd name="connsiteY4" fmla="*/ 468725 h 468725"/>
              <a:gd name="connsiteX5" fmla="*/ 75946 w 10630556"/>
              <a:gd name="connsiteY5" fmla="*/ 125867 h 468725"/>
              <a:gd name="connsiteX6" fmla="*/ 451 w 10630556"/>
              <a:gd name="connsiteY6" fmla="*/ 124807 h 468725"/>
              <a:gd name="connsiteX7" fmla="*/ 0 w 10630556"/>
              <a:gd name="connsiteY7" fmla="*/ 2791 h 468725"/>
              <a:gd name="connsiteX0" fmla="*/ 0 w 10630556"/>
              <a:gd name="connsiteY0" fmla="*/ 2791 h 468725"/>
              <a:gd name="connsiteX1" fmla="*/ 10629862 w 10630556"/>
              <a:gd name="connsiteY1" fmla="*/ 0 h 468725"/>
              <a:gd name="connsiteX2" fmla="*/ 10630065 w 10630556"/>
              <a:gd name="connsiteY2" fmla="*/ 125086 h 468725"/>
              <a:gd name="connsiteX3" fmla="*/ 1137891 w 10630556"/>
              <a:gd name="connsiteY3" fmla="*/ 127140 h 468725"/>
              <a:gd name="connsiteX4" fmla="*/ 557968 w 10630556"/>
              <a:gd name="connsiteY4" fmla="*/ 468725 h 468725"/>
              <a:gd name="connsiteX5" fmla="*/ 75946 w 10630556"/>
              <a:gd name="connsiteY5" fmla="*/ 125867 h 468725"/>
              <a:gd name="connsiteX6" fmla="*/ 451 w 10630556"/>
              <a:gd name="connsiteY6" fmla="*/ 124807 h 468725"/>
              <a:gd name="connsiteX7" fmla="*/ 0 w 10630556"/>
              <a:gd name="connsiteY7" fmla="*/ 2791 h 468725"/>
              <a:gd name="connsiteX0" fmla="*/ 0 w 10630556"/>
              <a:gd name="connsiteY0" fmla="*/ 2791 h 468725"/>
              <a:gd name="connsiteX1" fmla="*/ 10629862 w 10630556"/>
              <a:gd name="connsiteY1" fmla="*/ 0 h 468725"/>
              <a:gd name="connsiteX2" fmla="*/ 10630065 w 10630556"/>
              <a:gd name="connsiteY2" fmla="*/ 125086 h 468725"/>
              <a:gd name="connsiteX3" fmla="*/ 1137891 w 10630556"/>
              <a:gd name="connsiteY3" fmla="*/ 127140 h 468725"/>
              <a:gd name="connsiteX4" fmla="*/ 557968 w 10630556"/>
              <a:gd name="connsiteY4" fmla="*/ 468725 h 468725"/>
              <a:gd name="connsiteX5" fmla="*/ 75946 w 10630556"/>
              <a:gd name="connsiteY5" fmla="*/ 125867 h 468725"/>
              <a:gd name="connsiteX6" fmla="*/ 451 w 10630556"/>
              <a:gd name="connsiteY6" fmla="*/ 124807 h 468725"/>
              <a:gd name="connsiteX7" fmla="*/ 0 w 10630556"/>
              <a:gd name="connsiteY7" fmla="*/ 2791 h 468725"/>
              <a:gd name="connsiteX0" fmla="*/ 782750 w 11413306"/>
              <a:gd name="connsiteY0" fmla="*/ 2791 h 468725"/>
              <a:gd name="connsiteX1" fmla="*/ 11412612 w 11413306"/>
              <a:gd name="connsiteY1" fmla="*/ 0 h 468725"/>
              <a:gd name="connsiteX2" fmla="*/ 11412815 w 11413306"/>
              <a:gd name="connsiteY2" fmla="*/ 125086 h 468725"/>
              <a:gd name="connsiteX3" fmla="*/ 1920641 w 11413306"/>
              <a:gd name="connsiteY3" fmla="*/ 127140 h 468725"/>
              <a:gd name="connsiteX4" fmla="*/ 1340718 w 11413306"/>
              <a:gd name="connsiteY4" fmla="*/ 468725 h 468725"/>
              <a:gd name="connsiteX5" fmla="*/ 858696 w 11413306"/>
              <a:gd name="connsiteY5" fmla="*/ 125867 h 468725"/>
              <a:gd name="connsiteX6" fmla="*/ 782750 w 11413306"/>
              <a:gd name="connsiteY6" fmla="*/ 2791 h 468725"/>
              <a:gd name="connsiteX0" fmla="*/ 802813 w 11357561"/>
              <a:gd name="connsiteY0" fmla="*/ 2791 h 468725"/>
              <a:gd name="connsiteX1" fmla="*/ 11356867 w 11357561"/>
              <a:gd name="connsiteY1" fmla="*/ 0 h 468725"/>
              <a:gd name="connsiteX2" fmla="*/ 11357070 w 11357561"/>
              <a:gd name="connsiteY2" fmla="*/ 125086 h 468725"/>
              <a:gd name="connsiteX3" fmla="*/ 1864896 w 11357561"/>
              <a:gd name="connsiteY3" fmla="*/ 127140 h 468725"/>
              <a:gd name="connsiteX4" fmla="*/ 1284973 w 11357561"/>
              <a:gd name="connsiteY4" fmla="*/ 468725 h 468725"/>
              <a:gd name="connsiteX5" fmla="*/ 802951 w 11357561"/>
              <a:gd name="connsiteY5" fmla="*/ 125867 h 468725"/>
              <a:gd name="connsiteX6" fmla="*/ 802813 w 11357561"/>
              <a:gd name="connsiteY6" fmla="*/ 2791 h 468725"/>
              <a:gd name="connsiteX0" fmla="*/ 341552 w 10896300"/>
              <a:gd name="connsiteY0" fmla="*/ 2791 h 468725"/>
              <a:gd name="connsiteX1" fmla="*/ 10895606 w 10896300"/>
              <a:gd name="connsiteY1" fmla="*/ 0 h 468725"/>
              <a:gd name="connsiteX2" fmla="*/ 10895809 w 10896300"/>
              <a:gd name="connsiteY2" fmla="*/ 125086 h 468725"/>
              <a:gd name="connsiteX3" fmla="*/ 1403635 w 10896300"/>
              <a:gd name="connsiteY3" fmla="*/ 127140 h 468725"/>
              <a:gd name="connsiteX4" fmla="*/ 823712 w 10896300"/>
              <a:gd name="connsiteY4" fmla="*/ 468725 h 468725"/>
              <a:gd name="connsiteX5" fmla="*/ 341690 w 10896300"/>
              <a:gd name="connsiteY5" fmla="*/ 125867 h 468725"/>
              <a:gd name="connsiteX6" fmla="*/ 341552 w 10896300"/>
              <a:gd name="connsiteY6" fmla="*/ 2791 h 468725"/>
              <a:gd name="connsiteX0" fmla="*/ 41143 w 10595891"/>
              <a:gd name="connsiteY0" fmla="*/ 2791 h 468725"/>
              <a:gd name="connsiteX1" fmla="*/ 10595197 w 10595891"/>
              <a:gd name="connsiteY1" fmla="*/ 0 h 468725"/>
              <a:gd name="connsiteX2" fmla="*/ 10595400 w 10595891"/>
              <a:gd name="connsiteY2" fmla="*/ 125086 h 468725"/>
              <a:gd name="connsiteX3" fmla="*/ 1103226 w 10595891"/>
              <a:gd name="connsiteY3" fmla="*/ 127140 h 468725"/>
              <a:gd name="connsiteX4" fmla="*/ 523303 w 10595891"/>
              <a:gd name="connsiteY4" fmla="*/ 468725 h 468725"/>
              <a:gd name="connsiteX5" fmla="*/ 41281 w 10595891"/>
              <a:gd name="connsiteY5" fmla="*/ 125867 h 468725"/>
              <a:gd name="connsiteX6" fmla="*/ 41143 w 1059589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39671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39671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39671 h 468725"/>
              <a:gd name="connsiteX6" fmla="*/ 433 w 10555181"/>
              <a:gd name="connsiteY6" fmla="*/ 2791 h 468725"/>
              <a:gd name="connsiteX0" fmla="*/ 433 w 10555181"/>
              <a:gd name="connsiteY0" fmla="*/ 44066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39671 h 468725"/>
              <a:gd name="connsiteX6" fmla="*/ 433 w 10555181"/>
              <a:gd name="connsiteY6" fmla="*/ 44066 h 468725"/>
              <a:gd name="connsiteX0" fmla="*/ 433 w 10554690"/>
              <a:gd name="connsiteY0" fmla="*/ 5966 h 430625"/>
              <a:gd name="connsiteX1" fmla="*/ 10551351 w 10554690"/>
              <a:gd name="connsiteY1" fmla="*/ 0 h 430625"/>
              <a:gd name="connsiteX2" fmla="*/ 10554690 w 10554690"/>
              <a:gd name="connsiteY2" fmla="*/ 86986 h 430625"/>
              <a:gd name="connsiteX3" fmla="*/ 1062516 w 10554690"/>
              <a:gd name="connsiteY3" fmla="*/ 89040 h 430625"/>
              <a:gd name="connsiteX4" fmla="*/ 482593 w 10554690"/>
              <a:gd name="connsiteY4" fmla="*/ 430625 h 430625"/>
              <a:gd name="connsiteX5" fmla="*/ 571 w 10554690"/>
              <a:gd name="connsiteY5" fmla="*/ 101571 h 430625"/>
              <a:gd name="connsiteX6" fmla="*/ 433 w 10554690"/>
              <a:gd name="connsiteY6" fmla="*/ 5966 h 430625"/>
              <a:gd name="connsiteX0" fmla="*/ 433 w 10554690"/>
              <a:gd name="connsiteY0" fmla="*/ 5966 h 427450"/>
              <a:gd name="connsiteX1" fmla="*/ 10551351 w 10554690"/>
              <a:gd name="connsiteY1" fmla="*/ 0 h 427450"/>
              <a:gd name="connsiteX2" fmla="*/ 10554690 w 10554690"/>
              <a:gd name="connsiteY2" fmla="*/ 86986 h 427450"/>
              <a:gd name="connsiteX3" fmla="*/ 1062516 w 10554690"/>
              <a:gd name="connsiteY3" fmla="*/ 89040 h 427450"/>
              <a:gd name="connsiteX4" fmla="*/ 482593 w 10554690"/>
              <a:gd name="connsiteY4" fmla="*/ 427450 h 427450"/>
              <a:gd name="connsiteX5" fmla="*/ 571 w 10554690"/>
              <a:gd name="connsiteY5" fmla="*/ 101571 h 427450"/>
              <a:gd name="connsiteX6" fmla="*/ 433 w 10554690"/>
              <a:gd name="connsiteY6" fmla="*/ 5966 h 427450"/>
              <a:gd name="connsiteX0" fmla="*/ 433 w 10554690"/>
              <a:gd name="connsiteY0" fmla="*/ 5966 h 427450"/>
              <a:gd name="connsiteX1" fmla="*/ 10551351 w 10554690"/>
              <a:gd name="connsiteY1" fmla="*/ 0 h 427450"/>
              <a:gd name="connsiteX2" fmla="*/ 10554690 w 10554690"/>
              <a:gd name="connsiteY2" fmla="*/ 86986 h 427450"/>
              <a:gd name="connsiteX3" fmla="*/ 10274940 w 10554690"/>
              <a:gd name="connsiteY3" fmla="*/ 87717 h 427450"/>
              <a:gd name="connsiteX4" fmla="*/ 1062516 w 10554690"/>
              <a:gd name="connsiteY4" fmla="*/ 89040 h 427450"/>
              <a:gd name="connsiteX5" fmla="*/ 482593 w 10554690"/>
              <a:gd name="connsiteY5" fmla="*/ 427450 h 427450"/>
              <a:gd name="connsiteX6" fmla="*/ 571 w 10554690"/>
              <a:gd name="connsiteY6" fmla="*/ 101571 h 427450"/>
              <a:gd name="connsiteX7" fmla="*/ 433 w 10554690"/>
              <a:gd name="connsiteY7" fmla="*/ 5966 h 427450"/>
              <a:gd name="connsiteX0" fmla="*/ 433 w 10554691"/>
              <a:gd name="connsiteY0" fmla="*/ 75754 h 497238"/>
              <a:gd name="connsiteX1" fmla="*/ 10551351 w 10554691"/>
              <a:gd name="connsiteY1" fmla="*/ 69788 h 497238"/>
              <a:gd name="connsiteX2" fmla="*/ 10554691 w 10554691"/>
              <a:gd name="connsiteY2" fmla="*/ 64699 h 497238"/>
              <a:gd name="connsiteX3" fmla="*/ 10274940 w 10554691"/>
              <a:gd name="connsiteY3" fmla="*/ 157505 h 497238"/>
              <a:gd name="connsiteX4" fmla="*/ 1062516 w 10554691"/>
              <a:gd name="connsiteY4" fmla="*/ 158828 h 497238"/>
              <a:gd name="connsiteX5" fmla="*/ 482593 w 10554691"/>
              <a:gd name="connsiteY5" fmla="*/ 497238 h 497238"/>
              <a:gd name="connsiteX6" fmla="*/ 571 w 10554691"/>
              <a:gd name="connsiteY6" fmla="*/ 171359 h 497238"/>
              <a:gd name="connsiteX7" fmla="*/ 433 w 10554691"/>
              <a:gd name="connsiteY7" fmla="*/ 75754 h 497238"/>
              <a:gd name="connsiteX0" fmla="*/ 433 w 10554691"/>
              <a:gd name="connsiteY0" fmla="*/ 75754 h 497238"/>
              <a:gd name="connsiteX1" fmla="*/ 10551351 w 10554691"/>
              <a:gd name="connsiteY1" fmla="*/ 69788 h 497238"/>
              <a:gd name="connsiteX2" fmla="*/ 10554691 w 10554691"/>
              <a:gd name="connsiteY2" fmla="*/ 64699 h 497238"/>
              <a:gd name="connsiteX3" fmla="*/ 10274940 w 10554691"/>
              <a:gd name="connsiteY3" fmla="*/ 157505 h 497238"/>
              <a:gd name="connsiteX4" fmla="*/ 1062516 w 10554691"/>
              <a:gd name="connsiteY4" fmla="*/ 158828 h 497238"/>
              <a:gd name="connsiteX5" fmla="*/ 482593 w 10554691"/>
              <a:gd name="connsiteY5" fmla="*/ 497238 h 497238"/>
              <a:gd name="connsiteX6" fmla="*/ 571 w 10554691"/>
              <a:gd name="connsiteY6" fmla="*/ 171359 h 497238"/>
              <a:gd name="connsiteX7" fmla="*/ 433 w 10554691"/>
              <a:gd name="connsiteY7" fmla="*/ 75754 h 497238"/>
              <a:gd name="connsiteX0" fmla="*/ 433 w 10554691"/>
              <a:gd name="connsiteY0" fmla="*/ 75754 h 497238"/>
              <a:gd name="connsiteX1" fmla="*/ 10551351 w 10554691"/>
              <a:gd name="connsiteY1" fmla="*/ 69788 h 497238"/>
              <a:gd name="connsiteX2" fmla="*/ 10554691 w 10554691"/>
              <a:gd name="connsiteY2" fmla="*/ 64699 h 497238"/>
              <a:gd name="connsiteX3" fmla="*/ 10274940 w 10554691"/>
              <a:gd name="connsiteY3" fmla="*/ 157505 h 497238"/>
              <a:gd name="connsiteX4" fmla="*/ 1062516 w 10554691"/>
              <a:gd name="connsiteY4" fmla="*/ 158828 h 497238"/>
              <a:gd name="connsiteX5" fmla="*/ 482593 w 10554691"/>
              <a:gd name="connsiteY5" fmla="*/ 497238 h 497238"/>
              <a:gd name="connsiteX6" fmla="*/ 571 w 10554691"/>
              <a:gd name="connsiteY6" fmla="*/ 171359 h 497238"/>
              <a:gd name="connsiteX7" fmla="*/ 433 w 10554691"/>
              <a:gd name="connsiteY7" fmla="*/ 75754 h 497238"/>
              <a:gd name="connsiteX0" fmla="*/ 433 w 10554691"/>
              <a:gd name="connsiteY0" fmla="*/ 60438 h 481922"/>
              <a:gd name="connsiteX1" fmla="*/ 10551351 w 10554691"/>
              <a:gd name="connsiteY1" fmla="*/ 54472 h 481922"/>
              <a:gd name="connsiteX2" fmla="*/ 10554691 w 10554691"/>
              <a:gd name="connsiteY2" fmla="*/ 49383 h 481922"/>
              <a:gd name="connsiteX3" fmla="*/ 10274940 w 10554691"/>
              <a:gd name="connsiteY3" fmla="*/ 142189 h 481922"/>
              <a:gd name="connsiteX4" fmla="*/ 1062516 w 10554691"/>
              <a:gd name="connsiteY4" fmla="*/ 143512 h 481922"/>
              <a:gd name="connsiteX5" fmla="*/ 482593 w 10554691"/>
              <a:gd name="connsiteY5" fmla="*/ 481922 h 481922"/>
              <a:gd name="connsiteX6" fmla="*/ 571 w 10554691"/>
              <a:gd name="connsiteY6" fmla="*/ 156043 h 481922"/>
              <a:gd name="connsiteX7" fmla="*/ 433 w 10554691"/>
              <a:gd name="connsiteY7" fmla="*/ 60438 h 481922"/>
              <a:gd name="connsiteX0" fmla="*/ 433 w 11661532"/>
              <a:gd name="connsiteY0" fmla="*/ 5966 h 427450"/>
              <a:gd name="connsiteX1" fmla="*/ 10551351 w 11661532"/>
              <a:gd name="connsiteY1" fmla="*/ 0 h 427450"/>
              <a:gd name="connsiteX2" fmla="*/ 10274940 w 11661532"/>
              <a:gd name="connsiteY2" fmla="*/ 87717 h 427450"/>
              <a:gd name="connsiteX3" fmla="*/ 1062516 w 11661532"/>
              <a:gd name="connsiteY3" fmla="*/ 89040 h 427450"/>
              <a:gd name="connsiteX4" fmla="*/ 482593 w 11661532"/>
              <a:gd name="connsiteY4" fmla="*/ 427450 h 427450"/>
              <a:gd name="connsiteX5" fmla="*/ 571 w 11661532"/>
              <a:gd name="connsiteY5" fmla="*/ 101571 h 427450"/>
              <a:gd name="connsiteX6" fmla="*/ 433 w 11661532"/>
              <a:gd name="connsiteY6" fmla="*/ 5966 h 427450"/>
              <a:gd name="connsiteX0" fmla="*/ 433 w 11071037"/>
              <a:gd name="connsiteY0" fmla="*/ 6015 h 427499"/>
              <a:gd name="connsiteX1" fmla="*/ 10551351 w 11071037"/>
              <a:gd name="connsiteY1" fmla="*/ 49 h 427499"/>
              <a:gd name="connsiteX2" fmla="*/ 10274940 w 11071037"/>
              <a:gd name="connsiteY2" fmla="*/ 87766 h 427499"/>
              <a:gd name="connsiteX3" fmla="*/ 1062516 w 11071037"/>
              <a:gd name="connsiteY3" fmla="*/ 89089 h 427499"/>
              <a:gd name="connsiteX4" fmla="*/ 482593 w 11071037"/>
              <a:gd name="connsiteY4" fmla="*/ 427499 h 427499"/>
              <a:gd name="connsiteX5" fmla="*/ 571 w 11071037"/>
              <a:gd name="connsiteY5" fmla="*/ 101620 h 427499"/>
              <a:gd name="connsiteX6" fmla="*/ 433 w 11071037"/>
              <a:gd name="connsiteY6" fmla="*/ 6015 h 427499"/>
              <a:gd name="connsiteX0" fmla="*/ 433 w 11057538"/>
              <a:gd name="connsiteY0" fmla="*/ 5966 h 427450"/>
              <a:gd name="connsiteX1" fmla="*/ 10551351 w 11057538"/>
              <a:gd name="connsiteY1" fmla="*/ 0 h 427450"/>
              <a:gd name="connsiteX2" fmla="*/ 10274940 w 11057538"/>
              <a:gd name="connsiteY2" fmla="*/ 87717 h 427450"/>
              <a:gd name="connsiteX3" fmla="*/ 1062516 w 11057538"/>
              <a:gd name="connsiteY3" fmla="*/ 89040 h 427450"/>
              <a:gd name="connsiteX4" fmla="*/ 482593 w 11057538"/>
              <a:gd name="connsiteY4" fmla="*/ 427450 h 427450"/>
              <a:gd name="connsiteX5" fmla="*/ 571 w 11057538"/>
              <a:gd name="connsiteY5" fmla="*/ 101571 h 427450"/>
              <a:gd name="connsiteX6" fmla="*/ 433 w 11057538"/>
              <a:gd name="connsiteY6" fmla="*/ 5966 h 427450"/>
              <a:gd name="connsiteX0" fmla="*/ 433 w 10551351"/>
              <a:gd name="connsiteY0" fmla="*/ 5966 h 427450"/>
              <a:gd name="connsiteX1" fmla="*/ 10551351 w 10551351"/>
              <a:gd name="connsiteY1" fmla="*/ 0 h 427450"/>
              <a:gd name="connsiteX2" fmla="*/ 10274940 w 10551351"/>
              <a:gd name="connsiteY2" fmla="*/ 87717 h 427450"/>
              <a:gd name="connsiteX3" fmla="*/ 1062516 w 10551351"/>
              <a:gd name="connsiteY3" fmla="*/ 89040 h 427450"/>
              <a:gd name="connsiteX4" fmla="*/ 482593 w 10551351"/>
              <a:gd name="connsiteY4" fmla="*/ 427450 h 427450"/>
              <a:gd name="connsiteX5" fmla="*/ 571 w 10551351"/>
              <a:gd name="connsiteY5" fmla="*/ 101571 h 427450"/>
              <a:gd name="connsiteX6" fmla="*/ 433 w 10551351"/>
              <a:gd name="connsiteY6" fmla="*/ 5966 h 427450"/>
              <a:gd name="connsiteX0" fmla="*/ 433 w 10551351"/>
              <a:gd name="connsiteY0" fmla="*/ 5966 h 341725"/>
              <a:gd name="connsiteX1" fmla="*/ 10551351 w 10551351"/>
              <a:gd name="connsiteY1" fmla="*/ 0 h 341725"/>
              <a:gd name="connsiteX2" fmla="*/ 10274940 w 10551351"/>
              <a:gd name="connsiteY2" fmla="*/ 87717 h 341725"/>
              <a:gd name="connsiteX3" fmla="*/ 1062516 w 10551351"/>
              <a:gd name="connsiteY3" fmla="*/ 89040 h 341725"/>
              <a:gd name="connsiteX4" fmla="*/ 482593 w 10551351"/>
              <a:gd name="connsiteY4" fmla="*/ 341725 h 341725"/>
              <a:gd name="connsiteX5" fmla="*/ 571 w 10551351"/>
              <a:gd name="connsiteY5" fmla="*/ 101571 h 341725"/>
              <a:gd name="connsiteX6" fmla="*/ 433 w 10551351"/>
              <a:gd name="connsiteY6" fmla="*/ 5966 h 341725"/>
              <a:gd name="connsiteX0" fmla="*/ 433 w 10551351"/>
              <a:gd name="connsiteY0" fmla="*/ 5966 h 341725"/>
              <a:gd name="connsiteX1" fmla="*/ 10551351 w 10551351"/>
              <a:gd name="connsiteY1" fmla="*/ 0 h 341725"/>
              <a:gd name="connsiteX2" fmla="*/ 10274940 w 10551351"/>
              <a:gd name="connsiteY2" fmla="*/ 87717 h 341725"/>
              <a:gd name="connsiteX3" fmla="*/ 1062516 w 10551351"/>
              <a:gd name="connsiteY3" fmla="*/ 89040 h 341725"/>
              <a:gd name="connsiteX4" fmla="*/ 482593 w 10551351"/>
              <a:gd name="connsiteY4" fmla="*/ 341725 h 341725"/>
              <a:gd name="connsiteX5" fmla="*/ 571 w 10551351"/>
              <a:gd name="connsiteY5" fmla="*/ 101571 h 341725"/>
              <a:gd name="connsiteX6" fmla="*/ 433 w 10551351"/>
              <a:gd name="connsiteY6" fmla="*/ 5966 h 341725"/>
              <a:gd name="connsiteX0" fmla="*/ 433 w 10551351"/>
              <a:gd name="connsiteY0" fmla="*/ 5966 h 341725"/>
              <a:gd name="connsiteX1" fmla="*/ 10551351 w 10551351"/>
              <a:gd name="connsiteY1" fmla="*/ 0 h 341725"/>
              <a:gd name="connsiteX2" fmla="*/ 10274940 w 10551351"/>
              <a:gd name="connsiteY2" fmla="*/ 87717 h 341725"/>
              <a:gd name="connsiteX3" fmla="*/ 1062516 w 10551351"/>
              <a:gd name="connsiteY3" fmla="*/ 89040 h 341725"/>
              <a:gd name="connsiteX4" fmla="*/ 482593 w 10551351"/>
              <a:gd name="connsiteY4" fmla="*/ 341725 h 341725"/>
              <a:gd name="connsiteX5" fmla="*/ 571 w 10551351"/>
              <a:gd name="connsiteY5" fmla="*/ 101571 h 341725"/>
              <a:gd name="connsiteX6" fmla="*/ 433 w 10551351"/>
              <a:gd name="connsiteY6" fmla="*/ 5966 h 341725"/>
              <a:gd name="connsiteX0" fmla="*/ 433 w 10551351"/>
              <a:gd name="connsiteY0" fmla="*/ 5966 h 341725"/>
              <a:gd name="connsiteX1" fmla="*/ 10551351 w 10551351"/>
              <a:gd name="connsiteY1" fmla="*/ 0 h 341725"/>
              <a:gd name="connsiteX2" fmla="*/ 10274940 w 10551351"/>
              <a:gd name="connsiteY2" fmla="*/ 87717 h 341725"/>
              <a:gd name="connsiteX3" fmla="*/ 1062516 w 10551351"/>
              <a:gd name="connsiteY3" fmla="*/ 89040 h 341725"/>
              <a:gd name="connsiteX4" fmla="*/ 482593 w 10551351"/>
              <a:gd name="connsiteY4" fmla="*/ 341725 h 341725"/>
              <a:gd name="connsiteX5" fmla="*/ 571 w 10551351"/>
              <a:gd name="connsiteY5" fmla="*/ 101571 h 341725"/>
              <a:gd name="connsiteX6" fmla="*/ 433 w 10551351"/>
              <a:gd name="connsiteY6" fmla="*/ 5966 h 341725"/>
              <a:gd name="connsiteX0" fmla="*/ 0 w 11177990"/>
              <a:gd name="connsiteY0" fmla="*/ 2791 h 341725"/>
              <a:gd name="connsiteX1" fmla="*/ 11177990 w 11177990"/>
              <a:gd name="connsiteY1" fmla="*/ 0 h 341725"/>
              <a:gd name="connsiteX2" fmla="*/ 10901579 w 11177990"/>
              <a:gd name="connsiteY2" fmla="*/ 87717 h 341725"/>
              <a:gd name="connsiteX3" fmla="*/ 1689155 w 11177990"/>
              <a:gd name="connsiteY3" fmla="*/ 89040 h 341725"/>
              <a:gd name="connsiteX4" fmla="*/ 1109232 w 11177990"/>
              <a:gd name="connsiteY4" fmla="*/ 341725 h 341725"/>
              <a:gd name="connsiteX5" fmla="*/ 627210 w 11177990"/>
              <a:gd name="connsiteY5" fmla="*/ 101571 h 341725"/>
              <a:gd name="connsiteX6" fmla="*/ 0 w 11177990"/>
              <a:gd name="connsiteY6" fmla="*/ 2791 h 341725"/>
              <a:gd name="connsiteX0" fmla="*/ 780014 w 11958004"/>
              <a:gd name="connsiteY0" fmla="*/ 2791 h 341725"/>
              <a:gd name="connsiteX1" fmla="*/ 11958004 w 11958004"/>
              <a:gd name="connsiteY1" fmla="*/ 0 h 341725"/>
              <a:gd name="connsiteX2" fmla="*/ 11681593 w 11958004"/>
              <a:gd name="connsiteY2" fmla="*/ 87717 h 341725"/>
              <a:gd name="connsiteX3" fmla="*/ 2469169 w 11958004"/>
              <a:gd name="connsiteY3" fmla="*/ 89040 h 341725"/>
              <a:gd name="connsiteX4" fmla="*/ 1889246 w 11958004"/>
              <a:gd name="connsiteY4" fmla="*/ 341725 h 341725"/>
              <a:gd name="connsiteX5" fmla="*/ 1407224 w 11958004"/>
              <a:gd name="connsiteY5" fmla="*/ 101571 h 341725"/>
              <a:gd name="connsiteX6" fmla="*/ 998158 w 11958004"/>
              <a:gd name="connsiteY6" fmla="*/ 40093 h 341725"/>
              <a:gd name="connsiteX7" fmla="*/ 780014 w 11958004"/>
              <a:gd name="connsiteY7" fmla="*/ 2791 h 341725"/>
              <a:gd name="connsiteX0" fmla="*/ 758495 w 11936485"/>
              <a:gd name="connsiteY0" fmla="*/ 2791 h 341725"/>
              <a:gd name="connsiteX1" fmla="*/ 11936485 w 11936485"/>
              <a:gd name="connsiteY1" fmla="*/ 0 h 341725"/>
              <a:gd name="connsiteX2" fmla="*/ 11660074 w 11936485"/>
              <a:gd name="connsiteY2" fmla="*/ 87717 h 341725"/>
              <a:gd name="connsiteX3" fmla="*/ 2447650 w 11936485"/>
              <a:gd name="connsiteY3" fmla="*/ 89040 h 341725"/>
              <a:gd name="connsiteX4" fmla="*/ 1867727 w 11936485"/>
              <a:gd name="connsiteY4" fmla="*/ 341725 h 341725"/>
              <a:gd name="connsiteX5" fmla="*/ 1385705 w 11936485"/>
              <a:gd name="connsiteY5" fmla="*/ 101571 h 341725"/>
              <a:gd name="connsiteX6" fmla="*/ 976639 w 11936485"/>
              <a:gd name="connsiteY6" fmla="*/ 40093 h 341725"/>
              <a:gd name="connsiteX7" fmla="*/ 758495 w 11936485"/>
              <a:gd name="connsiteY7" fmla="*/ 2791 h 341725"/>
              <a:gd name="connsiteX0" fmla="*/ 0 w 11177990"/>
              <a:gd name="connsiteY0" fmla="*/ 2791 h 341725"/>
              <a:gd name="connsiteX1" fmla="*/ 11177990 w 11177990"/>
              <a:gd name="connsiteY1" fmla="*/ 0 h 341725"/>
              <a:gd name="connsiteX2" fmla="*/ 10901579 w 11177990"/>
              <a:gd name="connsiteY2" fmla="*/ 87717 h 341725"/>
              <a:gd name="connsiteX3" fmla="*/ 1689155 w 11177990"/>
              <a:gd name="connsiteY3" fmla="*/ 89040 h 341725"/>
              <a:gd name="connsiteX4" fmla="*/ 1109232 w 11177990"/>
              <a:gd name="connsiteY4" fmla="*/ 341725 h 341725"/>
              <a:gd name="connsiteX5" fmla="*/ 627210 w 11177990"/>
              <a:gd name="connsiteY5" fmla="*/ 101571 h 341725"/>
              <a:gd name="connsiteX6" fmla="*/ 218144 w 11177990"/>
              <a:gd name="connsiteY6" fmla="*/ 40093 h 341725"/>
              <a:gd name="connsiteX7" fmla="*/ 0 w 11177990"/>
              <a:gd name="connsiteY7" fmla="*/ 2791 h 341725"/>
              <a:gd name="connsiteX0" fmla="*/ 1331 w 11179321"/>
              <a:gd name="connsiteY0" fmla="*/ 2791 h 341725"/>
              <a:gd name="connsiteX1" fmla="*/ 11179321 w 11179321"/>
              <a:gd name="connsiteY1" fmla="*/ 0 h 341725"/>
              <a:gd name="connsiteX2" fmla="*/ 10902910 w 11179321"/>
              <a:gd name="connsiteY2" fmla="*/ 87717 h 341725"/>
              <a:gd name="connsiteX3" fmla="*/ 1690486 w 11179321"/>
              <a:gd name="connsiteY3" fmla="*/ 89040 h 341725"/>
              <a:gd name="connsiteX4" fmla="*/ 1110563 w 11179321"/>
              <a:gd name="connsiteY4" fmla="*/ 341725 h 341725"/>
              <a:gd name="connsiteX5" fmla="*/ 628541 w 11179321"/>
              <a:gd name="connsiteY5" fmla="*/ 101571 h 341725"/>
              <a:gd name="connsiteX6" fmla="*/ 0 w 11179321"/>
              <a:gd name="connsiteY6" fmla="*/ 94068 h 341725"/>
              <a:gd name="connsiteX7" fmla="*/ 1331 w 11179321"/>
              <a:gd name="connsiteY7" fmla="*/ 2791 h 341725"/>
              <a:gd name="connsiteX0" fmla="*/ 1331 w 11179321"/>
              <a:gd name="connsiteY0" fmla="*/ 2791 h 341725"/>
              <a:gd name="connsiteX1" fmla="*/ 11179321 w 11179321"/>
              <a:gd name="connsiteY1" fmla="*/ 0 h 341725"/>
              <a:gd name="connsiteX2" fmla="*/ 10902910 w 11179321"/>
              <a:gd name="connsiteY2" fmla="*/ 87717 h 341725"/>
              <a:gd name="connsiteX3" fmla="*/ 1690486 w 11179321"/>
              <a:gd name="connsiteY3" fmla="*/ 89040 h 341725"/>
              <a:gd name="connsiteX4" fmla="*/ 1110563 w 11179321"/>
              <a:gd name="connsiteY4" fmla="*/ 341725 h 341725"/>
              <a:gd name="connsiteX5" fmla="*/ 628541 w 11179321"/>
              <a:gd name="connsiteY5" fmla="*/ 101571 h 341725"/>
              <a:gd name="connsiteX6" fmla="*/ 0 w 11179321"/>
              <a:gd name="connsiteY6" fmla="*/ 94068 h 341725"/>
              <a:gd name="connsiteX7" fmla="*/ 1331 w 11179321"/>
              <a:gd name="connsiteY7" fmla="*/ 2791 h 341725"/>
              <a:gd name="connsiteX0" fmla="*/ 1331 w 11179321"/>
              <a:gd name="connsiteY0" fmla="*/ 2791 h 341725"/>
              <a:gd name="connsiteX1" fmla="*/ 11179321 w 11179321"/>
              <a:gd name="connsiteY1" fmla="*/ 0 h 341725"/>
              <a:gd name="connsiteX2" fmla="*/ 10902910 w 11179321"/>
              <a:gd name="connsiteY2" fmla="*/ 87717 h 341725"/>
              <a:gd name="connsiteX3" fmla="*/ 1690486 w 11179321"/>
              <a:gd name="connsiteY3" fmla="*/ 89040 h 341725"/>
              <a:gd name="connsiteX4" fmla="*/ 1110563 w 11179321"/>
              <a:gd name="connsiteY4" fmla="*/ 341725 h 341725"/>
              <a:gd name="connsiteX5" fmla="*/ 628541 w 11179321"/>
              <a:gd name="connsiteY5" fmla="*/ 101571 h 341725"/>
              <a:gd name="connsiteX6" fmla="*/ 0 w 11179321"/>
              <a:gd name="connsiteY6" fmla="*/ 94068 h 341725"/>
              <a:gd name="connsiteX7" fmla="*/ 1331 w 11179321"/>
              <a:gd name="connsiteY7" fmla="*/ 2791 h 341725"/>
              <a:gd name="connsiteX0" fmla="*/ 1331 w 11179321"/>
              <a:gd name="connsiteY0" fmla="*/ 2791 h 341725"/>
              <a:gd name="connsiteX1" fmla="*/ 11179321 w 11179321"/>
              <a:gd name="connsiteY1" fmla="*/ 0 h 341725"/>
              <a:gd name="connsiteX2" fmla="*/ 10902910 w 11179321"/>
              <a:gd name="connsiteY2" fmla="*/ 87717 h 341725"/>
              <a:gd name="connsiteX3" fmla="*/ 1690486 w 11179321"/>
              <a:gd name="connsiteY3" fmla="*/ 89040 h 341725"/>
              <a:gd name="connsiteX4" fmla="*/ 1110563 w 11179321"/>
              <a:gd name="connsiteY4" fmla="*/ 341725 h 341725"/>
              <a:gd name="connsiteX5" fmla="*/ 628541 w 11179321"/>
              <a:gd name="connsiteY5" fmla="*/ 101571 h 341725"/>
              <a:gd name="connsiteX6" fmla="*/ 0 w 11179321"/>
              <a:gd name="connsiteY6" fmla="*/ 103593 h 341725"/>
              <a:gd name="connsiteX7" fmla="*/ 1331 w 11179321"/>
              <a:gd name="connsiteY7" fmla="*/ 2791 h 341725"/>
              <a:gd name="connsiteX0" fmla="*/ 1331 w 11179321"/>
              <a:gd name="connsiteY0" fmla="*/ 2791 h 341725"/>
              <a:gd name="connsiteX1" fmla="*/ 11179321 w 11179321"/>
              <a:gd name="connsiteY1" fmla="*/ 0 h 341725"/>
              <a:gd name="connsiteX2" fmla="*/ 10567427 w 11179321"/>
              <a:gd name="connsiteY2" fmla="*/ 90892 h 341725"/>
              <a:gd name="connsiteX3" fmla="*/ 1690486 w 11179321"/>
              <a:gd name="connsiteY3" fmla="*/ 89040 h 341725"/>
              <a:gd name="connsiteX4" fmla="*/ 1110563 w 11179321"/>
              <a:gd name="connsiteY4" fmla="*/ 341725 h 341725"/>
              <a:gd name="connsiteX5" fmla="*/ 628541 w 11179321"/>
              <a:gd name="connsiteY5" fmla="*/ 101571 h 341725"/>
              <a:gd name="connsiteX6" fmla="*/ 0 w 11179321"/>
              <a:gd name="connsiteY6" fmla="*/ 103593 h 341725"/>
              <a:gd name="connsiteX7" fmla="*/ 1331 w 11179321"/>
              <a:gd name="connsiteY7" fmla="*/ 2791 h 341725"/>
              <a:gd name="connsiteX0" fmla="*/ 1331 w 10600099"/>
              <a:gd name="connsiteY0" fmla="*/ 2791 h 341725"/>
              <a:gd name="connsiteX1" fmla="*/ 10561656 w 10600099"/>
              <a:gd name="connsiteY1" fmla="*/ 0 h 341725"/>
              <a:gd name="connsiteX2" fmla="*/ 10567427 w 10600099"/>
              <a:gd name="connsiteY2" fmla="*/ 90892 h 341725"/>
              <a:gd name="connsiteX3" fmla="*/ 1690486 w 10600099"/>
              <a:gd name="connsiteY3" fmla="*/ 89040 h 341725"/>
              <a:gd name="connsiteX4" fmla="*/ 1110563 w 10600099"/>
              <a:gd name="connsiteY4" fmla="*/ 341725 h 341725"/>
              <a:gd name="connsiteX5" fmla="*/ 628541 w 10600099"/>
              <a:gd name="connsiteY5" fmla="*/ 101571 h 341725"/>
              <a:gd name="connsiteX6" fmla="*/ 0 w 10600099"/>
              <a:gd name="connsiteY6" fmla="*/ 103593 h 341725"/>
              <a:gd name="connsiteX7" fmla="*/ 1331 w 10600099"/>
              <a:gd name="connsiteY7" fmla="*/ 2791 h 341725"/>
              <a:gd name="connsiteX0" fmla="*/ 1331 w 10567427"/>
              <a:gd name="connsiteY0" fmla="*/ 2791 h 341725"/>
              <a:gd name="connsiteX1" fmla="*/ 10561656 w 10567427"/>
              <a:gd name="connsiteY1" fmla="*/ 0 h 341725"/>
              <a:gd name="connsiteX2" fmla="*/ 10567427 w 10567427"/>
              <a:gd name="connsiteY2" fmla="*/ 90892 h 341725"/>
              <a:gd name="connsiteX3" fmla="*/ 1690486 w 10567427"/>
              <a:gd name="connsiteY3" fmla="*/ 89040 h 341725"/>
              <a:gd name="connsiteX4" fmla="*/ 1110563 w 10567427"/>
              <a:gd name="connsiteY4" fmla="*/ 341725 h 341725"/>
              <a:gd name="connsiteX5" fmla="*/ 628541 w 10567427"/>
              <a:gd name="connsiteY5" fmla="*/ 101571 h 341725"/>
              <a:gd name="connsiteX6" fmla="*/ 0 w 10567427"/>
              <a:gd name="connsiteY6" fmla="*/ 103593 h 341725"/>
              <a:gd name="connsiteX7" fmla="*/ 1331 w 10567427"/>
              <a:gd name="connsiteY7" fmla="*/ 2791 h 341725"/>
              <a:gd name="connsiteX0" fmla="*/ 1331 w 10561687"/>
              <a:gd name="connsiteY0" fmla="*/ 2791 h 341725"/>
              <a:gd name="connsiteX1" fmla="*/ 10561656 w 10561687"/>
              <a:gd name="connsiteY1" fmla="*/ 0 h 341725"/>
              <a:gd name="connsiteX2" fmla="*/ 10561157 w 10561687"/>
              <a:gd name="connsiteY2" fmla="*/ 90892 h 341725"/>
              <a:gd name="connsiteX3" fmla="*/ 1690486 w 10561687"/>
              <a:gd name="connsiteY3" fmla="*/ 89040 h 341725"/>
              <a:gd name="connsiteX4" fmla="*/ 1110563 w 10561687"/>
              <a:gd name="connsiteY4" fmla="*/ 341725 h 341725"/>
              <a:gd name="connsiteX5" fmla="*/ 628541 w 10561687"/>
              <a:gd name="connsiteY5" fmla="*/ 101571 h 341725"/>
              <a:gd name="connsiteX6" fmla="*/ 0 w 10561687"/>
              <a:gd name="connsiteY6" fmla="*/ 103593 h 341725"/>
              <a:gd name="connsiteX7" fmla="*/ 1331 w 10561687"/>
              <a:gd name="connsiteY7" fmla="*/ 2791 h 341725"/>
              <a:gd name="connsiteX0" fmla="*/ 1331 w 10562072"/>
              <a:gd name="connsiteY0" fmla="*/ 2791 h 341725"/>
              <a:gd name="connsiteX1" fmla="*/ 10561656 w 10562072"/>
              <a:gd name="connsiteY1" fmla="*/ 0 h 341725"/>
              <a:gd name="connsiteX2" fmla="*/ 10561157 w 10562072"/>
              <a:gd name="connsiteY2" fmla="*/ 90892 h 341725"/>
              <a:gd name="connsiteX3" fmla="*/ 1690486 w 10562072"/>
              <a:gd name="connsiteY3" fmla="*/ 89040 h 341725"/>
              <a:gd name="connsiteX4" fmla="*/ 1110563 w 10562072"/>
              <a:gd name="connsiteY4" fmla="*/ 341725 h 341725"/>
              <a:gd name="connsiteX5" fmla="*/ 628541 w 10562072"/>
              <a:gd name="connsiteY5" fmla="*/ 101571 h 341725"/>
              <a:gd name="connsiteX6" fmla="*/ 0 w 10562072"/>
              <a:gd name="connsiteY6" fmla="*/ 103593 h 341725"/>
              <a:gd name="connsiteX7" fmla="*/ 1331 w 10562072"/>
              <a:gd name="connsiteY7" fmla="*/ 2791 h 341725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1690486 w 10562072"/>
              <a:gd name="connsiteY3" fmla="*/ 89040 h 887696"/>
              <a:gd name="connsiteX4" fmla="*/ 1180889 w 10562072"/>
              <a:gd name="connsiteY4" fmla="*/ 887696 h 887696"/>
              <a:gd name="connsiteX5" fmla="*/ 628541 w 10562072"/>
              <a:gd name="connsiteY5" fmla="*/ 101571 h 887696"/>
              <a:gd name="connsiteX6" fmla="*/ 0 w 10562072"/>
              <a:gd name="connsiteY6" fmla="*/ 103593 h 887696"/>
              <a:gd name="connsiteX7" fmla="*/ 1331 w 10562072"/>
              <a:gd name="connsiteY7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628541 w 10562072"/>
              <a:gd name="connsiteY5" fmla="*/ 101571 h 887696"/>
              <a:gd name="connsiteX6" fmla="*/ 0 w 10562072"/>
              <a:gd name="connsiteY6" fmla="*/ 103593 h 887696"/>
              <a:gd name="connsiteX7" fmla="*/ 1331 w 10562072"/>
              <a:gd name="connsiteY7" fmla="*/ 2791 h 887696"/>
              <a:gd name="connsiteX0" fmla="*/ 1331 w 10562072"/>
              <a:gd name="connsiteY0" fmla="*/ 2791 h 887702"/>
              <a:gd name="connsiteX1" fmla="*/ 10561656 w 10562072"/>
              <a:gd name="connsiteY1" fmla="*/ 0 h 887702"/>
              <a:gd name="connsiteX2" fmla="*/ 10561157 w 10562072"/>
              <a:gd name="connsiteY2" fmla="*/ 90892 h 887702"/>
              <a:gd name="connsiteX3" fmla="*/ 2317558 w 10562072"/>
              <a:gd name="connsiteY3" fmla="*/ 89040 h 887702"/>
              <a:gd name="connsiteX4" fmla="*/ 1180889 w 10562072"/>
              <a:gd name="connsiteY4" fmla="*/ 887696 h 887702"/>
              <a:gd name="connsiteX5" fmla="*/ 0 w 10562072"/>
              <a:gd name="connsiteY5" fmla="*/ 103593 h 887702"/>
              <a:gd name="connsiteX6" fmla="*/ 1331 w 10562072"/>
              <a:gd name="connsiteY6" fmla="*/ 2791 h 887702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0 w 10568342"/>
              <a:gd name="connsiteY0" fmla="*/ 0 h 2916892"/>
              <a:gd name="connsiteX1" fmla="*/ 10567926 w 10568342"/>
              <a:gd name="connsiteY1" fmla="*/ 2029196 h 2916892"/>
              <a:gd name="connsiteX2" fmla="*/ 10567427 w 10568342"/>
              <a:gd name="connsiteY2" fmla="*/ 2120088 h 2916892"/>
              <a:gd name="connsiteX3" fmla="*/ 2323828 w 10568342"/>
              <a:gd name="connsiteY3" fmla="*/ 2118236 h 2916892"/>
              <a:gd name="connsiteX4" fmla="*/ 1187159 w 10568342"/>
              <a:gd name="connsiteY4" fmla="*/ 2916892 h 2916892"/>
              <a:gd name="connsiteX5" fmla="*/ 6270 w 10568342"/>
              <a:gd name="connsiteY5" fmla="*/ 2132789 h 2916892"/>
              <a:gd name="connsiteX6" fmla="*/ 0 w 10568342"/>
              <a:gd name="connsiteY6" fmla="*/ 0 h 2916892"/>
              <a:gd name="connsiteX0" fmla="*/ 0 w 10575943"/>
              <a:gd name="connsiteY0" fmla="*/ 0 h 2955377"/>
              <a:gd name="connsiteX1" fmla="*/ 10575527 w 10575943"/>
              <a:gd name="connsiteY1" fmla="*/ 2067681 h 2955377"/>
              <a:gd name="connsiteX2" fmla="*/ 10575028 w 10575943"/>
              <a:gd name="connsiteY2" fmla="*/ 2158573 h 2955377"/>
              <a:gd name="connsiteX3" fmla="*/ 2331429 w 10575943"/>
              <a:gd name="connsiteY3" fmla="*/ 2156721 h 2955377"/>
              <a:gd name="connsiteX4" fmla="*/ 1194760 w 10575943"/>
              <a:gd name="connsiteY4" fmla="*/ 2955377 h 2955377"/>
              <a:gd name="connsiteX5" fmla="*/ 13871 w 10575943"/>
              <a:gd name="connsiteY5" fmla="*/ 2171274 h 2955377"/>
              <a:gd name="connsiteX6" fmla="*/ 0 w 10575943"/>
              <a:gd name="connsiteY6" fmla="*/ 0 h 2955377"/>
              <a:gd name="connsiteX0" fmla="*/ 267371 w 10562072"/>
              <a:gd name="connsiteY0" fmla="*/ 0 h 2685985"/>
              <a:gd name="connsiteX1" fmla="*/ 10561656 w 10562072"/>
              <a:gd name="connsiteY1" fmla="*/ 1798289 h 2685985"/>
              <a:gd name="connsiteX2" fmla="*/ 10561157 w 10562072"/>
              <a:gd name="connsiteY2" fmla="*/ 1889181 h 2685985"/>
              <a:gd name="connsiteX3" fmla="*/ 2317558 w 10562072"/>
              <a:gd name="connsiteY3" fmla="*/ 1887329 h 2685985"/>
              <a:gd name="connsiteX4" fmla="*/ 1180889 w 10562072"/>
              <a:gd name="connsiteY4" fmla="*/ 2685985 h 2685985"/>
              <a:gd name="connsiteX5" fmla="*/ 0 w 10562072"/>
              <a:gd name="connsiteY5" fmla="*/ 1901882 h 2685985"/>
              <a:gd name="connsiteX6" fmla="*/ 267371 w 10562072"/>
              <a:gd name="connsiteY6" fmla="*/ 0 h 2685985"/>
              <a:gd name="connsiteX0" fmla="*/ 1331 w 10562072"/>
              <a:gd name="connsiteY0" fmla="*/ 0 h 2955377"/>
              <a:gd name="connsiteX1" fmla="*/ 10561656 w 10562072"/>
              <a:gd name="connsiteY1" fmla="*/ 2067681 h 2955377"/>
              <a:gd name="connsiteX2" fmla="*/ 10561157 w 10562072"/>
              <a:gd name="connsiteY2" fmla="*/ 2158573 h 2955377"/>
              <a:gd name="connsiteX3" fmla="*/ 2317558 w 10562072"/>
              <a:gd name="connsiteY3" fmla="*/ 2156721 h 2955377"/>
              <a:gd name="connsiteX4" fmla="*/ 1180889 w 10562072"/>
              <a:gd name="connsiteY4" fmla="*/ 2955377 h 2955377"/>
              <a:gd name="connsiteX5" fmla="*/ 0 w 10562072"/>
              <a:gd name="connsiteY5" fmla="*/ 2171274 h 2955377"/>
              <a:gd name="connsiteX6" fmla="*/ 1331 w 10562072"/>
              <a:gd name="connsiteY6" fmla="*/ 0 h 2955377"/>
              <a:gd name="connsiteX0" fmla="*/ 1331 w 10562072"/>
              <a:gd name="connsiteY0" fmla="*/ 2791 h 2958168"/>
              <a:gd name="connsiteX1" fmla="*/ 10561655 w 10562072"/>
              <a:gd name="connsiteY1" fmla="*/ 0 h 2958168"/>
              <a:gd name="connsiteX2" fmla="*/ 10561157 w 10562072"/>
              <a:gd name="connsiteY2" fmla="*/ 2161364 h 2958168"/>
              <a:gd name="connsiteX3" fmla="*/ 2317558 w 10562072"/>
              <a:gd name="connsiteY3" fmla="*/ 2159512 h 2958168"/>
              <a:gd name="connsiteX4" fmla="*/ 1180889 w 10562072"/>
              <a:gd name="connsiteY4" fmla="*/ 2958168 h 2958168"/>
              <a:gd name="connsiteX5" fmla="*/ 0 w 10562072"/>
              <a:gd name="connsiteY5" fmla="*/ 2174065 h 2958168"/>
              <a:gd name="connsiteX6" fmla="*/ 1331 w 10562072"/>
              <a:gd name="connsiteY6" fmla="*/ 2791 h 2958168"/>
              <a:gd name="connsiteX0" fmla="*/ 1331 w 10562072"/>
              <a:gd name="connsiteY0" fmla="*/ 2791 h 2958168"/>
              <a:gd name="connsiteX1" fmla="*/ 10561655 w 10562072"/>
              <a:gd name="connsiteY1" fmla="*/ 0 h 2958168"/>
              <a:gd name="connsiteX2" fmla="*/ 10561157 w 10562072"/>
              <a:gd name="connsiteY2" fmla="*/ 2161364 h 2958168"/>
              <a:gd name="connsiteX3" fmla="*/ 9288594 w 10562072"/>
              <a:gd name="connsiteY3" fmla="*/ 2153103 h 2958168"/>
              <a:gd name="connsiteX4" fmla="*/ 2317558 w 10562072"/>
              <a:gd name="connsiteY4" fmla="*/ 2159512 h 2958168"/>
              <a:gd name="connsiteX5" fmla="*/ 1180889 w 10562072"/>
              <a:gd name="connsiteY5" fmla="*/ 2958168 h 2958168"/>
              <a:gd name="connsiteX6" fmla="*/ 0 w 10562072"/>
              <a:gd name="connsiteY6" fmla="*/ 2174065 h 2958168"/>
              <a:gd name="connsiteX7" fmla="*/ 1331 w 10562072"/>
              <a:gd name="connsiteY7" fmla="*/ 2791 h 2958168"/>
              <a:gd name="connsiteX0" fmla="*/ 1331 w 10561657"/>
              <a:gd name="connsiteY0" fmla="*/ 2791 h 2958168"/>
              <a:gd name="connsiteX1" fmla="*/ 10561655 w 10561657"/>
              <a:gd name="connsiteY1" fmla="*/ 0 h 2958168"/>
              <a:gd name="connsiteX2" fmla="*/ 10469943 w 10561657"/>
              <a:gd name="connsiteY2" fmla="*/ 668161 h 2958168"/>
              <a:gd name="connsiteX3" fmla="*/ 9288594 w 10561657"/>
              <a:gd name="connsiteY3" fmla="*/ 2153103 h 2958168"/>
              <a:gd name="connsiteX4" fmla="*/ 2317558 w 10561657"/>
              <a:gd name="connsiteY4" fmla="*/ 2159512 h 2958168"/>
              <a:gd name="connsiteX5" fmla="*/ 1180889 w 10561657"/>
              <a:gd name="connsiteY5" fmla="*/ 2958168 h 2958168"/>
              <a:gd name="connsiteX6" fmla="*/ 0 w 10561657"/>
              <a:gd name="connsiteY6" fmla="*/ 2174065 h 2958168"/>
              <a:gd name="connsiteX7" fmla="*/ 1331 w 10561657"/>
              <a:gd name="connsiteY7" fmla="*/ 2791 h 2958168"/>
              <a:gd name="connsiteX0" fmla="*/ 1331 w 10562072"/>
              <a:gd name="connsiteY0" fmla="*/ 2791 h 2958168"/>
              <a:gd name="connsiteX1" fmla="*/ 10561655 w 10562072"/>
              <a:gd name="connsiteY1" fmla="*/ 0 h 2958168"/>
              <a:gd name="connsiteX2" fmla="*/ 10561157 w 10562072"/>
              <a:gd name="connsiteY2" fmla="*/ 1468641 h 2958168"/>
              <a:gd name="connsiteX3" fmla="*/ 9288594 w 10562072"/>
              <a:gd name="connsiteY3" fmla="*/ 2153103 h 2958168"/>
              <a:gd name="connsiteX4" fmla="*/ 2317558 w 10562072"/>
              <a:gd name="connsiteY4" fmla="*/ 2159512 h 2958168"/>
              <a:gd name="connsiteX5" fmla="*/ 1180889 w 10562072"/>
              <a:gd name="connsiteY5" fmla="*/ 2958168 h 2958168"/>
              <a:gd name="connsiteX6" fmla="*/ 0 w 10562072"/>
              <a:gd name="connsiteY6" fmla="*/ 2174065 h 2958168"/>
              <a:gd name="connsiteX7" fmla="*/ 1331 w 10562072"/>
              <a:gd name="connsiteY7" fmla="*/ 2791 h 2958168"/>
              <a:gd name="connsiteX0" fmla="*/ 1331 w 10561655"/>
              <a:gd name="connsiteY0" fmla="*/ 2791 h 2958168"/>
              <a:gd name="connsiteX1" fmla="*/ 10561655 w 10561655"/>
              <a:gd name="connsiteY1" fmla="*/ 0 h 2958168"/>
              <a:gd name="connsiteX2" fmla="*/ 10196302 w 10561655"/>
              <a:gd name="connsiteY2" fmla="*/ 1183855 h 2958168"/>
              <a:gd name="connsiteX3" fmla="*/ 9288594 w 10561655"/>
              <a:gd name="connsiteY3" fmla="*/ 2153103 h 2958168"/>
              <a:gd name="connsiteX4" fmla="*/ 2317558 w 10561655"/>
              <a:gd name="connsiteY4" fmla="*/ 2159512 h 2958168"/>
              <a:gd name="connsiteX5" fmla="*/ 1180889 w 10561655"/>
              <a:gd name="connsiteY5" fmla="*/ 2958168 h 2958168"/>
              <a:gd name="connsiteX6" fmla="*/ 0 w 10561655"/>
              <a:gd name="connsiteY6" fmla="*/ 2174065 h 2958168"/>
              <a:gd name="connsiteX7" fmla="*/ 1331 w 10561655"/>
              <a:gd name="connsiteY7" fmla="*/ 2791 h 2958168"/>
              <a:gd name="connsiteX0" fmla="*/ 1331 w 10562072"/>
              <a:gd name="connsiteY0" fmla="*/ 2791 h 2958168"/>
              <a:gd name="connsiteX1" fmla="*/ 10561655 w 10562072"/>
              <a:gd name="connsiteY1" fmla="*/ 0 h 2958168"/>
              <a:gd name="connsiteX2" fmla="*/ 10561157 w 10562072"/>
              <a:gd name="connsiteY2" fmla="*/ 1476338 h 2958168"/>
              <a:gd name="connsiteX3" fmla="*/ 9288594 w 10562072"/>
              <a:gd name="connsiteY3" fmla="*/ 2153103 h 2958168"/>
              <a:gd name="connsiteX4" fmla="*/ 2317558 w 10562072"/>
              <a:gd name="connsiteY4" fmla="*/ 2159512 h 2958168"/>
              <a:gd name="connsiteX5" fmla="*/ 1180889 w 10562072"/>
              <a:gd name="connsiteY5" fmla="*/ 2958168 h 2958168"/>
              <a:gd name="connsiteX6" fmla="*/ 0 w 10562072"/>
              <a:gd name="connsiteY6" fmla="*/ 2174065 h 2958168"/>
              <a:gd name="connsiteX7" fmla="*/ 1331 w 10562072"/>
              <a:gd name="connsiteY7" fmla="*/ 2791 h 2958168"/>
              <a:gd name="connsiteX0" fmla="*/ 1331 w 10562072"/>
              <a:gd name="connsiteY0" fmla="*/ 2791 h 2958168"/>
              <a:gd name="connsiteX1" fmla="*/ 10561655 w 10562072"/>
              <a:gd name="connsiteY1" fmla="*/ 0 h 2958168"/>
              <a:gd name="connsiteX2" fmla="*/ 10561157 w 10562072"/>
              <a:gd name="connsiteY2" fmla="*/ 1476338 h 2958168"/>
              <a:gd name="connsiteX3" fmla="*/ 9288594 w 10562072"/>
              <a:gd name="connsiteY3" fmla="*/ 2153103 h 2958168"/>
              <a:gd name="connsiteX4" fmla="*/ 2317558 w 10562072"/>
              <a:gd name="connsiteY4" fmla="*/ 2159512 h 2958168"/>
              <a:gd name="connsiteX5" fmla="*/ 1180889 w 10562072"/>
              <a:gd name="connsiteY5" fmla="*/ 2958168 h 2958168"/>
              <a:gd name="connsiteX6" fmla="*/ 0 w 10562072"/>
              <a:gd name="connsiteY6" fmla="*/ 2174065 h 2958168"/>
              <a:gd name="connsiteX7" fmla="*/ 1331 w 10562072"/>
              <a:gd name="connsiteY7" fmla="*/ 2791 h 2958168"/>
              <a:gd name="connsiteX0" fmla="*/ 1331 w 10562072"/>
              <a:gd name="connsiteY0" fmla="*/ 2791 h 2958168"/>
              <a:gd name="connsiteX1" fmla="*/ 10561655 w 10562072"/>
              <a:gd name="connsiteY1" fmla="*/ 0 h 2958168"/>
              <a:gd name="connsiteX2" fmla="*/ 10561157 w 10562072"/>
              <a:gd name="connsiteY2" fmla="*/ 1476338 h 2958168"/>
              <a:gd name="connsiteX3" fmla="*/ 9288594 w 10562072"/>
              <a:gd name="connsiteY3" fmla="*/ 2153103 h 2958168"/>
              <a:gd name="connsiteX4" fmla="*/ 2317558 w 10562072"/>
              <a:gd name="connsiteY4" fmla="*/ 2159512 h 2958168"/>
              <a:gd name="connsiteX5" fmla="*/ 1180889 w 10562072"/>
              <a:gd name="connsiteY5" fmla="*/ 2958168 h 2958168"/>
              <a:gd name="connsiteX6" fmla="*/ 0 w 10562072"/>
              <a:gd name="connsiteY6" fmla="*/ 2174065 h 2958168"/>
              <a:gd name="connsiteX7" fmla="*/ 1331 w 10562072"/>
              <a:gd name="connsiteY7" fmla="*/ 2791 h 2958168"/>
              <a:gd name="connsiteX0" fmla="*/ 2189 w 10562411"/>
              <a:gd name="connsiteY0" fmla="*/ 0 h 2958168"/>
              <a:gd name="connsiteX1" fmla="*/ 10561655 w 10562411"/>
              <a:gd name="connsiteY1" fmla="*/ 0 h 2958168"/>
              <a:gd name="connsiteX2" fmla="*/ 10561157 w 10562411"/>
              <a:gd name="connsiteY2" fmla="*/ 1476338 h 2958168"/>
              <a:gd name="connsiteX3" fmla="*/ 9288594 w 10562411"/>
              <a:gd name="connsiteY3" fmla="*/ 2153103 h 2958168"/>
              <a:gd name="connsiteX4" fmla="*/ 2317558 w 10562411"/>
              <a:gd name="connsiteY4" fmla="*/ 2159512 h 2958168"/>
              <a:gd name="connsiteX5" fmla="*/ 1180889 w 10562411"/>
              <a:gd name="connsiteY5" fmla="*/ 2958168 h 2958168"/>
              <a:gd name="connsiteX6" fmla="*/ 0 w 10562411"/>
              <a:gd name="connsiteY6" fmla="*/ 2174065 h 2958168"/>
              <a:gd name="connsiteX7" fmla="*/ 2189 w 10562411"/>
              <a:gd name="connsiteY7" fmla="*/ 0 h 2958168"/>
              <a:gd name="connsiteX0" fmla="*/ 0 w 10560222"/>
              <a:gd name="connsiteY0" fmla="*/ 0 h 2958168"/>
              <a:gd name="connsiteX1" fmla="*/ 10559466 w 10560222"/>
              <a:gd name="connsiteY1" fmla="*/ 0 h 2958168"/>
              <a:gd name="connsiteX2" fmla="*/ 10558968 w 10560222"/>
              <a:gd name="connsiteY2" fmla="*/ 1476338 h 2958168"/>
              <a:gd name="connsiteX3" fmla="*/ 9286405 w 10560222"/>
              <a:gd name="connsiteY3" fmla="*/ 2153103 h 2958168"/>
              <a:gd name="connsiteX4" fmla="*/ 2315369 w 10560222"/>
              <a:gd name="connsiteY4" fmla="*/ 2159512 h 2958168"/>
              <a:gd name="connsiteX5" fmla="*/ 1178700 w 10560222"/>
              <a:gd name="connsiteY5" fmla="*/ 2958168 h 2958168"/>
              <a:gd name="connsiteX6" fmla="*/ 0 w 10560222"/>
              <a:gd name="connsiteY6" fmla="*/ 2174065 h 2958168"/>
              <a:gd name="connsiteX7" fmla="*/ 0 w 10560222"/>
              <a:gd name="connsiteY7" fmla="*/ 0 h 2958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560222" h="2958168">
                <a:moveTo>
                  <a:pt x="0" y="0"/>
                </a:moveTo>
                <a:lnTo>
                  <a:pt x="10559466" y="0"/>
                </a:lnTo>
                <a:cubicBezTo>
                  <a:pt x="10559979" y="67600"/>
                  <a:pt x="10560222" y="1432923"/>
                  <a:pt x="10558968" y="1476338"/>
                </a:cubicBezTo>
                <a:cubicBezTo>
                  <a:pt x="10081572" y="2148347"/>
                  <a:pt x="9702991" y="2158423"/>
                  <a:pt x="9286405" y="2153103"/>
                </a:cubicBezTo>
                <a:lnTo>
                  <a:pt x="2315369" y="2159512"/>
                </a:lnTo>
                <a:cubicBezTo>
                  <a:pt x="1738155" y="2192654"/>
                  <a:pt x="1370309" y="2495346"/>
                  <a:pt x="1178700" y="2958168"/>
                </a:cubicBezTo>
                <a:cubicBezTo>
                  <a:pt x="880346" y="2254391"/>
                  <a:pt x="278640" y="2173187"/>
                  <a:pt x="0" y="2174065"/>
                </a:cubicBezTo>
                <a:cubicBezTo>
                  <a:pt x="2067" y="2138552"/>
                  <a:pt x="1272" y="95582"/>
                  <a:pt x="0" y="0"/>
                </a:cubicBezTo>
                <a:close/>
              </a:path>
            </a:pathLst>
          </a:custGeom>
          <a:solidFill>
            <a:schemeClr val="bg1"/>
          </a:solidFill>
          <a:ln w="12700" cmpd="sng" algn="ctr">
            <a:noFill/>
            <a:miter lim="800000"/>
            <a:headEnd/>
            <a:tailEnd/>
          </a:ln>
          <a:effectLst>
            <a:outerShdw blurRad="41275" dist="38100" dir="5400000" algn="t" rotWithShape="0">
              <a:schemeClr val="bg1">
                <a:lumMod val="65000"/>
                <a:alpha val="25000"/>
              </a:schemeClr>
            </a:outerShdw>
          </a:effectLst>
        </p:spPr>
        <p:txBody>
          <a:bodyPr wrap="square" lIns="28173" tIns="36624" rIns="28173" bIns="36624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 sz="900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9" name="Title 1"/>
          <p:cNvSpPr>
            <a:spLocks noGrp="1"/>
          </p:cNvSpPr>
          <p:nvPr>
            <p:ph type="ctrTitle" hasCustomPrompt="1"/>
            <p:custDataLst>
              <p:tags r:id="rId4"/>
            </p:custDataLst>
          </p:nvPr>
        </p:nvSpPr>
        <p:spPr>
          <a:xfrm>
            <a:off x="4943238" y="2208806"/>
            <a:ext cx="4915261" cy="823618"/>
          </a:xfrm>
        </p:spPr>
        <p:txBody>
          <a:bodyPr vert="horz" lIns="0" tIns="28173" rIns="28173" bIns="28173" rtlCol="0" anchor="t">
            <a:noAutofit/>
          </a:bodyPr>
          <a:lstStyle>
            <a:lvl1pPr marL="0" indent="0" algn="l" defTabSz="779202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lang="en-US" sz="3700" b="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/>
              <a:t>Click to </a:t>
            </a:r>
            <a:r>
              <a:rPr lang="fr-FR" dirty="0" err="1"/>
              <a:t>edit</a:t>
            </a:r>
            <a:r>
              <a:rPr lang="fr-FR" dirty="0"/>
              <a:t> Master </a:t>
            </a:r>
            <a:r>
              <a:rPr lang="fr-FR" dirty="0" err="1"/>
              <a:t>title</a:t>
            </a:r>
            <a:r>
              <a:rPr lang="fr-FR" dirty="0"/>
              <a:t> style</a:t>
            </a:r>
            <a:endParaRPr lang="en-US" dirty="0"/>
          </a:p>
        </p:txBody>
      </p:sp>
      <p:sp>
        <p:nvSpPr>
          <p:cNvPr id="10" name="Subtitle 2"/>
          <p:cNvSpPr>
            <a:spLocks noGrp="1"/>
          </p:cNvSpPr>
          <p:nvPr>
            <p:ph type="subTitle" idx="1" hasCustomPrompt="1"/>
            <p:custDataLst>
              <p:tags r:id="rId5"/>
            </p:custDataLst>
          </p:nvPr>
        </p:nvSpPr>
        <p:spPr>
          <a:xfrm>
            <a:off x="4940137" y="3324784"/>
            <a:ext cx="4918363" cy="710813"/>
          </a:xfrm>
        </p:spPr>
        <p:txBody>
          <a:bodyPr lIns="0" tIns="28173" rIns="28173" bIns="28173"/>
          <a:lstStyle>
            <a:lvl1pPr marL="0" indent="0" algn="l">
              <a:buNone/>
              <a:defRPr sz="1900" b="0">
                <a:solidFill>
                  <a:schemeClr val="tx1"/>
                </a:solidFill>
              </a:defRPr>
            </a:lvl1pPr>
            <a:lvl2pPr marL="38960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7792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1688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5584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9480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3376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7272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1168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dirty="0"/>
              <a:t>Click to </a:t>
            </a:r>
            <a:r>
              <a:rPr lang="fr-FR" dirty="0" err="1"/>
              <a:t>edit</a:t>
            </a:r>
            <a:r>
              <a:rPr lang="fr-FR" dirty="0"/>
              <a:t> Master </a:t>
            </a:r>
            <a:r>
              <a:rPr lang="fr-FR" dirty="0" err="1"/>
              <a:t>text</a:t>
            </a:r>
            <a:r>
              <a:rPr lang="fr-FR" dirty="0"/>
              <a:t> style</a:t>
            </a:r>
          </a:p>
        </p:txBody>
      </p:sp>
      <p:pic>
        <p:nvPicPr>
          <p:cNvPr id="8" name="Image 10" descr="Capgemini_logo.jpg"/>
          <p:cNvPicPr>
            <a:picLocks noChangeAspect="1"/>
          </p:cNvPicPr>
          <p:nvPr userDrawn="1"/>
        </p:nvPicPr>
        <p:blipFill>
          <a:blip r:embed="rId10" cstate="print"/>
          <a:stretch>
            <a:fillRect/>
          </a:stretch>
        </p:blipFill>
        <p:spPr>
          <a:xfrm>
            <a:off x="735690" y="494028"/>
            <a:ext cx="2880000" cy="514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60939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" y="1"/>
          <a:ext cx="135749" cy="1079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39" name="think-cell Slide" r:id="rId6" imgW="360" imgH="360" progId="">
                  <p:embed/>
                </p:oleObj>
              </mc:Choice>
              <mc:Fallback>
                <p:oleObj name="think-cell Slide" r:id="rId6" imgW="360" imgH="360" progId="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" y="1"/>
                        <a:ext cx="135749" cy="10798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noProof="0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  <p:custDataLst>
              <p:tags r:id="rId4"/>
            </p:custDataLst>
          </p:nvPr>
        </p:nvSpPr>
        <p:spPr>
          <a:xfrm>
            <a:off x="298516" y="1121076"/>
            <a:ext cx="8845484" cy="3482813"/>
          </a:xfrm>
        </p:spPr>
        <p:txBody>
          <a:bodyPr/>
          <a:lstStyle>
            <a:lvl1pPr>
              <a:defRPr b="0"/>
            </a:lvl1pPr>
            <a:lvl5pPr>
              <a:buNone/>
              <a:defRPr/>
            </a:lvl5pPr>
          </a:lstStyle>
          <a:p>
            <a:pPr lvl="0"/>
            <a:r>
              <a:rPr lang="en-US" noProof="0" dirty="0"/>
              <a:t>Click to edit Master text style</a:t>
            </a:r>
          </a:p>
          <a:p>
            <a:pPr lvl="1"/>
            <a:r>
              <a:rPr lang="en-US" noProof="0" dirty="0"/>
              <a:t>Text style level 2</a:t>
            </a:r>
          </a:p>
          <a:p>
            <a:pPr lvl="2"/>
            <a:r>
              <a:rPr lang="en-US" noProof="0" dirty="0"/>
              <a:t>Text style level 3</a:t>
            </a:r>
          </a:p>
          <a:p>
            <a:pPr lvl="3"/>
            <a:r>
              <a:rPr lang="en-US" noProof="0" dirty="0"/>
              <a:t>Text style level 4</a:t>
            </a:r>
          </a:p>
        </p:txBody>
      </p:sp>
    </p:spTree>
    <p:extLst>
      <p:ext uri="{BB962C8B-B14F-4D97-AF65-F5344CB8AC3E}">
        <p14:creationId xmlns:p14="http://schemas.microsoft.com/office/powerpoint/2010/main" val="39054096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ssonObjectiv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 hasCustomPrompt="1"/>
            <p:custDataLst>
              <p:tags r:id="rId1"/>
            </p:custDataLst>
          </p:nvPr>
        </p:nvSpPr>
        <p:spPr>
          <a:xfrm>
            <a:off x="298516" y="1121076"/>
            <a:ext cx="6793764" cy="3482813"/>
          </a:xfrm>
        </p:spPr>
        <p:txBody>
          <a:bodyPr/>
          <a:lstStyle>
            <a:lvl1pPr>
              <a:defRPr b="0"/>
            </a:lvl1pPr>
            <a:lvl5pPr>
              <a:buNone/>
              <a:defRPr/>
            </a:lvl5pPr>
          </a:lstStyle>
          <a:p>
            <a:pPr lvl="0"/>
            <a:r>
              <a:rPr lang="en-US" noProof="0" dirty="0"/>
              <a:t>Click to edit Master text style</a:t>
            </a:r>
          </a:p>
          <a:p>
            <a:pPr lvl="1"/>
            <a:r>
              <a:rPr lang="en-US" noProof="0" dirty="0"/>
              <a:t>Text style level 2</a:t>
            </a:r>
          </a:p>
          <a:p>
            <a:pPr lvl="2"/>
            <a:r>
              <a:rPr lang="en-US" noProof="0" dirty="0"/>
              <a:t>Text style level 3</a:t>
            </a:r>
          </a:p>
          <a:p>
            <a:pPr lvl="3"/>
            <a:r>
              <a:rPr lang="en-US" noProof="0" dirty="0"/>
              <a:t>Text style level 4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0102" y="1371600"/>
            <a:ext cx="1985371" cy="1508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74869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" y="1"/>
          <a:ext cx="135749" cy="1079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59" name="think-cell Slide" r:id="rId4" imgW="360" imgH="360" progId="">
                  <p:embed/>
                </p:oleObj>
              </mc:Choice>
              <mc:Fallback>
                <p:oleObj name="think-cell Slide" r:id="rId4" imgW="360" imgH="360" progId="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" y="1"/>
                        <a:ext cx="135749" cy="10798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390493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Font typeface="Wingdings" pitchFamily="2" charset="2"/>
              <a:buChar char="Ø"/>
              <a:defRPr/>
            </a:lvl1pPr>
            <a:lvl4pPr>
              <a:defRPr lang="en-US" sz="1600" kern="1200" dirty="0" smtClean="0">
                <a:solidFill>
                  <a:schemeClr val="bg1">
                    <a:lumMod val="50000"/>
                  </a:schemeClr>
                </a:solidFill>
                <a:latin typeface="Candara" panose="020E0502030303020204" pitchFamily="34" charset="0"/>
                <a:ea typeface="+mn-ea"/>
                <a:cs typeface="+mn-cs"/>
              </a:defRPr>
            </a:lvl4pPr>
            <a:lvl5pPr>
              <a:defRPr lang="en-US" sz="1600" kern="1200" dirty="0">
                <a:solidFill>
                  <a:schemeClr val="bg1">
                    <a:lumMod val="50000"/>
                  </a:schemeClr>
                </a:solidFill>
                <a:latin typeface="Candara" panose="020E0502030303020204" pitchFamily="34" charset="0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727887C-E3D9-4956-B241-0D7B3E50E8A2}" type="datetime1">
              <a:rPr lang="en-US" smtClean="0"/>
              <a:pPr/>
              <a:t>11/18/2019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77C1CF3-A711-4C17-A994-E6863511BAD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1576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21"/>
            <a:ext cx="7772400" cy="1102519"/>
          </a:xfrm>
        </p:spPr>
        <p:txBody>
          <a:bodyPr/>
          <a:lstStyle>
            <a:lvl1pPr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1B09E437-E805-4B6F-B83F-3A554894CB63}" type="datetime1">
              <a:rPr lang="en-US" smtClean="0"/>
              <a:pPr/>
              <a:t>11/18/2019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277C1CF3-A711-4C17-A994-E6863511BAD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55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Font typeface="Wingdings" pitchFamily="2" charset="2"/>
              <a:buChar char="Ø"/>
              <a:defRPr/>
            </a:lvl1pPr>
            <a:lvl4pPr>
              <a:defRPr lang="en-US" sz="1600" kern="1200" dirty="0" smtClean="0">
                <a:solidFill>
                  <a:schemeClr val="bg1">
                    <a:lumMod val="50000"/>
                  </a:schemeClr>
                </a:solidFill>
                <a:latin typeface="Candara" panose="020E0502030303020204" pitchFamily="34" charset="0"/>
                <a:ea typeface="+mn-ea"/>
                <a:cs typeface="+mn-cs"/>
              </a:defRPr>
            </a:lvl4pPr>
            <a:lvl5pPr>
              <a:defRPr lang="en-US" sz="1600" kern="1200" dirty="0">
                <a:solidFill>
                  <a:schemeClr val="bg1">
                    <a:lumMod val="50000"/>
                  </a:schemeClr>
                </a:solidFill>
                <a:latin typeface="Candara" panose="020E0502030303020204" pitchFamily="34" charset="0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2727887C-E3D9-4956-B241-0D7B3E50E8A2}" type="datetime1">
              <a:rPr lang="en-US" smtClean="0"/>
              <a:pPr/>
              <a:t>11/18/2019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277C1CF3-A711-4C17-A994-E6863511BAD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1576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75850057-C325-4AB0-8C0E-59DC42E45BBA}" type="datetime1">
              <a:rPr lang="en-US" smtClean="0"/>
              <a:pPr/>
              <a:t>11/18/2019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277C1CF3-A711-4C17-A994-E6863511BAD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2116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BD9E8221-FB7D-4883-86F6-263E75469167}" type="datetime1">
              <a:rPr lang="en-US" smtClean="0"/>
              <a:pPr/>
              <a:t>11/18/2019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277C1CF3-A711-4C17-A994-E6863511BAD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5858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30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30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E125D57F-D058-4785-AE69-4051EF09BCDE}" type="datetime1">
              <a:rPr lang="en-US" smtClean="0"/>
              <a:pPr/>
              <a:t>11/18/2019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277C1CF3-A711-4C17-A994-E6863511BAD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2346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0142EE93-3912-4F7A-A116-AD58C43B6D10}" type="datetime1">
              <a:rPr lang="en-US" smtClean="0"/>
              <a:pPr/>
              <a:t>11/18/2019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277C1CF3-A711-4C17-A994-E6863511BAD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0651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CACDFF22-B6EA-4CED-A6CA-61C16E5EAB15}" type="datetime1">
              <a:rPr lang="en-US" smtClean="0"/>
              <a:pPr/>
              <a:t>11/18/2019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277C1CF3-A711-4C17-A994-E6863511BAD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1237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5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90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5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A0410464-921E-44DE-8661-BEFE8F21C728}" type="datetime1">
              <a:rPr lang="en-US" smtClean="0"/>
              <a:pPr/>
              <a:t>11/18/2019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277C1CF3-A711-4C17-A994-E6863511BAD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0021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5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24E67F5D-EE00-4A60-BE82-D0881C03BA66}" type="datetime1">
              <a:rPr lang="en-US" smtClean="0"/>
              <a:pPr/>
              <a:t>11/18/2019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277C1CF3-A711-4C17-A994-E6863511BAD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8776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92453C69-B6DB-4482-9D7D-A9D66B2576A4}" type="datetime1">
              <a:rPr lang="en-US" smtClean="0"/>
              <a:pPr/>
              <a:t>11/18/2019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277C1CF3-A711-4C17-A994-E6863511BAD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9681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CE1D0F29-5A92-4827-9A0E-CF6BC89C19B0}" type="datetime1">
              <a:rPr lang="en-US" smtClean="0"/>
              <a:pPr/>
              <a:t>11/18/2019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277C1CF3-A711-4C17-A994-E6863511BAD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99712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>
            <a:lvl1pPr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1B09E437-E805-4B6F-B83F-3A554894CB63}" type="datetime1">
              <a:rPr lang="en-US" smtClean="0"/>
              <a:pPr/>
              <a:t>11/18/2019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277C1CF3-A711-4C17-A994-E6863511BAD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551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Font typeface="Wingdings" pitchFamily="2" charset="2"/>
              <a:buChar char="Ø"/>
              <a:defRPr/>
            </a:lvl1pPr>
            <a:lvl4pPr>
              <a:defRPr lang="en-US" sz="1600" kern="1200" dirty="0" smtClean="0">
                <a:solidFill>
                  <a:schemeClr val="bg1">
                    <a:lumMod val="50000"/>
                  </a:schemeClr>
                </a:solidFill>
                <a:latin typeface="Candara" panose="020E0502030303020204" pitchFamily="34" charset="0"/>
                <a:ea typeface="+mn-ea"/>
                <a:cs typeface="+mn-cs"/>
              </a:defRPr>
            </a:lvl4pPr>
            <a:lvl5pPr>
              <a:defRPr lang="en-US" sz="1600" kern="1200" dirty="0">
                <a:solidFill>
                  <a:schemeClr val="bg1">
                    <a:lumMod val="50000"/>
                  </a:schemeClr>
                </a:solidFill>
                <a:latin typeface="Candara" panose="020E0502030303020204" pitchFamily="34" charset="0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2727887C-E3D9-4956-B241-0D7B3E50E8A2}" type="datetime1">
              <a:rPr lang="en-US" smtClean="0"/>
              <a:pPr/>
              <a:t>11/18/2019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277C1CF3-A711-4C17-A994-E6863511BAD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15760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75850057-C325-4AB0-8C0E-59DC42E45BBA}" type="datetime1">
              <a:rPr lang="en-US" smtClean="0"/>
              <a:pPr/>
              <a:t>11/18/2019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277C1CF3-A711-4C17-A994-E6863511BAD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21165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BD9E8221-FB7D-4883-86F6-263E75469167}" type="datetime1">
              <a:rPr lang="en-US" smtClean="0"/>
              <a:pPr/>
              <a:t>11/18/2019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277C1CF3-A711-4C17-A994-E6863511BAD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58589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8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8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E125D57F-D058-4785-AE69-4051EF09BCDE}" type="datetime1">
              <a:rPr lang="en-US" smtClean="0"/>
              <a:pPr/>
              <a:t>11/18/2019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277C1CF3-A711-4C17-A994-E6863511BAD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23465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0142EE93-3912-4F7A-A116-AD58C43B6D10}" type="datetime1">
              <a:rPr lang="en-US" smtClean="0"/>
              <a:pPr/>
              <a:t>11/18/2019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277C1CF3-A711-4C17-A994-E6863511BAD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06515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CACDFF22-B6EA-4CED-A6CA-61C16E5EAB15}" type="datetime1">
              <a:rPr lang="en-US" smtClean="0"/>
              <a:pPr/>
              <a:t>11/18/2019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277C1CF3-A711-4C17-A994-E6863511BAD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12372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3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3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A0410464-921E-44DE-8661-BEFE8F21C728}" type="datetime1">
              <a:rPr lang="en-US" smtClean="0"/>
              <a:pPr/>
              <a:t>11/18/2019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277C1CF3-A711-4C17-A994-E6863511BAD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00214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24E67F5D-EE00-4A60-BE82-D0881C03BA66}" type="datetime1">
              <a:rPr lang="en-US" smtClean="0"/>
              <a:pPr/>
              <a:t>11/18/2019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277C1CF3-A711-4C17-A994-E6863511BAD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87764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92453C69-B6DB-4482-9D7D-A9D66B2576A4}" type="datetime1">
              <a:rPr lang="en-US" smtClean="0"/>
              <a:pPr/>
              <a:t>11/18/2019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277C1CF3-A711-4C17-A994-E6863511BAD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96819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CE1D0F29-5A92-4827-9A0E-CF6BC89C19B0}" type="datetime1">
              <a:rPr lang="en-US" smtClean="0"/>
              <a:pPr/>
              <a:t>11/18/2019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277C1CF3-A711-4C17-A994-E6863511BAD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99712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losing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0" y="0"/>
          <a:ext cx="135749" cy="1079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709" name="think-cell Slide" r:id="rId6" imgW="360" imgH="360" progId="">
                  <p:embed/>
                </p:oleObj>
              </mc:Choice>
              <mc:Fallback>
                <p:oleObj name="think-cell Slide" r:id="rId6" imgW="360" imgH="36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35749" cy="10798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/>
          <p:cNvSpPr/>
          <p:nvPr userDrawn="1">
            <p:custDataLst>
              <p:tags r:id="rId3"/>
            </p:custDataLst>
          </p:nvPr>
        </p:nvSpPr>
        <p:spPr>
          <a:xfrm>
            <a:off x="4527501" y="4785622"/>
            <a:ext cx="4045000" cy="210785"/>
          </a:xfrm>
          <a:prstGeom prst="rect">
            <a:avLst/>
          </a:prstGeom>
        </p:spPr>
        <p:txBody>
          <a:bodyPr wrap="square" lIns="28173" tIns="28173" rIns="0" bIns="28173" anchor="b" anchorCtr="0">
            <a:spAutoFit/>
          </a:bodyPr>
          <a:lstStyle/>
          <a:p>
            <a:pPr algn="r"/>
            <a:r>
              <a:rPr lang="en-US" sz="500" b="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The information contained in this presentation is proprietary.</a:t>
            </a:r>
          </a:p>
          <a:p>
            <a:pPr marL="0" marR="0" indent="0" algn="r" defTabSz="816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500" b="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© 2014 Capgemini. All rights reserved. Rightshore</a:t>
            </a:r>
            <a:r>
              <a:rPr lang="en-US" sz="500" b="0" baseline="30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®  </a:t>
            </a:r>
            <a:r>
              <a:rPr lang="en-US" sz="500" b="0" baseline="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is a trademark belonging to Capgemini.</a:t>
            </a:r>
            <a:endParaRPr lang="en-US" sz="500" b="0" kern="0" noProof="1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Rectangle 9"/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gray">
          <a:xfrm>
            <a:off x="1021004" y="2769919"/>
            <a:ext cx="3932160" cy="1511693"/>
          </a:xfrm>
          <a:custGeom>
            <a:avLst/>
            <a:gdLst>
              <a:gd name="connsiteX0" fmla="*/ 0 w 4423977"/>
              <a:gd name="connsiteY0" fmla="*/ 164137 h 2296914"/>
              <a:gd name="connsiteX1" fmla="*/ 48075 w 4423977"/>
              <a:gd name="connsiteY1" fmla="*/ 48075 h 2296914"/>
              <a:gd name="connsiteX2" fmla="*/ 164138 w 4423977"/>
              <a:gd name="connsiteY2" fmla="*/ 1 h 2296914"/>
              <a:gd name="connsiteX3" fmla="*/ 4259840 w 4423977"/>
              <a:gd name="connsiteY3" fmla="*/ 0 h 2296914"/>
              <a:gd name="connsiteX4" fmla="*/ 4375902 w 4423977"/>
              <a:gd name="connsiteY4" fmla="*/ 48075 h 2296914"/>
              <a:gd name="connsiteX5" fmla="*/ 4423976 w 4423977"/>
              <a:gd name="connsiteY5" fmla="*/ 164138 h 2296914"/>
              <a:gd name="connsiteX6" fmla="*/ 4423977 w 4423977"/>
              <a:gd name="connsiteY6" fmla="*/ 2132777 h 2296914"/>
              <a:gd name="connsiteX7" fmla="*/ 4375902 w 4423977"/>
              <a:gd name="connsiteY7" fmla="*/ 2248839 h 2296914"/>
              <a:gd name="connsiteX8" fmla="*/ 4259840 w 4423977"/>
              <a:gd name="connsiteY8" fmla="*/ 2296914 h 2296914"/>
              <a:gd name="connsiteX9" fmla="*/ 164137 w 4423977"/>
              <a:gd name="connsiteY9" fmla="*/ 2296914 h 2296914"/>
              <a:gd name="connsiteX10" fmla="*/ 48075 w 4423977"/>
              <a:gd name="connsiteY10" fmla="*/ 2248839 h 2296914"/>
              <a:gd name="connsiteX11" fmla="*/ 0 w 4423977"/>
              <a:gd name="connsiteY11" fmla="*/ 2132777 h 2296914"/>
              <a:gd name="connsiteX12" fmla="*/ 0 w 4423977"/>
              <a:gd name="connsiteY12" fmla="*/ 164137 h 2296914"/>
              <a:gd name="connsiteX0" fmla="*/ 0 w 4969813"/>
              <a:gd name="connsiteY0" fmla="*/ 164137 h 2488240"/>
              <a:gd name="connsiteX1" fmla="*/ 48075 w 4969813"/>
              <a:gd name="connsiteY1" fmla="*/ 48075 h 2488240"/>
              <a:gd name="connsiteX2" fmla="*/ 164138 w 4969813"/>
              <a:gd name="connsiteY2" fmla="*/ 1 h 2488240"/>
              <a:gd name="connsiteX3" fmla="*/ 4259840 w 4969813"/>
              <a:gd name="connsiteY3" fmla="*/ 0 h 2488240"/>
              <a:gd name="connsiteX4" fmla="*/ 4375902 w 4969813"/>
              <a:gd name="connsiteY4" fmla="*/ 48075 h 2488240"/>
              <a:gd name="connsiteX5" fmla="*/ 4423976 w 4969813"/>
              <a:gd name="connsiteY5" fmla="*/ 164138 h 2488240"/>
              <a:gd name="connsiteX6" fmla="*/ 4423977 w 4969813"/>
              <a:gd name="connsiteY6" fmla="*/ 2132777 h 2488240"/>
              <a:gd name="connsiteX7" fmla="*/ 4259840 w 4969813"/>
              <a:gd name="connsiteY7" fmla="*/ 2296914 h 2488240"/>
              <a:gd name="connsiteX8" fmla="*/ 164137 w 4969813"/>
              <a:gd name="connsiteY8" fmla="*/ 2296914 h 2488240"/>
              <a:gd name="connsiteX9" fmla="*/ 48075 w 4969813"/>
              <a:gd name="connsiteY9" fmla="*/ 2248839 h 2488240"/>
              <a:gd name="connsiteX10" fmla="*/ 0 w 4969813"/>
              <a:gd name="connsiteY10" fmla="*/ 2132777 h 2488240"/>
              <a:gd name="connsiteX11" fmla="*/ 0 w 4969813"/>
              <a:gd name="connsiteY11" fmla="*/ 164137 h 2488240"/>
              <a:gd name="connsiteX0" fmla="*/ 0 w 4969813"/>
              <a:gd name="connsiteY0" fmla="*/ 164137 h 2296914"/>
              <a:gd name="connsiteX1" fmla="*/ 48075 w 4969813"/>
              <a:gd name="connsiteY1" fmla="*/ 48075 h 2296914"/>
              <a:gd name="connsiteX2" fmla="*/ 164138 w 4969813"/>
              <a:gd name="connsiteY2" fmla="*/ 1 h 2296914"/>
              <a:gd name="connsiteX3" fmla="*/ 4259840 w 4969813"/>
              <a:gd name="connsiteY3" fmla="*/ 0 h 2296914"/>
              <a:gd name="connsiteX4" fmla="*/ 4375902 w 4969813"/>
              <a:gd name="connsiteY4" fmla="*/ 48075 h 2296914"/>
              <a:gd name="connsiteX5" fmla="*/ 4423976 w 4969813"/>
              <a:gd name="connsiteY5" fmla="*/ 164138 h 2296914"/>
              <a:gd name="connsiteX6" fmla="*/ 4259840 w 4969813"/>
              <a:gd name="connsiteY6" fmla="*/ 2296914 h 2296914"/>
              <a:gd name="connsiteX7" fmla="*/ 164137 w 4969813"/>
              <a:gd name="connsiteY7" fmla="*/ 2296914 h 2296914"/>
              <a:gd name="connsiteX8" fmla="*/ 48075 w 4969813"/>
              <a:gd name="connsiteY8" fmla="*/ 2248839 h 2296914"/>
              <a:gd name="connsiteX9" fmla="*/ 0 w 4969813"/>
              <a:gd name="connsiteY9" fmla="*/ 2132777 h 2296914"/>
              <a:gd name="connsiteX10" fmla="*/ 0 w 4969813"/>
              <a:gd name="connsiteY10" fmla="*/ 164137 h 2296914"/>
              <a:gd name="connsiteX0" fmla="*/ 0 w 4961801"/>
              <a:gd name="connsiteY0" fmla="*/ 498881 h 2631658"/>
              <a:gd name="connsiteX1" fmla="*/ 48075 w 4961801"/>
              <a:gd name="connsiteY1" fmla="*/ 382819 h 2631658"/>
              <a:gd name="connsiteX2" fmla="*/ 164138 w 4961801"/>
              <a:gd name="connsiteY2" fmla="*/ 334745 h 2631658"/>
              <a:gd name="connsiteX3" fmla="*/ 4259840 w 4961801"/>
              <a:gd name="connsiteY3" fmla="*/ 334744 h 2631658"/>
              <a:gd name="connsiteX4" fmla="*/ 4375902 w 4961801"/>
              <a:gd name="connsiteY4" fmla="*/ 382819 h 2631658"/>
              <a:gd name="connsiteX5" fmla="*/ 4259840 w 4961801"/>
              <a:gd name="connsiteY5" fmla="*/ 2631658 h 2631658"/>
              <a:gd name="connsiteX6" fmla="*/ 164137 w 4961801"/>
              <a:gd name="connsiteY6" fmla="*/ 2631658 h 2631658"/>
              <a:gd name="connsiteX7" fmla="*/ 48075 w 4961801"/>
              <a:gd name="connsiteY7" fmla="*/ 2583583 h 2631658"/>
              <a:gd name="connsiteX8" fmla="*/ 0 w 4961801"/>
              <a:gd name="connsiteY8" fmla="*/ 2467521 h 2631658"/>
              <a:gd name="connsiteX9" fmla="*/ 0 w 4961801"/>
              <a:gd name="connsiteY9" fmla="*/ 498881 h 2631658"/>
              <a:gd name="connsiteX0" fmla="*/ 0 w 4942457"/>
              <a:gd name="connsiteY0" fmla="*/ 164137 h 2296914"/>
              <a:gd name="connsiteX1" fmla="*/ 48075 w 4942457"/>
              <a:gd name="connsiteY1" fmla="*/ 48075 h 2296914"/>
              <a:gd name="connsiteX2" fmla="*/ 164138 w 4942457"/>
              <a:gd name="connsiteY2" fmla="*/ 1 h 2296914"/>
              <a:gd name="connsiteX3" fmla="*/ 4259840 w 4942457"/>
              <a:gd name="connsiteY3" fmla="*/ 0 h 2296914"/>
              <a:gd name="connsiteX4" fmla="*/ 4259840 w 4942457"/>
              <a:gd name="connsiteY4" fmla="*/ 2296914 h 2296914"/>
              <a:gd name="connsiteX5" fmla="*/ 164137 w 4942457"/>
              <a:gd name="connsiteY5" fmla="*/ 2296914 h 2296914"/>
              <a:gd name="connsiteX6" fmla="*/ 48075 w 4942457"/>
              <a:gd name="connsiteY6" fmla="*/ 2248839 h 2296914"/>
              <a:gd name="connsiteX7" fmla="*/ 0 w 4942457"/>
              <a:gd name="connsiteY7" fmla="*/ 2132777 h 2296914"/>
              <a:gd name="connsiteX8" fmla="*/ 0 w 4942457"/>
              <a:gd name="connsiteY8" fmla="*/ 164137 h 2296914"/>
              <a:gd name="connsiteX0" fmla="*/ 4259840 w 4942457"/>
              <a:gd name="connsiteY0" fmla="*/ 0 h 2296914"/>
              <a:gd name="connsiteX1" fmla="*/ 4259840 w 4942457"/>
              <a:gd name="connsiteY1" fmla="*/ 2296914 h 2296914"/>
              <a:gd name="connsiteX2" fmla="*/ 164137 w 4942457"/>
              <a:gd name="connsiteY2" fmla="*/ 2296914 h 2296914"/>
              <a:gd name="connsiteX3" fmla="*/ 48075 w 4942457"/>
              <a:gd name="connsiteY3" fmla="*/ 2248839 h 2296914"/>
              <a:gd name="connsiteX4" fmla="*/ 0 w 4942457"/>
              <a:gd name="connsiteY4" fmla="*/ 2132777 h 2296914"/>
              <a:gd name="connsiteX5" fmla="*/ 0 w 4942457"/>
              <a:gd name="connsiteY5" fmla="*/ 164137 h 2296914"/>
              <a:gd name="connsiteX6" fmla="*/ 48075 w 4942457"/>
              <a:gd name="connsiteY6" fmla="*/ 48075 h 2296914"/>
              <a:gd name="connsiteX7" fmla="*/ 164138 w 4942457"/>
              <a:gd name="connsiteY7" fmla="*/ 1 h 2296914"/>
              <a:gd name="connsiteX8" fmla="*/ 4351280 w 4942457"/>
              <a:gd name="connsiteY8" fmla="*/ 91440 h 2296914"/>
              <a:gd name="connsiteX0" fmla="*/ 4259840 w 4351280"/>
              <a:gd name="connsiteY0" fmla="*/ 2296914 h 2296914"/>
              <a:gd name="connsiteX1" fmla="*/ 164137 w 4351280"/>
              <a:gd name="connsiteY1" fmla="*/ 2296914 h 2296914"/>
              <a:gd name="connsiteX2" fmla="*/ 48075 w 4351280"/>
              <a:gd name="connsiteY2" fmla="*/ 2248839 h 2296914"/>
              <a:gd name="connsiteX3" fmla="*/ 0 w 4351280"/>
              <a:gd name="connsiteY3" fmla="*/ 2132777 h 2296914"/>
              <a:gd name="connsiteX4" fmla="*/ 0 w 4351280"/>
              <a:gd name="connsiteY4" fmla="*/ 164137 h 2296914"/>
              <a:gd name="connsiteX5" fmla="*/ 48075 w 4351280"/>
              <a:gd name="connsiteY5" fmla="*/ 48075 h 2296914"/>
              <a:gd name="connsiteX6" fmla="*/ 164138 w 4351280"/>
              <a:gd name="connsiteY6" fmla="*/ 1 h 2296914"/>
              <a:gd name="connsiteX7" fmla="*/ 4351280 w 4351280"/>
              <a:gd name="connsiteY7" fmla="*/ 91440 h 2296914"/>
              <a:gd name="connsiteX0" fmla="*/ 4259840 w 4330731"/>
              <a:gd name="connsiteY0" fmla="*/ 2297942 h 2297942"/>
              <a:gd name="connsiteX1" fmla="*/ 164137 w 4330731"/>
              <a:gd name="connsiteY1" fmla="*/ 2297942 h 2297942"/>
              <a:gd name="connsiteX2" fmla="*/ 48075 w 4330731"/>
              <a:gd name="connsiteY2" fmla="*/ 2249867 h 2297942"/>
              <a:gd name="connsiteX3" fmla="*/ 0 w 4330731"/>
              <a:gd name="connsiteY3" fmla="*/ 2133805 h 2297942"/>
              <a:gd name="connsiteX4" fmla="*/ 0 w 4330731"/>
              <a:gd name="connsiteY4" fmla="*/ 165165 h 2297942"/>
              <a:gd name="connsiteX5" fmla="*/ 48075 w 4330731"/>
              <a:gd name="connsiteY5" fmla="*/ 49103 h 2297942"/>
              <a:gd name="connsiteX6" fmla="*/ 164138 w 4330731"/>
              <a:gd name="connsiteY6" fmla="*/ 1029 h 2297942"/>
              <a:gd name="connsiteX7" fmla="*/ 4330731 w 4330731"/>
              <a:gd name="connsiteY7" fmla="*/ 0 h 2297942"/>
              <a:gd name="connsiteX0" fmla="*/ 4259840 w 4259840"/>
              <a:gd name="connsiteY0" fmla="*/ 2296914 h 2296914"/>
              <a:gd name="connsiteX1" fmla="*/ 164137 w 4259840"/>
              <a:gd name="connsiteY1" fmla="*/ 2296914 h 2296914"/>
              <a:gd name="connsiteX2" fmla="*/ 48075 w 4259840"/>
              <a:gd name="connsiteY2" fmla="*/ 2248839 h 2296914"/>
              <a:gd name="connsiteX3" fmla="*/ 0 w 4259840"/>
              <a:gd name="connsiteY3" fmla="*/ 2132777 h 2296914"/>
              <a:gd name="connsiteX4" fmla="*/ 0 w 4259840"/>
              <a:gd name="connsiteY4" fmla="*/ 164137 h 2296914"/>
              <a:gd name="connsiteX5" fmla="*/ 48075 w 4259840"/>
              <a:gd name="connsiteY5" fmla="*/ 48075 h 2296914"/>
              <a:gd name="connsiteX6" fmla="*/ 164138 w 4259840"/>
              <a:gd name="connsiteY6" fmla="*/ 1 h 2296914"/>
              <a:gd name="connsiteX0" fmla="*/ 4259840 w 4259840"/>
              <a:gd name="connsiteY0" fmla="*/ 2248839 h 2248839"/>
              <a:gd name="connsiteX1" fmla="*/ 164137 w 4259840"/>
              <a:gd name="connsiteY1" fmla="*/ 2248839 h 2248839"/>
              <a:gd name="connsiteX2" fmla="*/ 48075 w 4259840"/>
              <a:gd name="connsiteY2" fmla="*/ 2200764 h 2248839"/>
              <a:gd name="connsiteX3" fmla="*/ 0 w 4259840"/>
              <a:gd name="connsiteY3" fmla="*/ 2084702 h 2248839"/>
              <a:gd name="connsiteX4" fmla="*/ 0 w 4259840"/>
              <a:gd name="connsiteY4" fmla="*/ 116062 h 2248839"/>
              <a:gd name="connsiteX5" fmla="*/ 48075 w 4259840"/>
              <a:gd name="connsiteY5" fmla="*/ 0 h 2248839"/>
              <a:gd name="connsiteX0" fmla="*/ 4259840 w 4259840"/>
              <a:gd name="connsiteY0" fmla="*/ 2132777 h 2132777"/>
              <a:gd name="connsiteX1" fmla="*/ 164137 w 4259840"/>
              <a:gd name="connsiteY1" fmla="*/ 2132777 h 2132777"/>
              <a:gd name="connsiteX2" fmla="*/ 48075 w 4259840"/>
              <a:gd name="connsiteY2" fmla="*/ 2084702 h 2132777"/>
              <a:gd name="connsiteX3" fmla="*/ 0 w 4259840"/>
              <a:gd name="connsiteY3" fmla="*/ 1968640 h 2132777"/>
              <a:gd name="connsiteX4" fmla="*/ 0 w 4259840"/>
              <a:gd name="connsiteY4" fmla="*/ 0 h 2132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59840" h="2132777">
                <a:moveTo>
                  <a:pt x="4259840" y="2132777"/>
                </a:moveTo>
                <a:lnTo>
                  <a:pt x="164137" y="2132777"/>
                </a:lnTo>
                <a:cubicBezTo>
                  <a:pt x="120605" y="2132777"/>
                  <a:pt x="78856" y="2115484"/>
                  <a:pt x="48075" y="2084702"/>
                </a:cubicBezTo>
                <a:cubicBezTo>
                  <a:pt x="17293" y="2053920"/>
                  <a:pt x="0" y="2012171"/>
                  <a:pt x="0" y="1968640"/>
                </a:cubicBezTo>
                <a:lnTo>
                  <a:pt x="0" y="0"/>
                </a:lnTo>
              </a:path>
            </a:pathLst>
          </a:custGeom>
          <a:noFill/>
          <a:ln w="19050" cap="flat" cmpd="sng" algn="ctr">
            <a:gradFill flip="none" rotWithShape="1">
              <a:gsLst>
                <a:gs pos="0">
                  <a:schemeClr val="accent5"/>
                </a:gs>
                <a:gs pos="100000">
                  <a:schemeClr val="accent5">
                    <a:lumMod val="20000"/>
                    <a:lumOff val="80000"/>
                  </a:schemeClr>
                </a:gs>
              </a:gsLst>
              <a:lin ang="240000" scaled="0"/>
              <a:tileRect/>
            </a:gradFill>
            <a:prstDash val="solid"/>
            <a:round/>
          </a:ln>
          <a:effectLst/>
        </p:spPr>
        <p:txBody>
          <a:bodyPr wrap="square" lIns="306792" tIns="43420" rIns="184075" bIns="122717" rtlCol="0" anchor="b"/>
          <a:lstStyle/>
          <a:p>
            <a:pPr marL="0" marR="0" indent="0" algn="just" defTabSz="88881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500" b="1" dirty="0">
                <a:solidFill>
                  <a:schemeClr val="bg1"/>
                </a:solidFill>
                <a:latin typeface="Arial"/>
                <a:cs typeface="Arial"/>
              </a:rPr>
              <a:t>About Capgemini</a:t>
            </a:r>
            <a:endParaRPr lang="en-US" sz="9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  <a:p>
            <a:pPr marL="0" indent="0" algn="just"/>
            <a:endParaRPr lang="en-US" sz="9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  <a:p>
            <a:pPr marL="0" indent="0" algn="just"/>
            <a:r>
              <a:rPr lang="en-US" sz="9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With almost 140,000 people in over 40 countries, Capgemini is one of the world's foremost providers of consulting, technology and outsourcing services. The Group reported 2013</a:t>
            </a:r>
            <a:r>
              <a:rPr lang="en-US" sz="900" baseline="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9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global revenues of  EUR 10.1 billion.</a:t>
            </a:r>
          </a:p>
          <a:p>
            <a:pPr marL="0" indent="0" algn="just"/>
            <a:r>
              <a:rPr lang="en-US" sz="9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Together with its clients, Capgemini creates and delivers business and technology solutions that fit their needs and drive the results they want. A deeply multicultural organization, Capgemini has developed its own way of working, the Collaborative Business Experience</a:t>
            </a:r>
            <a:r>
              <a:rPr lang="en-US" sz="900" baseline="30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TM</a:t>
            </a:r>
            <a:r>
              <a:rPr lang="en-US" sz="9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, and draws on Rightshore</a:t>
            </a:r>
            <a:r>
              <a:rPr lang="en-US" sz="900" b="1" baseline="30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®</a:t>
            </a:r>
            <a:r>
              <a:rPr lang="en-US" sz="9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, its worldwide delivery model.</a:t>
            </a:r>
          </a:p>
        </p:txBody>
      </p:sp>
      <p:pic>
        <p:nvPicPr>
          <p:cNvPr id="11" name="Image 10" descr="ppt_Label_CBE.png"/>
          <p:cNvPicPr>
            <a:picLocks noChangeAspect="1"/>
          </p:cNvPicPr>
          <p:nvPr userDrawn="1"/>
        </p:nvPicPr>
        <p:blipFill>
          <a:blip r:embed="rId8" cstate="email"/>
          <a:stretch>
            <a:fillRect/>
          </a:stretch>
        </p:blipFill>
        <p:spPr>
          <a:xfrm>
            <a:off x="751798" y="2594015"/>
            <a:ext cx="531692" cy="432000"/>
          </a:xfrm>
          <a:prstGeom prst="rect">
            <a:avLst/>
          </a:prstGeom>
        </p:spPr>
      </p:pic>
      <p:pic>
        <p:nvPicPr>
          <p:cNvPr id="8" name="Image 7" descr="Locations_Map_2014.png"/>
          <p:cNvPicPr>
            <a:picLocks noChangeAspect="1"/>
          </p:cNvPicPr>
          <p:nvPr userDrawn="1"/>
        </p:nvPicPr>
        <p:blipFill>
          <a:blip r:embed="rId9" cstate="print"/>
          <a:stretch>
            <a:fillRect/>
          </a:stretch>
        </p:blipFill>
        <p:spPr>
          <a:xfrm>
            <a:off x="5042446" y="2532039"/>
            <a:ext cx="3595355" cy="1404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0" y="0"/>
          <a:ext cx="146538" cy="119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733" name="think-cell Slide" r:id="rId5" imgW="360" imgH="360" progId="">
                  <p:embed/>
                </p:oleObj>
              </mc:Choice>
              <mc:Fallback>
                <p:oleObj name="think-cell Slide" r:id="rId5" imgW="360" imgH="36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46538" cy="1190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/>
          <p:cNvSpPr/>
          <p:nvPr userDrawn="1">
            <p:custDataLst>
              <p:tags r:id="rId3"/>
            </p:custDataLst>
          </p:nvPr>
        </p:nvSpPr>
        <p:spPr>
          <a:xfrm>
            <a:off x="4527501" y="4785622"/>
            <a:ext cx="4045000" cy="210785"/>
          </a:xfrm>
          <a:prstGeom prst="rect">
            <a:avLst/>
          </a:prstGeom>
        </p:spPr>
        <p:txBody>
          <a:bodyPr wrap="square" lIns="28173" tIns="28173" rIns="0" bIns="28173" anchor="b" anchorCtr="0">
            <a:spAutoFit/>
          </a:bodyPr>
          <a:lstStyle/>
          <a:p>
            <a:pPr algn="r"/>
            <a:r>
              <a:rPr lang="en-US" sz="500" b="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The information contained in this presentation is proprietary.</a:t>
            </a:r>
          </a:p>
          <a:p>
            <a:pPr marL="0" marR="0" indent="0" algn="r" defTabSz="816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500" b="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© 2014 Capgemini. All rights reserved.</a:t>
            </a:r>
            <a:r>
              <a:rPr lang="en-US" sz="500" b="0" baseline="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.</a:t>
            </a:r>
            <a:endParaRPr lang="en-US" sz="500" b="0" kern="0" noProof="1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1.xml"/><Relationship Id="rId13" Type="http://schemas.openxmlformats.org/officeDocument/2006/relationships/tags" Target="../tags/tag6.xml"/><Relationship Id="rId3" Type="http://schemas.openxmlformats.org/officeDocument/2006/relationships/slideLayout" Target="../slideLayouts/slideLayout3.xml"/><Relationship Id="rId7" Type="http://schemas.openxmlformats.org/officeDocument/2006/relationships/vmlDrawing" Target="../drawings/vmlDrawing1.vml"/><Relationship Id="rId12" Type="http://schemas.openxmlformats.org/officeDocument/2006/relationships/tags" Target="../tags/tag5.xml"/><Relationship Id="rId17" Type="http://schemas.openxmlformats.org/officeDocument/2006/relationships/image" Target="../media/image2.jpe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11" Type="http://schemas.openxmlformats.org/officeDocument/2006/relationships/tags" Target="../tags/tag4.xml"/><Relationship Id="rId5" Type="http://schemas.openxmlformats.org/officeDocument/2006/relationships/slideLayout" Target="../slideLayouts/slideLayout5.xml"/><Relationship Id="rId15" Type="http://schemas.openxmlformats.org/officeDocument/2006/relationships/oleObject" Target="../embeddings/oleObject1.bin"/><Relationship Id="rId10" Type="http://schemas.openxmlformats.org/officeDocument/2006/relationships/tags" Target="../tags/tag3.xml"/><Relationship Id="rId4" Type="http://schemas.openxmlformats.org/officeDocument/2006/relationships/slideLayout" Target="../slideLayouts/slideLayout4.xml"/><Relationship Id="rId9" Type="http://schemas.openxmlformats.org/officeDocument/2006/relationships/tags" Target="../tags/tag2.xml"/><Relationship Id="rId14" Type="http://schemas.openxmlformats.org/officeDocument/2006/relationships/tags" Target="../tags/tag7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13" Type="http://schemas.openxmlformats.org/officeDocument/2006/relationships/image" Target="../media/image6.png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5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13" Type="http://schemas.openxmlformats.org/officeDocument/2006/relationships/image" Target="../media/image6.png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tags" Target="../tags/tag20.xml"/><Relationship Id="rId13" Type="http://schemas.openxmlformats.org/officeDocument/2006/relationships/tags" Target="../tags/tag25.xml"/><Relationship Id="rId18" Type="http://schemas.openxmlformats.org/officeDocument/2006/relationships/image" Target="../media/image8.png"/><Relationship Id="rId26" Type="http://schemas.openxmlformats.org/officeDocument/2006/relationships/image" Target="../media/image12.gif"/><Relationship Id="rId3" Type="http://schemas.openxmlformats.org/officeDocument/2006/relationships/theme" Target="../theme/theme4.xml"/><Relationship Id="rId21" Type="http://schemas.openxmlformats.org/officeDocument/2006/relationships/hyperlink" Target="http://www.twitter.com/capgemini" TargetMode="External"/><Relationship Id="rId7" Type="http://schemas.openxmlformats.org/officeDocument/2006/relationships/tags" Target="../tags/tag19.xml"/><Relationship Id="rId12" Type="http://schemas.openxmlformats.org/officeDocument/2006/relationships/tags" Target="../tags/tag24.xml"/><Relationship Id="rId17" Type="http://schemas.openxmlformats.org/officeDocument/2006/relationships/hyperlink" Target="http://www.facebook.com/Capgemini" TargetMode="External"/><Relationship Id="rId25" Type="http://schemas.openxmlformats.org/officeDocument/2006/relationships/hyperlink" Target="http://www.slideshare.net/capgemini" TargetMode="External"/><Relationship Id="rId2" Type="http://schemas.openxmlformats.org/officeDocument/2006/relationships/slideLayout" Target="../slideLayouts/slideLayout29.xml"/><Relationship Id="rId16" Type="http://schemas.openxmlformats.org/officeDocument/2006/relationships/image" Target="../media/image7.emf"/><Relationship Id="rId20" Type="http://schemas.openxmlformats.org/officeDocument/2006/relationships/image" Target="../media/image9.png"/><Relationship Id="rId1" Type="http://schemas.openxmlformats.org/officeDocument/2006/relationships/slideLayout" Target="../slideLayouts/slideLayout28.xml"/><Relationship Id="rId6" Type="http://schemas.openxmlformats.org/officeDocument/2006/relationships/tags" Target="../tags/tag18.xml"/><Relationship Id="rId11" Type="http://schemas.openxmlformats.org/officeDocument/2006/relationships/tags" Target="../tags/tag23.xml"/><Relationship Id="rId24" Type="http://schemas.openxmlformats.org/officeDocument/2006/relationships/image" Target="../media/image11.png"/><Relationship Id="rId5" Type="http://schemas.openxmlformats.org/officeDocument/2006/relationships/tags" Target="../tags/tag17.xml"/><Relationship Id="rId15" Type="http://schemas.openxmlformats.org/officeDocument/2006/relationships/image" Target="../media/image1.emf"/><Relationship Id="rId23" Type="http://schemas.openxmlformats.org/officeDocument/2006/relationships/hyperlink" Target="http://www.youtube.com/capgemini" TargetMode="External"/><Relationship Id="rId10" Type="http://schemas.openxmlformats.org/officeDocument/2006/relationships/tags" Target="../tags/tag22.xml"/><Relationship Id="rId19" Type="http://schemas.openxmlformats.org/officeDocument/2006/relationships/hyperlink" Target="http://www.linkedin.com/company/capgemini" TargetMode="External"/><Relationship Id="rId4" Type="http://schemas.openxmlformats.org/officeDocument/2006/relationships/vmlDrawing" Target="../drawings/vmlDrawing5.vml"/><Relationship Id="rId9" Type="http://schemas.openxmlformats.org/officeDocument/2006/relationships/tags" Target="../tags/tag21.xml"/><Relationship Id="rId14" Type="http://schemas.openxmlformats.org/officeDocument/2006/relationships/oleObject" Target="../embeddings/oleObject5.bin"/><Relationship Id="rId22" Type="http://schemas.openxmlformats.org/officeDocument/2006/relationships/image" Target="../media/image10.png"/><Relationship Id="rId27" Type="http://schemas.openxmlformats.org/officeDocument/2006/relationships/image" Target="../media/image4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/>
          <p:cNvGraphicFramePr>
            <a:graphicFrameLocks noChangeAspect="1"/>
          </p:cNvGraphicFramePr>
          <p:nvPr>
            <p:custDataLst>
              <p:tags r:id="rId8"/>
            </p:custDataLst>
          </p:nvPr>
        </p:nvGraphicFramePr>
        <p:xfrm>
          <a:off x="1" y="0"/>
          <a:ext cx="146538" cy="119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91" name="think-cell Slide" r:id="rId15" imgW="360" imgH="360" progId="">
                  <p:embed/>
                </p:oleObj>
              </mc:Choice>
              <mc:Fallback>
                <p:oleObj name="think-cell Slide" r:id="rId15" imgW="360" imgH="360" progId="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" y="0"/>
                        <a:ext cx="146538" cy="1190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2" y="0"/>
            <a:ext cx="9143999" cy="751601"/>
          </a:xfrm>
          <a:prstGeom prst="rect">
            <a:avLst/>
          </a:prstGeom>
        </p:spPr>
        <p:txBody>
          <a:bodyPr vert="horz" lIns="253554" tIns="28173" rIns="140864" bIns="28173" rtlCol="0" anchor="ctr">
            <a:noAutofit/>
          </a:bodyPr>
          <a:lstStyle/>
          <a:p>
            <a:r>
              <a:rPr lang="fr-FR" noProof="0" dirty="0"/>
              <a:t>Cliquez pour modifier le style du titre</a:t>
            </a:r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0"/>
            </p:custDataLst>
          </p:nvPr>
        </p:nvSpPr>
        <p:spPr>
          <a:xfrm>
            <a:off x="298517" y="1126483"/>
            <a:ext cx="8712115" cy="3477405"/>
          </a:xfrm>
          <a:prstGeom prst="rect">
            <a:avLst/>
          </a:prstGeom>
        </p:spPr>
        <p:txBody>
          <a:bodyPr vert="horz" lIns="92038" tIns="61358" rIns="61358" bIns="61358" rtlCol="0">
            <a:noAutofit/>
          </a:bodyPr>
          <a:lstStyle/>
          <a:p>
            <a:pPr lvl="0"/>
            <a:r>
              <a:rPr lang="en-US" noProof="0" dirty="0"/>
              <a:t>Click to edit Master text style</a:t>
            </a:r>
          </a:p>
          <a:p>
            <a:pPr lvl="1"/>
            <a:r>
              <a:rPr lang="en-US" noProof="0" dirty="0"/>
              <a:t>Text style level 2</a:t>
            </a:r>
          </a:p>
          <a:p>
            <a:pPr lvl="2"/>
            <a:r>
              <a:rPr lang="en-US" noProof="0" dirty="0"/>
              <a:t>Text style level 3</a:t>
            </a:r>
          </a:p>
          <a:p>
            <a:pPr lvl="3"/>
            <a:r>
              <a:rPr lang="en-US" noProof="0" dirty="0"/>
              <a:t>Text style level 4</a:t>
            </a:r>
          </a:p>
        </p:txBody>
      </p:sp>
      <p:sp>
        <p:nvSpPr>
          <p:cNvPr id="11" name="TextBox 10"/>
          <p:cNvSpPr txBox="1"/>
          <p:nvPr>
            <p:custDataLst>
              <p:tags r:id="rId11"/>
            </p:custDataLst>
          </p:nvPr>
        </p:nvSpPr>
        <p:spPr>
          <a:xfrm>
            <a:off x="8835291" y="4990498"/>
            <a:ext cx="94578" cy="92333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ctr"/>
            <a:fld id="{6A895693-0027-4F28-9367-92E39A51F51C}" type="slidenum">
              <a:rPr lang="en-US" sz="600" smtClean="0">
                <a:solidFill>
                  <a:schemeClr val="tx2"/>
                </a:solidFill>
              </a:rPr>
              <a:pPr algn="ctr"/>
              <a:t>‹#›</a:t>
            </a:fld>
            <a:endParaRPr lang="en-US" sz="600" dirty="0">
              <a:solidFill>
                <a:schemeClr val="tx2"/>
              </a:solidFill>
            </a:endParaRPr>
          </a:p>
        </p:txBody>
      </p:sp>
      <p:sp>
        <p:nvSpPr>
          <p:cNvPr id="9" name="Freeform 4"/>
          <p:cNvSpPr>
            <a:spLocks/>
          </p:cNvSpPr>
          <p:nvPr>
            <p:custDataLst>
              <p:tags r:id="rId12"/>
            </p:custDataLst>
          </p:nvPr>
        </p:nvSpPr>
        <p:spPr bwMode="auto">
          <a:xfrm>
            <a:off x="3" y="507301"/>
            <a:ext cx="9143999" cy="546092"/>
          </a:xfrm>
          <a:custGeom>
            <a:avLst/>
            <a:gdLst/>
            <a:ahLst/>
            <a:cxnLst>
              <a:cxn ang="0">
                <a:pos x="2965" y="93"/>
              </a:cxn>
              <a:cxn ang="0">
                <a:pos x="303" y="93"/>
              </a:cxn>
              <a:cxn ang="0">
                <a:pos x="151" y="187"/>
              </a:cxn>
              <a:cxn ang="0">
                <a:pos x="0" y="93"/>
              </a:cxn>
              <a:cxn ang="0">
                <a:pos x="0" y="112"/>
              </a:cxn>
              <a:cxn ang="0">
                <a:pos x="151" y="205"/>
              </a:cxn>
              <a:cxn ang="0">
                <a:pos x="303" y="112"/>
              </a:cxn>
              <a:cxn ang="0">
                <a:pos x="2965" y="112"/>
              </a:cxn>
              <a:cxn ang="0">
                <a:pos x="3118" y="19"/>
              </a:cxn>
              <a:cxn ang="0">
                <a:pos x="3118" y="0"/>
              </a:cxn>
              <a:cxn ang="0">
                <a:pos x="2965" y="93"/>
              </a:cxn>
            </a:cxnLst>
            <a:rect l="0" t="0" r="r" b="b"/>
            <a:pathLst>
              <a:path w="3118" h="205">
                <a:moveTo>
                  <a:pt x="2965" y="93"/>
                </a:moveTo>
                <a:cubicBezTo>
                  <a:pt x="303" y="93"/>
                  <a:pt x="303" y="93"/>
                  <a:pt x="303" y="93"/>
                </a:cubicBezTo>
                <a:cubicBezTo>
                  <a:pt x="183" y="93"/>
                  <a:pt x="151" y="187"/>
                  <a:pt x="151" y="187"/>
                </a:cubicBezTo>
                <a:cubicBezTo>
                  <a:pt x="151" y="187"/>
                  <a:pt x="119" y="93"/>
                  <a:pt x="0" y="93"/>
                </a:cubicBezTo>
                <a:cubicBezTo>
                  <a:pt x="0" y="112"/>
                  <a:pt x="0" y="112"/>
                  <a:pt x="0" y="112"/>
                </a:cubicBezTo>
                <a:cubicBezTo>
                  <a:pt x="119" y="112"/>
                  <a:pt x="151" y="205"/>
                  <a:pt x="151" y="205"/>
                </a:cubicBezTo>
                <a:cubicBezTo>
                  <a:pt x="151" y="205"/>
                  <a:pt x="183" y="112"/>
                  <a:pt x="303" y="112"/>
                </a:cubicBezTo>
                <a:cubicBezTo>
                  <a:pt x="2965" y="112"/>
                  <a:pt x="2965" y="112"/>
                  <a:pt x="2965" y="112"/>
                </a:cubicBezTo>
                <a:cubicBezTo>
                  <a:pt x="3085" y="112"/>
                  <a:pt x="3118" y="19"/>
                  <a:pt x="3118" y="19"/>
                </a:cubicBezTo>
                <a:cubicBezTo>
                  <a:pt x="3118" y="0"/>
                  <a:pt x="3118" y="0"/>
                  <a:pt x="3118" y="0"/>
                </a:cubicBezTo>
                <a:cubicBezTo>
                  <a:pt x="3118" y="0"/>
                  <a:pt x="3085" y="93"/>
                  <a:pt x="2965" y="93"/>
                </a:cubicBezTo>
                <a:close/>
              </a:path>
            </a:pathLst>
          </a:custGeom>
          <a:solidFill>
            <a:schemeClr val="accent5"/>
          </a:solidFill>
          <a:ln w="9525">
            <a:noFill/>
            <a:round/>
            <a:headEnd/>
            <a:tailEnd/>
          </a:ln>
          <a:effectLst>
            <a:outerShdw blurRad="50800" dist="25400" dir="5400000" algn="t" rotWithShape="0">
              <a:prstClr val="black">
                <a:alpha val="31000"/>
              </a:prstClr>
            </a:outerShdw>
          </a:effectLst>
        </p:spPr>
        <p:txBody>
          <a:bodyPr vert="horz" wrap="square" lIns="84848" tIns="42424" rIns="84848" bIns="42424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12" name="Rectangle 11"/>
          <p:cNvSpPr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6223229" y="4967554"/>
            <a:ext cx="2455979" cy="137627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 wrap="square" lIns="30677" tIns="30677" rIns="30677" bIns="30677" anchor="b" anchorCtr="0">
            <a:noAutofit/>
          </a:bodyPr>
          <a:lstStyle/>
          <a:p>
            <a:pPr marL="0" marR="0" lvl="0" indent="0" algn="r" defTabSz="848318" rtl="0" eaLnBrk="0" fontAlgn="auto" latinLnBrk="0" hangingPunct="0">
              <a:lnSpc>
                <a:spcPct val="90000"/>
              </a:lnSpc>
              <a:spcBef>
                <a:spcPct val="1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500" b="0" i="0" noProof="0" dirty="0">
                <a:solidFill>
                  <a:schemeClr val="tx2"/>
                </a:solidFill>
                <a:latin typeface="+mj-lt"/>
                <a:cs typeface="Helvetica Light"/>
              </a:rPr>
              <a:t>Copyright © </a:t>
            </a:r>
            <a:r>
              <a:rPr lang="en-US" altLang="en-US" sz="500" b="0" i="0" noProof="0" dirty="0" err="1">
                <a:solidFill>
                  <a:schemeClr val="tx2"/>
                </a:solidFill>
                <a:latin typeface="+mj-lt"/>
                <a:cs typeface="Helvetica Light"/>
              </a:rPr>
              <a:t>Capgemini</a:t>
            </a:r>
            <a:r>
              <a:rPr lang="en-US" altLang="en-US" sz="500" b="0" i="0" noProof="0" dirty="0">
                <a:solidFill>
                  <a:schemeClr val="tx2"/>
                </a:solidFill>
                <a:latin typeface="+mj-lt"/>
                <a:cs typeface="Helvetica Light"/>
              </a:rPr>
              <a:t> 2016. All Rights Reserved</a:t>
            </a:r>
          </a:p>
        </p:txBody>
      </p:sp>
      <p:cxnSp>
        <p:nvCxnSpPr>
          <p:cNvPr id="15" name="Straight Connector 5"/>
          <p:cNvCxnSpPr/>
          <p:nvPr>
            <p:custDataLst>
              <p:tags r:id="rId14"/>
            </p:custDataLst>
          </p:nvPr>
        </p:nvCxnSpPr>
        <p:spPr>
          <a:xfrm flipH="1">
            <a:off x="3" y="4772025"/>
            <a:ext cx="9143999" cy="0"/>
          </a:xfrm>
          <a:prstGeom prst="line">
            <a:avLst/>
          </a:prstGeom>
          <a:ln w="9525" cmpd="sng">
            <a:solidFill>
              <a:schemeClr val="accent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" name="Image 13" descr="Capgemini_logo.jpg"/>
          <p:cNvPicPr>
            <a:picLocks noChangeAspect="1"/>
          </p:cNvPicPr>
          <p:nvPr/>
        </p:nvPicPr>
        <p:blipFill>
          <a:blip r:embed="rId17" cstate="print"/>
          <a:stretch>
            <a:fillRect/>
          </a:stretch>
        </p:blipFill>
        <p:spPr>
          <a:xfrm>
            <a:off x="270463" y="4829271"/>
            <a:ext cx="1438102" cy="25873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36052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6" r:id="rId2"/>
    <p:sldLayoutId id="2147483698" r:id="rId3"/>
    <p:sldLayoutId id="2147483710" r:id="rId4"/>
    <p:sldLayoutId id="2147483741" r:id="rId5"/>
  </p:sldLayoutIdLst>
  <p:txStyles>
    <p:titleStyle>
      <a:lvl1pPr marL="0" indent="0" algn="l" defTabSz="779202" rtl="0" eaLnBrk="1" latinLnBrk="0" hangingPunct="1">
        <a:lnSpc>
          <a:spcPct val="85000"/>
        </a:lnSpc>
        <a:spcBef>
          <a:spcPct val="0"/>
        </a:spcBef>
        <a:buNone/>
        <a:defRPr sz="27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41626" indent="-141626" algn="l" defTabSz="779202" rtl="0" eaLnBrk="1" latinLnBrk="0" hangingPunct="1">
        <a:lnSpc>
          <a:spcPct val="90000"/>
        </a:lnSpc>
        <a:spcBef>
          <a:spcPts val="0"/>
        </a:spcBef>
        <a:spcAft>
          <a:spcPts val="511"/>
        </a:spcAft>
        <a:buClr>
          <a:schemeClr val="accent5"/>
        </a:buClr>
        <a:buFont typeface="Wingdings" pitchFamily="2" charset="2"/>
        <a:buChar char="§"/>
        <a:defRPr sz="1900" b="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1pPr>
      <a:lvl2pPr marL="303042" indent="-154227" algn="l" defTabSz="779202" rtl="0" eaLnBrk="1" latinLnBrk="0" hangingPunct="1">
        <a:lnSpc>
          <a:spcPct val="90000"/>
        </a:lnSpc>
        <a:spcBef>
          <a:spcPts val="0"/>
        </a:spcBef>
        <a:spcAft>
          <a:spcPts val="511"/>
        </a:spcAft>
        <a:buClr>
          <a:schemeClr val="accent3"/>
        </a:buClr>
        <a:buFont typeface="Wingdings" pitchFamily="2" charset="2"/>
        <a:buChar char="§"/>
        <a:defRPr sz="150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2pPr>
      <a:lvl3pPr marL="457269" indent="-140698" algn="l" defTabSz="779202" rtl="0" eaLnBrk="1" latinLnBrk="0" hangingPunct="1">
        <a:lnSpc>
          <a:spcPct val="90000"/>
        </a:lnSpc>
        <a:spcBef>
          <a:spcPts val="0"/>
        </a:spcBef>
        <a:spcAft>
          <a:spcPts val="511"/>
        </a:spcAft>
        <a:buClr>
          <a:schemeClr val="accent2"/>
        </a:buClr>
        <a:buFont typeface="Arial" pitchFamily="34" charset="0"/>
        <a:buChar char="•"/>
        <a:tabLst/>
        <a:defRPr sz="140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3pPr>
      <a:lvl4pPr marL="606085" indent="-140698" algn="l" defTabSz="779202" rtl="0" eaLnBrk="1" latinLnBrk="0" hangingPunct="1">
        <a:lnSpc>
          <a:spcPct val="90000"/>
        </a:lnSpc>
        <a:spcBef>
          <a:spcPts val="0"/>
        </a:spcBef>
        <a:spcAft>
          <a:spcPts val="511"/>
        </a:spcAft>
        <a:buClr>
          <a:schemeClr val="bg2"/>
        </a:buClr>
        <a:buFont typeface="Arial" pitchFamily="34" charset="0"/>
        <a:buChar char="–"/>
        <a:tabLst/>
        <a:defRPr sz="120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4pPr>
      <a:lvl5pPr marL="1371722" indent="-165040" algn="l" defTabSz="779202" rtl="0" eaLnBrk="1" latinLnBrk="0" hangingPunct="1">
        <a:spcBef>
          <a:spcPts val="0"/>
        </a:spcBef>
        <a:buClr>
          <a:srgbClr val="B1B1B1"/>
        </a:buClr>
        <a:buFont typeface="Arial" pitchFamily="34" charset="0"/>
        <a:buChar char="–"/>
        <a:defRPr sz="1400" kern="1200">
          <a:solidFill>
            <a:srgbClr val="494949"/>
          </a:solidFill>
          <a:latin typeface="+mn-lt"/>
          <a:ea typeface="+mn-ea"/>
          <a:cs typeface="+mn-cs"/>
        </a:defRPr>
      </a:lvl5pPr>
      <a:lvl6pPr marL="2142807" indent="-194801" algn="l" defTabSz="779202" rtl="0" eaLnBrk="1" latinLnBrk="0" hangingPunct="1">
        <a:spcBef>
          <a:spcPct val="20000"/>
        </a:spcBef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532408" indent="-194801" algn="l" defTabSz="779202" rtl="0" eaLnBrk="1" latinLnBrk="0" hangingPunct="1">
        <a:spcBef>
          <a:spcPct val="20000"/>
        </a:spcBef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2922009" indent="-194801" algn="l" defTabSz="779202" rtl="0" eaLnBrk="1" latinLnBrk="0" hangingPunct="1">
        <a:spcBef>
          <a:spcPct val="20000"/>
        </a:spcBef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311610" indent="-194801" algn="l" defTabSz="779202" rtl="0" eaLnBrk="1" latinLnBrk="0" hangingPunct="1">
        <a:spcBef>
          <a:spcPct val="20000"/>
        </a:spcBef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77920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9601" algn="l" defTabSz="77920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79202" algn="l" defTabSz="77920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68803" algn="l" defTabSz="77920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58405" algn="l" defTabSz="77920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48006" algn="l" defTabSz="77920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337607" algn="l" defTabSz="77920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27209" algn="l" defTabSz="77920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116810" algn="l" defTabSz="77920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15949"/>
            <a:ext cx="8229600" cy="5941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Rectangle 20"/>
          <p:cNvSpPr txBox="1">
            <a:spLocks noChangeArrowheads="1"/>
          </p:cNvSpPr>
          <p:nvPr/>
        </p:nvSpPr>
        <p:spPr>
          <a:xfrm>
            <a:off x="285720" y="4948186"/>
            <a:ext cx="1219200" cy="171450"/>
          </a:xfrm>
          <a:prstGeom prst="rect">
            <a:avLst/>
          </a:prstGeom>
          <a:noFill/>
        </p:spPr>
        <p:txBody>
          <a:bodyPr/>
          <a:lstStyle/>
          <a:p>
            <a:pPr marL="0" algn="l" defTabSz="914400" rtl="0" eaLnBrk="1" latinLnBrk="0" hangingPunct="1">
              <a:defRPr/>
            </a:pPr>
            <a:fld id="{634B1AA2-1421-4123-B46B-C773544C4A12}" type="datetime4">
              <a:rPr lang="en-US" sz="800" kern="1200">
                <a:solidFill>
                  <a:schemeClr val="bg1">
                    <a:lumMod val="50000"/>
                  </a:schemeClr>
                </a:solidFill>
                <a:latin typeface="Candara" panose="020E0502030303020204" pitchFamily="34" charset="0"/>
                <a:ea typeface="+mn-ea"/>
                <a:cs typeface="+mn-cs"/>
              </a:rPr>
              <a:pPr marL="0" algn="l" defTabSz="914400" rtl="0" eaLnBrk="1" latinLnBrk="0" hangingPunct="1">
                <a:defRPr/>
              </a:pPr>
              <a:t>November 18, 2019</a:t>
            </a:fld>
            <a:endParaRPr lang="en-US" sz="800" kern="1200" dirty="0">
              <a:solidFill>
                <a:schemeClr val="bg1">
                  <a:lumMod val="50000"/>
                </a:schemeClr>
              </a:solidFill>
              <a:latin typeface="Candara" panose="020E0502030303020204" pitchFamily="34" charset="0"/>
              <a:ea typeface="+mn-ea"/>
              <a:cs typeface="+mn-cs"/>
            </a:endParaRPr>
          </a:p>
        </p:txBody>
      </p:sp>
      <p:sp>
        <p:nvSpPr>
          <p:cNvPr id="8" name="Text Box 9"/>
          <p:cNvSpPr txBox="1">
            <a:spLocks noChangeArrowheads="1"/>
          </p:cNvSpPr>
          <p:nvPr/>
        </p:nvSpPr>
        <p:spPr bwMode="auto">
          <a:xfrm>
            <a:off x="1271234" y="4948186"/>
            <a:ext cx="1431802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algn="l" defTabSz="914400" rtl="0" eaLnBrk="1" latinLnBrk="0" hangingPunct="1">
              <a:defRPr/>
            </a:pPr>
            <a:r>
              <a:rPr lang="en-US" altLang="ja-JP" sz="800" kern="1200" dirty="0">
                <a:solidFill>
                  <a:schemeClr val="bg1">
                    <a:lumMod val="50000"/>
                  </a:schemeClr>
                </a:solidFill>
                <a:latin typeface="Candara" panose="020E0502030303020204" pitchFamily="34" charset="0"/>
                <a:ea typeface="+mn-ea"/>
                <a:cs typeface="+mn-cs"/>
              </a:rPr>
              <a:t>Proprietary and Confidential </a:t>
            </a:r>
          </a:p>
        </p:txBody>
      </p:sp>
      <p:sp>
        <p:nvSpPr>
          <p:cNvPr id="9" name="Text Box 5"/>
          <p:cNvSpPr txBox="1">
            <a:spLocks noChangeArrowheads="1"/>
          </p:cNvSpPr>
          <p:nvPr/>
        </p:nvSpPr>
        <p:spPr bwMode="gray">
          <a:xfrm>
            <a:off x="2750256" y="4939152"/>
            <a:ext cx="237244" cy="13849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prstShdw prst="shdw17" dist="17961" dir="2700000">
              <a:srgbClr val="DDDDDD">
                <a:gamma/>
                <a:shade val="60000"/>
                <a:invGamma/>
              </a:srgbClr>
            </a:prstShdw>
          </a:effectLst>
        </p:spPr>
        <p:txBody>
          <a:bodyPr wrap="none" lIns="0" tIns="0" rIns="0" bIns="0" anchor="b" anchorCtr="1">
            <a:spAutoFit/>
          </a:bodyPr>
          <a:lstStyle/>
          <a:p>
            <a:pPr algn="ctr" eaLnBrk="0" hangingPunct="0">
              <a:buClr>
                <a:srgbClr val="000000"/>
              </a:buClr>
              <a:buSzPct val="65000"/>
              <a:buFont typeface="Wingdings" pitchFamily="2" charset="2"/>
              <a:buNone/>
              <a:defRPr/>
            </a:pPr>
            <a:r>
              <a:rPr lang="en-US" sz="800" dirty="0">
                <a:solidFill>
                  <a:schemeClr val="tx2"/>
                </a:solidFill>
                <a:latin typeface="Arial" pitchFamily="34" charset="0"/>
                <a:ea typeface="ＭＳ Ｐゴシック"/>
                <a:cs typeface="Arial" pitchFamily="34" charset="0"/>
              </a:rPr>
              <a:t>- </a:t>
            </a:r>
            <a:fld id="{F47D9766-21FB-48EB-955B-1DFC7B4C9F61}" type="slidenum">
              <a:rPr lang="en-US" sz="900" kern="1200">
                <a:solidFill>
                  <a:schemeClr val="bg1">
                    <a:lumMod val="50000"/>
                  </a:schemeClr>
                </a:solidFill>
                <a:latin typeface="Candara" panose="020E0502030303020204" pitchFamily="34" charset="0"/>
                <a:ea typeface="+mn-ea"/>
                <a:cs typeface="+mn-cs"/>
              </a:rPr>
              <a:pPr algn="ctr" eaLnBrk="0" hangingPunct="0">
                <a:buClr>
                  <a:srgbClr val="000000"/>
                </a:buClr>
                <a:buSzPct val="65000"/>
                <a:buFont typeface="Wingdings" pitchFamily="2" charset="2"/>
                <a:buNone/>
                <a:defRPr/>
              </a:pPr>
              <a:t>‹#›</a:t>
            </a:fld>
            <a:r>
              <a:rPr lang="en-US" sz="900" kern="1200" dirty="0">
                <a:solidFill>
                  <a:schemeClr val="bg1">
                    <a:lumMod val="50000"/>
                  </a:schemeClr>
                </a:solidFill>
                <a:latin typeface="Candara" panose="020E0502030303020204" pitchFamily="34" charset="0"/>
                <a:ea typeface="+mn-ea"/>
                <a:cs typeface="+mn-cs"/>
              </a:rPr>
              <a:t> </a:t>
            </a:r>
            <a:r>
              <a:rPr lang="en-US" sz="800" dirty="0">
                <a:solidFill>
                  <a:schemeClr val="tx2"/>
                </a:solidFill>
                <a:latin typeface="Arial" pitchFamily="34" charset="0"/>
                <a:ea typeface="ＭＳ Ｐゴシック"/>
                <a:cs typeface="Arial" pitchFamily="34" charset="0"/>
              </a:rPr>
              <a:t>-</a:t>
            </a:r>
          </a:p>
        </p:txBody>
      </p:sp>
      <p:cxnSp>
        <p:nvCxnSpPr>
          <p:cNvPr id="11" name="Straight Connector 10"/>
          <p:cNvCxnSpPr/>
          <p:nvPr/>
        </p:nvCxnSpPr>
        <p:spPr>
          <a:xfrm flipH="1">
            <a:off x="381000" y="4937149"/>
            <a:ext cx="74676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1260144" y="4937307"/>
            <a:ext cx="0" cy="173566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2679678" y="4937307"/>
            <a:ext cx="0" cy="173566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14350"/>
            <a:ext cx="5600700" cy="278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83775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9" r:id="rId1"/>
    <p:sldLayoutId id="2147483730" r:id="rId2"/>
    <p:sldLayoutId id="2147483731" r:id="rId3"/>
    <p:sldLayoutId id="2147483732" r:id="rId4"/>
    <p:sldLayoutId id="2147483733" r:id="rId5"/>
    <p:sldLayoutId id="2147483734" r:id="rId6"/>
    <p:sldLayoutId id="2147483735" r:id="rId7"/>
    <p:sldLayoutId id="2147483736" r:id="rId8"/>
    <p:sldLayoutId id="2147483737" r:id="rId9"/>
    <p:sldLayoutId id="2147483738" r:id="rId10"/>
    <p:sldLayoutId id="2147483739" r:id="rId11"/>
  </p:sldLayoutIdLs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2800" kern="1200">
          <a:solidFill>
            <a:schemeClr val="tx1"/>
          </a:solidFill>
          <a:latin typeface="Candara" panose="020E0502030303020204" pitchFamily="34" charset="0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rgbClr val="00A1E4"/>
        </a:buClr>
        <a:buFont typeface="Wingdings" pitchFamily="2" charset="2"/>
        <a:buChar char="Ø"/>
        <a:defRPr sz="1800" b="1" kern="1200">
          <a:solidFill>
            <a:schemeClr val="tx1"/>
          </a:solidFill>
          <a:latin typeface="Candara" panose="020E0502030303020204" pitchFamily="34" charset="0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rgbClr val="00A1E4"/>
        </a:buClr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Candara" panose="020E0502030303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rgbClr val="00A1E4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Candara" panose="020E0502030303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Candara" panose="020E0502030303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Candara" panose="020E0502030303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15949"/>
            <a:ext cx="8229600" cy="5941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Rectangle 20"/>
          <p:cNvSpPr txBox="1">
            <a:spLocks noChangeArrowheads="1"/>
          </p:cNvSpPr>
          <p:nvPr/>
        </p:nvSpPr>
        <p:spPr>
          <a:xfrm>
            <a:off x="285720" y="4948186"/>
            <a:ext cx="1219200" cy="171450"/>
          </a:xfrm>
          <a:prstGeom prst="rect">
            <a:avLst/>
          </a:prstGeom>
          <a:noFill/>
        </p:spPr>
        <p:txBody>
          <a:bodyPr/>
          <a:lstStyle/>
          <a:p>
            <a:pPr marL="0" algn="l" defTabSz="914400" rtl="0" eaLnBrk="1" latinLnBrk="0" hangingPunct="1">
              <a:defRPr/>
            </a:pPr>
            <a:fld id="{634B1AA2-1421-4123-B46B-C773544C4A12}" type="datetime4">
              <a:rPr lang="en-US" sz="800" kern="1200">
                <a:solidFill>
                  <a:schemeClr val="bg1">
                    <a:lumMod val="50000"/>
                  </a:schemeClr>
                </a:solidFill>
                <a:latin typeface="Candara" panose="020E0502030303020204" pitchFamily="34" charset="0"/>
                <a:ea typeface="+mn-ea"/>
                <a:cs typeface="+mn-cs"/>
              </a:rPr>
              <a:pPr marL="0" algn="l" defTabSz="914400" rtl="0" eaLnBrk="1" latinLnBrk="0" hangingPunct="1">
                <a:defRPr/>
              </a:pPr>
              <a:t>November 18, 2019</a:t>
            </a:fld>
            <a:endParaRPr lang="en-US" sz="800" kern="1200" dirty="0">
              <a:solidFill>
                <a:schemeClr val="bg1">
                  <a:lumMod val="50000"/>
                </a:schemeClr>
              </a:solidFill>
              <a:latin typeface="Candara" panose="020E0502030303020204" pitchFamily="34" charset="0"/>
              <a:ea typeface="+mn-ea"/>
              <a:cs typeface="+mn-cs"/>
            </a:endParaRPr>
          </a:p>
        </p:txBody>
      </p:sp>
      <p:sp>
        <p:nvSpPr>
          <p:cNvPr id="8" name="Text Box 9"/>
          <p:cNvSpPr txBox="1">
            <a:spLocks noChangeArrowheads="1"/>
          </p:cNvSpPr>
          <p:nvPr/>
        </p:nvSpPr>
        <p:spPr bwMode="auto">
          <a:xfrm>
            <a:off x="1271234" y="4948186"/>
            <a:ext cx="1431802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algn="l" defTabSz="914400" rtl="0" eaLnBrk="1" latinLnBrk="0" hangingPunct="1">
              <a:defRPr/>
            </a:pPr>
            <a:r>
              <a:rPr lang="en-US" altLang="ja-JP" sz="800" kern="1200" dirty="0">
                <a:solidFill>
                  <a:schemeClr val="bg1">
                    <a:lumMod val="50000"/>
                  </a:schemeClr>
                </a:solidFill>
                <a:latin typeface="Candara" panose="020E0502030303020204" pitchFamily="34" charset="0"/>
                <a:ea typeface="+mn-ea"/>
                <a:cs typeface="+mn-cs"/>
              </a:rPr>
              <a:t>Proprietary and Confidential </a:t>
            </a:r>
          </a:p>
        </p:txBody>
      </p:sp>
      <p:sp>
        <p:nvSpPr>
          <p:cNvPr id="9" name="Text Box 5"/>
          <p:cNvSpPr txBox="1">
            <a:spLocks noChangeArrowheads="1"/>
          </p:cNvSpPr>
          <p:nvPr/>
        </p:nvSpPr>
        <p:spPr bwMode="gray">
          <a:xfrm>
            <a:off x="2750256" y="4939151"/>
            <a:ext cx="237244" cy="13849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prstShdw prst="shdw17" dist="17961" dir="2700000">
              <a:srgbClr val="DDDDDD">
                <a:gamma/>
                <a:shade val="60000"/>
                <a:invGamma/>
              </a:srgbClr>
            </a:prstShdw>
          </a:effectLst>
        </p:spPr>
        <p:txBody>
          <a:bodyPr wrap="none" lIns="0" tIns="0" rIns="0" bIns="0" anchor="b" anchorCtr="1">
            <a:spAutoFit/>
          </a:bodyPr>
          <a:lstStyle/>
          <a:p>
            <a:pPr algn="ctr" eaLnBrk="0" hangingPunct="0">
              <a:buClr>
                <a:srgbClr val="000000"/>
              </a:buClr>
              <a:buSzPct val="65000"/>
              <a:buFont typeface="Wingdings" pitchFamily="2" charset="2"/>
              <a:buNone/>
              <a:defRPr/>
            </a:pPr>
            <a:r>
              <a:rPr lang="en-US" sz="800" dirty="0">
                <a:solidFill>
                  <a:schemeClr val="tx2"/>
                </a:solidFill>
                <a:latin typeface="Arial" pitchFamily="34" charset="0"/>
                <a:ea typeface="ＭＳ Ｐゴシック"/>
                <a:cs typeface="Arial" pitchFamily="34" charset="0"/>
              </a:rPr>
              <a:t>- </a:t>
            </a:r>
            <a:fld id="{F47D9766-21FB-48EB-955B-1DFC7B4C9F61}" type="slidenum">
              <a:rPr lang="en-US" sz="900" kern="1200">
                <a:solidFill>
                  <a:schemeClr val="bg1">
                    <a:lumMod val="50000"/>
                  </a:schemeClr>
                </a:solidFill>
                <a:latin typeface="Candara" panose="020E0502030303020204" pitchFamily="34" charset="0"/>
                <a:ea typeface="+mn-ea"/>
                <a:cs typeface="+mn-cs"/>
              </a:rPr>
              <a:pPr algn="ctr" eaLnBrk="0" hangingPunct="0">
                <a:buClr>
                  <a:srgbClr val="000000"/>
                </a:buClr>
                <a:buSzPct val="65000"/>
                <a:buFont typeface="Wingdings" pitchFamily="2" charset="2"/>
                <a:buNone/>
                <a:defRPr/>
              </a:pPr>
              <a:t>‹#›</a:t>
            </a:fld>
            <a:r>
              <a:rPr lang="en-US" sz="900" kern="1200" dirty="0">
                <a:solidFill>
                  <a:schemeClr val="bg1">
                    <a:lumMod val="50000"/>
                  </a:schemeClr>
                </a:solidFill>
                <a:latin typeface="Candara" panose="020E0502030303020204" pitchFamily="34" charset="0"/>
                <a:ea typeface="+mn-ea"/>
                <a:cs typeface="+mn-cs"/>
              </a:rPr>
              <a:t> </a:t>
            </a:r>
            <a:r>
              <a:rPr lang="en-US" sz="800" dirty="0">
                <a:solidFill>
                  <a:schemeClr val="tx2"/>
                </a:solidFill>
                <a:latin typeface="Arial" pitchFamily="34" charset="0"/>
                <a:ea typeface="ＭＳ Ｐゴシック"/>
                <a:cs typeface="Arial" pitchFamily="34" charset="0"/>
              </a:rPr>
              <a:t>-</a:t>
            </a:r>
          </a:p>
        </p:txBody>
      </p:sp>
      <p:cxnSp>
        <p:nvCxnSpPr>
          <p:cNvPr id="11" name="Straight Connector 10"/>
          <p:cNvCxnSpPr/>
          <p:nvPr/>
        </p:nvCxnSpPr>
        <p:spPr>
          <a:xfrm flipH="1">
            <a:off x="381000" y="4937149"/>
            <a:ext cx="74676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1260144" y="4937307"/>
            <a:ext cx="0" cy="173566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2679678" y="4937307"/>
            <a:ext cx="0" cy="173566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14350"/>
            <a:ext cx="5600700" cy="278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83775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9" r:id="rId3"/>
    <p:sldLayoutId id="2147483720" r:id="rId4"/>
    <p:sldLayoutId id="2147483721" r:id="rId5"/>
    <p:sldLayoutId id="2147483722" r:id="rId6"/>
    <p:sldLayoutId id="2147483723" r:id="rId7"/>
    <p:sldLayoutId id="2147483724" r:id="rId8"/>
    <p:sldLayoutId id="2147483725" r:id="rId9"/>
    <p:sldLayoutId id="2147483726" r:id="rId10"/>
    <p:sldLayoutId id="2147483727" r:id="rId11"/>
  </p:sldLayoutIdLs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2800" kern="1200">
          <a:solidFill>
            <a:schemeClr val="tx1"/>
          </a:solidFill>
          <a:latin typeface="Candara" panose="020E0502030303020204" pitchFamily="34" charset="0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rgbClr val="00A1E4"/>
        </a:buClr>
        <a:buFont typeface="Wingdings" pitchFamily="2" charset="2"/>
        <a:buChar char="Ø"/>
        <a:defRPr sz="1800" b="1" kern="1200">
          <a:solidFill>
            <a:schemeClr val="tx1"/>
          </a:solidFill>
          <a:latin typeface="Candara" panose="020E0502030303020204" pitchFamily="34" charset="0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rgbClr val="00A1E4"/>
        </a:buClr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Candara" panose="020E0502030303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rgbClr val="00A1E4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Candara" panose="020E0502030303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Candara" panose="020E0502030303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Candara" panose="020E0502030303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Object 11" hidden="1"/>
          <p:cNvGraphicFramePr>
            <a:graphicFrameLocks noChangeAspect="1"/>
          </p:cNvGraphicFramePr>
          <p:nvPr>
            <p:custDataLst>
              <p:tags r:id="rId5"/>
            </p:custDataLst>
          </p:nvPr>
        </p:nvGraphicFramePr>
        <p:xfrm>
          <a:off x="0" y="0"/>
          <a:ext cx="146538" cy="119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85" name="think-cell Slide" r:id="rId14" imgW="360" imgH="360" progId="">
                  <p:embed/>
                </p:oleObj>
              </mc:Choice>
              <mc:Fallback>
                <p:oleObj name="think-cell Slide" r:id="rId14" imgW="360" imgH="36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46538" cy="1190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7" name="Rectangle 7"/>
          <p:cNvSpPr/>
          <p:nvPr>
            <p:custDataLst>
              <p:tags r:id="rId6"/>
            </p:custDataLst>
          </p:nvPr>
        </p:nvSpPr>
        <p:spPr bwMode="auto">
          <a:xfrm flipV="1">
            <a:off x="-1529" y="1258495"/>
            <a:ext cx="9145530" cy="3885005"/>
          </a:xfrm>
          <a:custGeom>
            <a:avLst/>
            <a:gdLst>
              <a:gd name="connsiteX0" fmla="*/ 0 w 10685085"/>
              <a:gd name="connsiteY0" fmla="*/ 0 h 684481"/>
              <a:gd name="connsiteX1" fmla="*/ 10685085 w 10685085"/>
              <a:gd name="connsiteY1" fmla="*/ 0 h 684481"/>
              <a:gd name="connsiteX2" fmla="*/ 10685085 w 10685085"/>
              <a:gd name="connsiteY2" fmla="*/ 684481 h 684481"/>
              <a:gd name="connsiteX3" fmla="*/ 0 w 10685085"/>
              <a:gd name="connsiteY3" fmla="*/ 684481 h 684481"/>
              <a:gd name="connsiteX4" fmla="*/ 0 w 10685085"/>
              <a:gd name="connsiteY4" fmla="*/ 0 h 684481"/>
              <a:gd name="connsiteX0" fmla="*/ 0 w 10685085"/>
              <a:gd name="connsiteY0" fmla="*/ 0 h 684481"/>
              <a:gd name="connsiteX1" fmla="*/ 10685085 w 10685085"/>
              <a:gd name="connsiteY1" fmla="*/ 0 h 684481"/>
              <a:gd name="connsiteX2" fmla="*/ 10685085 w 10685085"/>
              <a:gd name="connsiteY2" fmla="*/ 684481 h 684481"/>
              <a:gd name="connsiteX3" fmla="*/ 525849 w 10685085"/>
              <a:gd name="connsiteY3" fmla="*/ 678410 h 684481"/>
              <a:gd name="connsiteX4" fmla="*/ 0 w 10685085"/>
              <a:gd name="connsiteY4" fmla="*/ 684481 h 684481"/>
              <a:gd name="connsiteX5" fmla="*/ 0 w 10685085"/>
              <a:gd name="connsiteY5" fmla="*/ 0 h 684481"/>
              <a:gd name="connsiteX0" fmla="*/ 0 w 10685085"/>
              <a:gd name="connsiteY0" fmla="*/ 0 h 684481"/>
              <a:gd name="connsiteX1" fmla="*/ 10685085 w 10685085"/>
              <a:gd name="connsiteY1" fmla="*/ 0 h 684481"/>
              <a:gd name="connsiteX2" fmla="*/ 10685085 w 10685085"/>
              <a:gd name="connsiteY2" fmla="*/ 684481 h 684481"/>
              <a:gd name="connsiteX3" fmla="*/ 1063736 w 10685085"/>
              <a:gd name="connsiteY3" fmla="*/ 670939 h 684481"/>
              <a:gd name="connsiteX4" fmla="*/ 525849 w 10685085"/>
              <a:gd name="connsiteY4" fmla="*/ 678410 h 684481"/>
              <a:gd name="connsiteX5" fmla="*/ 0 w 10685085"/>
              <a:gd name="connsiteY5" fmla="*/ 684481 h 684481"/>
              <a:gd name="connsiteX6" fmla="*/ 0 w 10685085"/>
              <a:gd name="connsiteY6" fmla="*/ 0 h 684481"/>
              <a:gd name="connsiteX0" fmla="*/ 0 w 10685085"/>
              <a:gd name="connsiteY0" fmla="*/ 0 h 684481"/>
              <a:gd name="connsiteX1" fmla="*/ 10685085 w 10685085"/>
              <a:gd name="connsiteY1" fmla="*/ 0 h 684481"/>
              <a:gd name="connsiteX2" fmla="*/ 10685085 w 10685085"/>
              <a:gd name="connsiteY2" fmla="*/ 684481 h 684481"/>
              <a:gd name="connsiteX3" fmla="*/ 1063736 w 10685085"/>
              <a:gd name="connsiteY3" fmla="*/ 670939 h 684481"/>
              <a:gd name="connsiteX4" fmla="*/ 525849 w 10685085"/>
              <a:gd name="connsiteY4" fmla="*/ 678410 h 684481"/>
              <a:gd name="connsiteX5" fmla="*/ 0 w 10685085"/>
              <a:gd name="connsiteY5" fmla="*/ 684481 h 684481"/>
              <a:gd name="connsiteX6" fmla="*/ 0 w 10685085"/>
              <a:gd name="connsiteY6" fmla="*/ 0 h 684481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684481 h 1022049"/>
              <a:gd name="connsiteX3" fmla="*/ 1063736 w 10685085"/>
              <a:gd name="connsiteY3" fmla="*/ 670939 h 1022049"/>
              <a:gd name="connsiteX4" fmla="*/ 533320 w 10685085"/>
              <a:gd name="connsiteY4" fmla="*/ 1022049 h 1022049"/>
              <a:gd name="connsiteX5" fmla="*/ 0 w 10685085"/>
              <a:gd name="connsiteY5" fmla="*/ 684481 h 1022049"/>
              <a:gd name="connsiteX6" fmla="*/ 0 w 10685085"/>
              <a:gd name="connsiteY6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684481 h 1022049"/>
              <a:gd name="connsiteX3" fmla="*/ 1063736 w 10685085"/>
              <a:gd name="connsiteY3" fmla="*/ 670939 h 1022049"/>
              <a:gd name="connsiteX4" fmla="*/ 533320 w 10685085"/>
              <a:gd name="connsiteY4" fmla="*/ 1022049 h 1022049"/>
              <a:gd name="connsiteX5" fmla="*/ 0 w 10685085"/>
              <a:gd name="connsiteY5" fmla="*/ 684481 h 1022049"/>
              <a:gd name="connsiteX6" fmla="*/ 0 w 10685085"/>
              <a:gd name="connsiteY6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684481 h 1022049"/>
              <a:gd name="connsiteX3" fmla="*/ 1063736 w 10685085"/>
              <a:gd name="connsiteY3" fmla="*/ 670939 h 1022049"/>
              <a:gd name="connsiteX4" fmla="*/ 533320 w 10685085"/>
              <a:gd name="connsiteY4" fmla="*/ 1022049 h 1022049"/>
              <a:gd name="connsiteX5" fmla="*/ 0 w 10685085"/>
              <a:gd name="connsiteY5" fmla="*/ 684481 h 1022049"/>
              <a:gd name="connsiteX6" fmla="*/ 0 w 10685085"/>
              <a:gd name="connsiteY6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684481 h 1022049"/>
              <a:gd name="connsiteX3" fmla="*/ 1063736 w 10685085"/>
              <a:gd name="connsiteY3" fmla="*/ 670939 h 1022049"/>
              <a:gd name="connsiteX4" fmla="*/ 533320 w 10685085"/>
              <a:gd name="connsiteY4" fmla="*/ 1022049 h 1022049"/>
              <a:gd name="connsiteX5" fmla="*/ 0 w 10685085"/>
              <a:gd name="connsiteY5" fmla="*/ 684481 h 1022049"/>
              <a:gd name="connsiteX6" fmla="*/ 0 w 10685085"/>
              <a:gd name="connsiteY6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684481 h 1022049"/>
              <a:gd name="connsiteX3" fmla="*/ 1063736 w 10685085"/>
              <a:gd name="connsiteY3" fmla="*/ 670939 h 1022049"/>
              <a:gd name="connsiteX4" fmla="*/ 533320 w 10685085"/>
              <a:gd name="connsiteY4" fmla="*/ 1022049 h 1022049"/>
              <a:gd name="connsiteX5" fmla="*/ 0 w 10685085"/>
              <a:gd name="connsiteY5" fmla="*/ 684481 h 1022049"/>
              <a:gd name="connsiteX6" fmla="*/ 0 w 10685085"/>
              <a:gd name="connsiteY6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68448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157465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157465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157465 w 10685085"/>
              <a:gd name="connsiteY4" fmla="*/ 670939 h 1022049"/>
              <a:gd name="connsiteX5" fmla="*/ 533320 w 10685085"/>
              <a:gd name="connsiteY5" fmla="*/ 1022049 h 1022049"/>
              <a:gd name="connsiteX6" fmla="*/ 23183 w 10685085"/>
              <a:gd name="connsiteY6" fmla="*/ 684481 h 1022049"/>
              <a:gd name="connsiteX7" fmla="*/ 0 w 10685085"/>
              <a:gd name="connsiteY7" fmla="*/ 0 h 1022049"/>
              <a:gd name="connsiteX0" fmla="*/ 0 w 10673494"/>
              <a:gd name="connsiteY0" fmla="*/ 5825 h 1022049"/>
              <a:gd name="connsiteX1" fmla="*/ 10673494 w 10673494"/>
              <a:gd name="connsiteY1" fmla="*/ 0 h 1022049"/>
              <a:gd name="connsiteX2" fmla="*/ 10673494 w 10673494"/>
              <a:gd name="connsiteY2" fmla="*/ 303491 h 1022049"/>
              <a:gd name="connsiteX3" fmla="*/ 10211167 w 10673494"/>
              <a:gd name="connsiteY3" fmla="*/ 678410 h 1022049"/>
              <a:gd name="connsiteX4" fmla="*/ 1145874 w 10673494"/>
              <a:gd name="connsiteY4" fmla="*/ 670939 h 1022049"/>
              <a:gd name="connsiteX5" fmla="*/ 521729 w 10673494"/>
              <a:gd name="connsiteY5" fmla="*/ 1022049 h 1022049"/>
              <a:gd name="connsiteX6" fmla="*/ 11592 w 10673494"/>
              <a:gd name="connsiteY6" fmla="*/ 684481 h 1022049"/>
              <a:gd name="connsiteX7" fmla="*/ 0 w 10673494"/>
              <a:gd name="connsiteY7" fmla="*/ 5825 h 1022049"/>
              <a:gd name="connsiteX0" fmla="*/ 0 w 10673494"/>
              <a:gd name="connsiteY0" fmla="*/ 0 h 1045351"/>
              <a:gd name="connsiteX1" fmla="*/ 10673494 w 10673494"/>
              <a:gd name="connsiteY1" fmla="*/ 23302 h 1045351"/>
              <a:gd name="connsiteX2" fmla="*/ 10673494 w 10673494"/>
              <a:gd name="connsiteY2" fmla="*/ 326793 h 1045351"/>
              <a:gd name="connsiteX3" fmla="*/ 10211167 w 10673494"/>
              <a:gd name="connsiteY3" fmla="*/ 701712 h 1045351"/>
              <a:gd name="connsiteX4" fmla="*/ 1145874 w 10673494"/>
              <a:gd name="connsiteY4" fmla="*/ 694241 h 1045351"/>
              <a:gd name="connsiteX5" fmla="*/ 521729 w 10673494"/>
              <a:gd name="connsiteY5" fmla="*/ 1045351 h 1045351"/>
              <a:gd name="connsiteX6" fmla="*/ 11592 w 10673494"/>
              <a:gd name="connsiteY6" fmla="*/ 707783 h 1045351"/>
              <a:gd name="connsiteX7" fmla="*/ 0 w 10673494"/>
              <a:gd name="connsiteY7" fmla="*/ 0 h 1045351"/>
              <a:gd name="connsiteX0" fmla="*/ 0 w 10667698"/>
              <a:gd name="connsiteY0" fmla="*/ 0 h 1027875"/>
              <a:gd name="connsiteX1" fmla="*/ 10667698 w 10667698"/>
              <a:gd name="connsiteY1" fmla="*/ 5826 h 1027875"/>
              <a:gd name="connsiteX2" fmla="*/ 10667698 w 10667698"/>
              <a:gd name="connsiteY2" fmla="*/ 309317 h 1027875"/>
              <a:gd name="connsiteX3" fmla="*/ 10205371 w 10667698"/>
              <a:gd name="connsiteY3" fmla="*/ 684236 h 1027875"/>
              <a:gd name="connsiteX4" fmla="*/ 1140078 w 10667698"/>
              <a:gd name="connsiteY4" fmla="*/ 676765 h 1027875"/>
              <a:gd name="connsiteX5" fmla="*/ 515933 w 10667698"/>
              <a:gd name="connsiteY5" fmla="*/ 1027875 h 1027875"/>
              <a:gd name="connsiteX6" fmla="*/ 5796 w 10667698"/>
              <a:gd name="connsiteY6" fmla="*/ 690307 h 1027875"/>
              <a:gd name="connsiteX7" fmla="*/ 0 w 10667698"/>
              <a:gd name="connsiteY7" fmla="*/ 0 h 1027875"/>
              <a:gd name="connsiteX0" fmla="*/ 5796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34282 w 10661902"/>
              <a:gd name="connsiteY4" fmla="*/ 676765 h 1027875"/>
              <a:gd name="connsiteX5" fmla="*/ 510137 w 10661902"/>
              <a:gd name="connsiteY5" fmla="*/ 1027875 h 1027875"/>
              <a:gd name="connsiteX6" fmla="*/ 0 w 10661902"/>
              <a:gd name="connsiteY6" fmla="*/ 690307 h 1027875"/>
              <a:gd name="connsiteX7" fmla="*/ 5796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34282 w 10661902"/>
              <a:gd name="connsiteY4" fmla="*/ 676765 h 1027875"/>
              <a:gd name="connsiteX5" fmla="*/ 510137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34282 w 10661902"/>
              <a:gd name="connsiteY4" fmla="*/ 676765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37441 w 10661902"/>
              <a:gd name="connsiteY4" fmla="*/ 689465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43758 w 10661902"/>
              <a:gd name="connsiteY4" fmla="*/ 629140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40599 w 10661902"/>
              <a:gd name="connsiteY4" fmla="*/ 686290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40599 w 10661902"/>
              <a:gd name="connsiteY4" fmla="*/ 686290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40599 w 10661902"/>
              <a:gd name="connsiteY4" fmla="*/ 686290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40599 w 10661902"/>
              <a:gd name="connsiteY4" fmla="*/ 686290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40599 w 10661902"/>
              <a:gd name="connsiteY4" fmla="*/ 686290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0 w 10661901"/>
              <a:gd name="connsiteY0" fmla="*/ 0 h 1027875"/>
              <a:gd name="connsiteX1" fmla="*/ 10661901 w 10661901"/>
              <a:gd name="connsiteY1" fmla="*/ 5826 h 1027875"/>
              <a:gd name="connsiteX2" fmla="*/ 10661901 w 10661901"/>
              <a:gd name="connsiteY2" fmla="*/ 309317 h 1027875"/>
              <a:gd name="connsiteX3" fmla="*/ 10199574 w 10661901"/>
              <a:gd name="connsiteY3" fmla="*/ 684236 h 1027875"/>
              <a:gd name="connsiteX4" fmla="*/ 1140598 w 10661901"/>
              <a:gd name="connsiteY4" fmla="*/ 686290 h 1027875"/>
              <a:gd name="connsiteX5" fmla="*/ 560675 w 10661901"/>
              <a:gd name="connsiteY5" fmla="*/ 1027875 h 1027875"/>
              <a:gd name="connsiteX6" fmla="*/ 3158 w 10661901"/>
              <a:gd name="connsiteY6" fmla="*/ 674432 h 1027875"/>
              <a:gd name="connsiteX7" fmla="*/ 0 w 10661901"/>
              <a:gd name="connsiteY7" fmla="*/ 0 h 1027875"/>
              <a:gd name="connsiteX0" fmla="*/ 0 w 10661901"/>
              <a:gd name="connsiteY0" fmla="*/ 0 h 1027875"/>
              <a:gd name="connsiteX1" fmla="*/ 10661901 w 10661901"/>
              <a:gd name="connsiteY1" fmla="*/ 5826 h 1027875"/>
              <a:gd name="connsiteX2" fmla="*/ 10661901 w 10661901"/>
              <a:gd name="connsiteY2" fmla="*/ 309317 h 1027875"/>
              <a:gd name="connsiteX3" fmla="*/ 10199574 w 10661901"/>
              <a:gd name="connsiteY3" fmla="*/ 684236 h 1027875"/>
              <a:gd name="connsiteX4" fmla="*/ 1140598 w 10661901"/>
              <a:gd name="connsiteY4" fmla="*/ 686290 h 1027875"/>
              <a:gd name="connsiteX5" fmla="*/ 560675 w 10661901"/>
              <a:gd name="connsiteY5" fmla="*/ 1027875 h 1027875"/>
              <a:gd name="connsiteX6" fmla="*/ 3158 w 10661901"/>
              <a:gd name="connsiteY6" fmla="*/ 683957 h 1027875"/>
              <a:gd name="connsiteX7" fmla="*/ 0 w 10661901"/>
              <a:gd name="connsiteY7" fmla="*/ 0 h 1027875"/>
              <a:gd name="connsiteX0" fmla="*/ 0 w 10710088"/>
              <a:gd name="connsiteY0" fmla="*/ 0 h 1027875"/>
              <a:gd name="connsiteX1" fmla="*/ 10661901 w 10710088"/>
              <a:gd name="connsiteY1" fmla="*/ 5826 h 1027875"/>
              <a:gd name="connsiteX2" fmla="*/ 10661901 w 10710088"/>
              <a:gd name="connsiteY2" fmla="*/ 309317 h 1027875"/>
              <a:gd name="connsiteX3" fmla="*/ 10668871 w 10710088"/>
              <a:gd name="connsiteY3" fmla="*/ 684236 h 1027875"/>
              <a:gd name="connsiteX4" fmla="*/ 1140598 w 10710088"/>
              <a:gd name="connsiteY4" fmla="*/ 686290 h 1027875"/>
              <a:gd name="connsiteX5" fmla="*/ 560675 w 10710088"/>
              <a:gd name="connsiteY5" fmla="*/ 1027875 h 1027875"/>
              <a:gd name="connsiteX6" fmla="*/ 3158 w 10710088"/>
              <a:gd name="connsiteY6" fmla="*/ 683957 h 1027875"/>
              <a:gd name="connsiteX7" fmla="*/ 0 w 10710088"/>
              <a:gd name="connsiteY7" fmla="*/ 0 h 1027875"/>
              <a:gd name="connsiteX0" fmla="*/ 0 w 10668871"/>
              <a:gd name="connsiteY0" fmla="*/ 0 h 1027875"/>
              <a:gd name="connsiteX1" fmla="*/ 10661901 w 10668871"/>
              <a:gd name="connsiteY1" fmla="*/ 5826 h 1027875"/>
              <a:gd name="connsiteX2" fmla="*/ 10668871 w 10668871"/>
              <a:gd name="connsiteY2" fmla="*/ 684236 h 1027875"/>
              <a:gd name="connsiteX3" fmla="*/ 1140598 w 10668871"/>
              <a:gd name="connsiteY3" fmla="*/ 686290 h 1027875"/>
              <a:gd name="connsiteX4" fmla="*/ 560675 w 10668871"/>
              <a:gd name="connsiteY4" fmla="*/ 1027875 h 1027875"/>
              <a:gd name="connsiteX5" fmla="*/ 3158 w 10668871"/>
              <a:gd name="connsiteY5" fmla="*/ 683957 h 1027875"/>
              <a:gd name="connsiteX6" fmla="*/ 0 w 10668871"/>
              <a:gd name="connsiteY6" fmla="*/ 0 h 1027875"/>
              <a:gd name="connsiteX0" fmla="*/ 0 w 10662015"/>
              <a:gd name="connsiteY0" fmla="*/ 0 h 1027875"/>
              <a:gd name="connsiteX1" fmla="*/ 10661901 w 10662015"/>
              <a:gd name="connsiteY1" fmla="*/ 5826 h 1027875"/>
              <a:gd name="connsiteX2" fmla="*/ 10632772 w 10662015"/>
              <a:gd name="connsiteY2" fmla="*/ 684236 h 1027875"/>
              <a:gd name="connsiteX3" fmla="*/ 1140598 w 10662015"/>
              <a:gd name="connsiteY3" fmla="*/ 686290 h 1027875"/>
              <a:gd name="connsiteX4" fmla="*/ 560675 w 10662015"/>
              <a:gd name="connsiteY4" fmla="*/ 1027875 h 1027875"/>
              <a:gd name="connsiteX5" fmla="*/ 3158 w 10662015"/>
              <a:gd name="connsiteY5" fmla="*/ 683957 h 1027875"/>
              <a:gd name="connsiteX6" fmla="*/ 0 w 10662015"/>
              <a:gd name="connsiteY6" fmla="*/ 0 h 1027875"/>
              <a:gd name="connsiteX0" fmla="*/ 0 w 10632772"/>
              <a:gd name="connsiteY0" fmla="*/ 0 h 1027875"/>
              <a:gd name="connsiteX1" fmla="*/ 10616776 w 10632772"/>
              <a:gd name="connsiteY1" fmla="*/ 559150 h 1027875"/>
              <a:gd name="connsiteX2" fmla="*/ 10632772 w 10632772"/>
              <a:gd name="connsiteY2" fmla="*/ 684236 h 1027875"/>
              <a:gd name="connsiteX3" fmla="*/ 1140598 w 10632772"/>
              <a:gd name="connsiteY3" fmla="*/ 686290 h 1027875"/>
              <a:gd name="connsiteX4" fmla="*/ 560675 w 10632772"/>
              <a:gd name="connsiteY4" fmla="*/ 1027875 h 1027875"/>
              <a:gd name="connsiteX5" fmla="*/ 3158 w 10632772"/>
              <a:gd name="connsiteY5" fmla="*/ 683957 h 1027875"/>
              <a:gd name="connsiteX6" fmla="*/ 0 w 10632772"/>
              <a:gd name="connsiteY6" fmla="*/ 0 h 1027875"/>
              <a:gd name="connsiteX0" fmla="*/ 5867 w 10629614"/>
              <a:gd name="connsiteY0" fmla="*/ 12316 h 468725"/>
              <a:gd name="connsiteX1" fmla="*/ 10613618 w 10629614"/>
              <a:gd name="connsiteY1" fmla="*/ 0 h 468725"/>
              <a:gd name="connsiteX2" fmla="*/ 10629614 w 10629614"/>
              <a:gd name="connsiteY2" fmla="*/ 125086 h 468725"/>
              <a:gd name="connsiteX3" fmla="*/ 1137440 w 10629614"/>
              <a:gd name="connsiteY3" fmla="*/ 127140 h 468725"/>
              <a:gd name="connsiteX4" fmla="*/ 557517 w 10629614"/>
              <a:gd name="connsiteY4" fmla="*/ 468725 h 468725"/>
              <a:gd name="connsiteX5" fmla="*/ 0 w 10629614"/>
              <a:gd name="connsiteY5" fmla="*/ 124807 h 468725"/>
              <a:gd name="connsiteX6" fmla="*/ 5867 w 10629614"/>
              <a:gd name="connsiteY6" fmla="*/ 12316 h 468725"/>
              <a:gd name="connsiteX0" fmla="*/ 0 w 10636382"/>
              <a:gd name="connsiteY0" fmla="*/ 12316 h 468725"/>
              <a:gd name="connsiteX1" fmla="*/ 10620386 w 10636382"/>
              <a:gd name="connsiteY1" fmla="*/ 0 h 468725"/>
              <a:gd name="connsiteX2" fmla="*/ 10636382 w 10636382"/>
              <a:gd name="connsiteY2" fmla="*/ 125086 h 468725"/>
              <a:gd name="connsiteX3" fmla="*/ 1144208 w 10636382"/>
              <a:gd name="connsiteY3" fmla="*/ 127140 h 468725"/>
              <a:gd name="connsiteX4" fmla="*/ 564285 w 10636382"/>
              <a:gd name="connsiteY4" fmla="*/ 468725 h 468725"/>
              <a:gd name="connsiteX5" fmla="*/ 6768 w 10636382"/>
              <a:gd name="connsiteY5" fmla="*/ 124807 h 468725"/>
              <a:gd name="connsiteX6" fmla="*/ 0 w 10636382"/>
              <a:gd name="connsiteY6" fmla="*/ 12316 h 468725"/>
              <a:gd name="connsiteX0" fmla="*/ 239608 w 10629614"/>
              <a:gd name="connsiteY0" fmla="*/ 21841 h 468725"/>
              <a:gd name="connsiteX1" fmla="*/ 10613618 w 10629614"/>
              <a:gd name="connsiteY1" fmla="*/ 0 h 468725"/>
              <a:gd name="connsiteX2" fmla="*/ 10629614 w 10629614"/>
              <a:gd name="connsiteY2" fmla="*/ 125086 h 468725"/>
              <a:gd name="connsiteX3" fmla="*/ 1137440 w 10629614"/>
              <a:gd name="connsiteY3" fmla="*/ 127140 h 468725"/>
              <a:gd name="connsiteX4" fmla="*/ 557517 w 10629614"/>
              <a:gd name="connsiteY4" fmla="*/ 468725 h 468725"/>
              <a:gd name="connsiteX5" fmla="*/ 0 w 10629614"/>
              <a:gd name="connsiteY5" fmla="*/ 124807 h 468725"/>
              <a:gd name="connsiteX6" fmla="*/ 239608 w 10629614"/>
              <a:gd name="connsiteY6" fmla="*/ 21841 h 468725"/>
              <a:gd name="connsiteX0" fmla="*/ 239608 w 10629614"/>
              <a:gd name="connsiteY0" fmla="*/ 21841 h 468725"/>
              <a:gd name="connsiteX1" fmla="*/ 10613618 w 10629614"/>
              <a:gd name="connsiteY1" fmla="*/ 0 h 468725"/>
              <a:gd name="connsiteX2" fmla="*/ 10629614 w 10629614"/>
              <a:gd name="connsiteY2" fmla="*/ 125086 h 468725"/>
              <a:gd name="connsiteX3" fmla="*/ 1137440 w 10629614"/>
              <a:gd name="connsiteY3" fmla="*/ 127140 h 468725"/>
              <a:gd name="connsiteX4" fmla="*/ 557517 w 10629614"/>
              <a:gd name="connsiteY4" fmla="*/ 468725 h 468725"/>
              <a:gd name="connsiteX5" fmla="*/ 0 w 10629614"/>
              <a:gd name="connsiteY5" fmla="*/ 124807 h 468725"/>
              <a:gd name="connsiteX6" fmla="*/ 239608 w 10629614"/>
              <a:gd name="connsiteY6" fmla="*/ 21841 h 468725"/>
              <a:gd name="connsiteX0" fmla="*/ 0 w 10630065"/>
              <a:gd name="connsiteY0" fmla="*/ 2791 h 468725"/>
              <a:gd name="connsiteX1" fmla="*/ 10614069 w 10630065"/>
              <a:gd name="connsiteY1" fmla="*/ 0 h 468725"/>
              <a:gd name="connsiteX2" fmla="*/ 10630065 w 10630065"/>
              <a:gd name="connsiteY2" fmla="*/ 125086 h 468725"/>
              <a:gd name="connsiteX3" fmla="*/ 1137891 w 10630065"/>
              <a:gd name="connsiteY3" fmla="*/ 127140 h 468725"/>
              <a:gd name="connsiteX4" fmla="*/ 557968 w 10630065"/>
              <a:gd name="connsiteY4" fmla="*/ 468725 h 468725"/>
              <a:gd name="connsiteX5" fmla="*/ 451 w 10630065"/>
              <a:gd name="connsiteY5" fmla="*/ 124807 h 468725"/>
              <a:gd name="connsiteX6" fmla="*/ 0 w 10630065"/>
              <a:gd name="connsiteY6" fmla="*/ 2791 h 468725"/>
              <a:gd name="connsiteX0" fmla="*/ 0 w 10630065"/>
              <a:gd name="connsiteY0" fmla="*/ 2791 h 468725"/>
              <a:gd name="connsiteX1" fmla="*/ 10614069 w 10630065"/>
              <a:gd name="connsiteY1" fmla="*/ 0 h 468725"/>
              <a:gd name="connsiteX2" fmla="*/ 10630065 w 10630065"/>
              <a:gd name="connsiteY2" fmla="*/ 125086 h 468725"/>
              <a:gd name="connsiteX3" fmla="*/ 1137891 w 10630065"/>
              <a:gd name="connsiteY3" fmla="*/ 127140 h 468725"/>
              <a:gd name="connsiteX4" fmla="*/ 557968 w 10630065"/>
              <a:gd name="connsiteY4" fmla="*/ 468725 h 468725"/>
              <a:gd name="connsiteX5" fmla="*/ 451 w 10630065"/>
              <a:gd name="connsiteY5" fmla="*/ 124807 h 468725"/>
              <a:gd name="connsiteX6" fmla="*/ 0 w 10630065"/>
              <a:gd name="connsiteY6" fmla="*/ 2791 h 468725"/>
              <a:gd name="connsiteX0" fmla="*/ 0 w 10630556"/>
              <a:gd name="connsiteY0" fmla="*/ 2791 h 468725"/>
              <a:gd name="connsiteX1" fmla="*/ 10629862 w 10630556"/>
              <a:gd name="connsiteY1" fmla="*/ 0 h 468725"/>
              <a:gd name="connsiteX2" fmla="*/ 10630065 w 10630556"/>
              <a:gd name="connsiteY2" fmla="*/ 125086 h 468725"/>
              <a:gd name="connsiteX3" fmla="*/ 1137891 w 10630556"/>
              <a:gd name="connsiteY3" fmla="*/ 127140 h 468725"/>
              <a:gd name="connsiteX4" fmla="*/ 557968 w 10630556"/>
              <a:gd name="connsiteY4" fmla="*/ 468725 h 468725"/>
              <a:gd name="connsiteX5" fmla="*/ 451 w 10630556"/>
              <a:gd name="connsiteY5" fmla="*/ 124807 h 468725"/>
              <a:gd name="connsiteX6" fmla="*/ 0 w 10630556"/>
              <a:gd name="connsiteY6" fmla="*/ 2791 h 468725"/>
              <a:gd name="connsiteX0" fmla="*/ 0 w 10630556"/>
              <a:gd name="connsiteY0" fmla="*/ 2791 h 468725"/>
              <a:gd name="connsiteX1" fmla="*/ 10629862 w 10630556"/>
              <a:gd name="connsiteY1" fmla="*/ 0 h 468725"/>
              <a:gd name="connsiteX2" fmla="*/ 10630065 w 10630556"/>
              <a:gd name="connsiteY2" fmla="*/ 125086 h 468725"/>
              <a:gd name="connsiteX3" fmla="*/ 1137891 w 10630556"/>
              <a:gd name="connsiteY3" fmla="*/ 127140 h 468725"/>
              <a:gd name="connsiteX4" fmla="*/ 557968 w 10630556"/>
              <a:gd name="connsiteY4" fmla="*/ 468725 h 468725"/>
              <a:gd name="connsiteX5" fmla="*/ 75946 w 10630556"/>
              <a:gd name="connsiteY5" fmla="*/ 125867 h 468725"/>
              <a:gd name="connsiteX6" fmla="*/ 451 w 10630556"/>
              <a:gd name="connsiteY6" fmla="*/ 124807 h 468725"/>
              <a:gd name="connsiteX7" fmla="*/ 0 w 10630556"/>
              <a:gd name="connsiteY7" fmla="*/ 2791 h 468725"/>
              <a:gd name="connsiteX0" fmla="*/ 0 w 10630556"/>
              <a:gd name="connsiteY0" fmla="*/ 2791 h 468725"/>
              <a:gd name="connsiteX1" fmla="*/ 10629862 w 10630556"/>
              <a:gd name="connsiteY1" fmla="*/ 0 h 468725"/>
              <a:gd name="connsiteX2" fmla="*/ 10630065 w 10630556"/>
              <a:gd name="connsiteY2" fmla="*/ 125086 h 468725"/>
              <a:gd name="connsiteX3" fmla="*/ 1137891 w 10630556"/>
              <a:gd name="connsiteY3" fmla="*/ 127140 h 468725"/>
              <a:gd name="connsiteX4" fmla="*/ 557968 w 10630556"/>
              <a:gd name="connsiteY4" fmla="*/ 468725 h 468725"/>
              <a:gd name="connsiteX5" fmla="*/ 75946 w 10630556"/>
              <a:gd name="connsiteY5" fmla="*/ 125867 h 468725"/>
              <a:gd name="connsiteX6" fmla="*/ 451 w 10630556"/>
              <a:gd name="connsiteY6" fmla="*/ 124807 h 468725"/>
              <a:gd name="connsiteX7" fmla="*/ 0 w 10630556"/>
              <a:gd name="connsiteY7" fmla="*/ 2791 h 468725"/>
              <a:gd name="connsiteX0" fmla="*/ 0 w 10630556"/>
              <a:gd name="connsiteY0" fmla="*/ 2791 h 468725"/>
              <a:gd name="connsiteX1" fmla="*/ 10629862 w 10630556"/>
              <a:gd name="connsiteY1" fmla="*/ 0 h 468725"/>
              <a:gd name="connsiteX2" fmla="*/ 10630065 w 10630556"/>
              <a:gd name="connsiteY2" fmla="*/ 125086 h 468725"/>
              <a:gd name="connsiteX3" fmla="*/ 1137891 w 10630556"/>
              <a:gd name="connsiteY3" fmla="*/ 127140 h 468725"/>
              <a:gd name="connsiteX4" fmla="*/ 557968 w 10630556"/>
              <a:gd name="connsiteY4" fmla="*/ 468725 h 468725"/>
              <a:gd name="connsiteX5" fmla="*/ 75946 w 10630556"/>
              <a:gd name="connsiteY5" fmla="*/ 125867 h 468725"/>
              <a:gd name="connsiteX6" fmla="*/ 451 w 10630556"/>
              <a:gd name="connsiteY6" fmla="*/ 124807 h 468725"/>
              <a:gd name="connsiteX7" fmla="*/ 0 w 10630556"/>
              <a:gd name="connsiteY7" fmla="*/ 2791 h 468725"/>
              <a:gd name="connsiteX0" fmla="*/ 782750 w 11413306"/>
              <a:gd name="connsiteY0" fmla="*/ 2791 h 468725"/>
              <a:gd name="connsiteX1" fmla="*/ 11412612 w 11413306"/>
              <a:gd name="connsiteY1" fmla="*/ 0 h 468725"/>
              <a:gd name="connsiteX2" fmla="*/ 11412815 w 11413306"/>
              <a:gd name="connsiteY2" fmla="*/ 125086 h 468725"/>
              <a:gd name="connsiteX3" fmla="*/ 1920641 w 11413306"/>
              <a:gd name="connsiteY3" fmla="*/ 127140 h 468725"/>
              <a:gd name="connsiteX4" fmla="*/ 1340718 w 11413306"/>
              <a:gd name="connsiteY4" fmla="*/ 468725 h 468725"/>
              <a:gd name="connsiteX5" fmla="*/ 858696 w 11413306"/>
              <a:gd name="connsiteY5" fmla="*/ 125867 h 468725"/>
              <a:gd name="connsiteX6" fmla="*/ 782750 w 11413306"/>
              <a:gd name="connsiteY6" fmla="*/ 2791 h 468725"/>
              <a:gd name="connsiteX0" fmla="*/ 802813 w 11357561"/>
              <a:gd name="connsiteY0" fmla="*/ 2791 h 468725"/>
              <a:gd name="connsiteX1" fmla="*/ 11356867 w 11357561"/>
              <a:gd name="connsiteY1" fmla="*/ 0 h 468725"/>
              <a:gd name="connsiteX2" fmla="*/ 11357070 w 11357561"/>
              <a:gd name="connsiteY2" fmla="*/ 125086 h 468725"/>
              <a:gd name="connsiteX3" fmla="*/ 1864896 w 11357561"/>
              <a:gd name="connsiteY3" fmla="*/ 127140 h 468725"/>
              <a:gd name="connsiteX4" fmla="*/ 1284973 w 11357561"/>
              <a:gd name="connsiteY4" fmla="*/ 468725 h 468725"/>
              <a:gd name="connsiteX5" fmla="*/ 802951 w 11357561"/>
              <a:gd name="connsiteY5" fmla="*/ 125867 h 468725"/>
              <a:gd name="connsiteX6" fmla="*/ 802813 w 11357561"/>
              <a:gd name="connsiteY6" fmla="*/ 2791 h 468725"/>
              <a:gd name="connsiteX0" fmla="*/ 341552 w 10896300"/>
              <a:gd name="connsiteY0" fmla="*/ 2791 h 468725"/>
              <a:gd name="connsiteX1" fmla="*/ 10895606 w 10896300"/>
              <a:gd name="connsiteY1" fmla="*/ 0 h 468725"/>
              <a:gd name="connsiteX2" fmla="*/ 10895809 w 10896300"/>
              <a:gd name="connsiteY2" fmla="*/ 125086 h 468725"/>
              <a:gd name="connsiteX3" fmla="*/ 1403635 w 10896300"/>
              <a:gd name="connsiteY3" fmla="*/ 127140 h 468725"/>
              <a:gd name="connsiteX4" fmla="*/ 823712 w 10896300"/>
              <a:gd name="connsiteY4" fmla="*/ 468725 h 468725"/>
              <a:gd name="connsiteX5" fmla="*/ 341690 w 10896300"/>
              <a:gd name="connsiteY5" fmla="*/ 125867 h 468725"/>
              <a:gd name="connsiteX6" fmla="*/ 341552 w 10896300"/>
              <a:gd name="connsiteY6" fmla="*/ 2791 h 468725"/>
              <a:gd name="connsiteX0" fmla="*/ 41143 w 10595891"/>
              <a:gd name="connsiteY0" fmla="*/ 2791 h 468725"/>
              <a:gd name="connsiteX1" fmla="*/ 10595197 w 10595891"/>
              <a:gd name="connsiteY1" fmla="*/ 0 h 468725"/>
              <a:gd name="connsiteX2" fmla="*/ 10595400 w 10595891"/>
              <a:gd name="connsiteY2" fmla="*/ 125086 h 468725"/>
              <a:gd name="connsiteX3" fmla="*/ 1103226 w 10595891"/>
              <a:gd name="connsiteY3" fmla="*/ 127140 h 468725"/>
              <a:gd name="connsiteX4" fmla="*/ 523303 w 10595891"/>
              <a:gd name="connsiteY4" fmla="*/ 468725 h 468725"/>
              <a:gd name="connsiteX5" fmla="*/ 41281 w 10595891"/>
              <a:gd name="connsiteY5" fmla="*/ 125867 h 468725"/>
              <a:gd name="connsiteX6" fmla="*/ 41143 w 1059589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39671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39671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39671 h 468725"/>
              <a:gd name="connsiteX6" fmla="*/ 433 w 10555181"/>
              <a:gd name="connsiteY6" fmla="*/ 2791 h 468725"/>
              <a:gd name="connsiteX0" fmla="*/ 433 w 10555181"/>
              <a:gd name="connsiteY0" fmla="*/ 44066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39671 h 468725"/>
              <a:gd name="connsiteX6" fmla="*/ 433 w 10555181"/>
              <a:gd name="connsiteY6" fmla="*/ 44066 h 468725"/>
              <a:gd name="connsiteX0" fmla="*/ 433 w 10554690"/>
              <a:gd name="connsiteY0" fmla="*/ 5966 h 430625"/>
              <a:gd name="connsiteX1" fmla="*/ 10551351 w 10554690"/>
              <a:gd name="connsiteY1" fmla="*/ 0 h 430625"/>
              <a:gd name="connsiteX2" fmla="*/ 10554690 w 10554690"/>
              <a:gd name="connsiteY2" fmla="*/ 86986 h 430625"/>
              <a:gd name="connsiteX3" fmla="*/ 1062516 w 10554690"/>
              <a:gd name="connsiteY3" fmla="*/ 89040 h 430625"/>
              <a:gd name="connsiteX4" fmla="*/ 482593 w 10554690"/>
              <a:gd name="connsiteY4" fmla="*/ 430625 h 430625"/>
              <a:gd name="connsiteX5" fmla="*/ 571 w 10554690"/>
              <a:gd name="connsiteY5" fmla="*/ 101571 h 430625"/>
              <a:gd name="connsiteX6" fmla="*/ 433 w 10554690"/>
              <a:gd name="connsiteY6" fmla="*/ 5966 h 430625"/>
              <a:gd name="connsiteX0" fmla="*/ 433 w 10554690"/>
              <a:gd name="connsiteY0" fmla="*/ 5966 h 427450"/>
              <a:gd name="connsiteX1" fmla="*/ 10551351 w 10554690"/>
              <a:gd name="connsiteY1" fmla="*/ 0 h 427450"/>
              <a:gd name="connsiteX2" fmla="*/ 10554690 w 10554690"/>
              <a:gd name="connsiteY2" fmla="*/ 86986 h 427450"/>
              <a:gd name="connsiteX3" fmla="*/ 1062516 w 10554690"/>
              <a:gd name="connsiteY3" fmla="*/ 89040 h 427450"/>
              <a:gd name="connsiteX4" fmla="*/ 482593 w 10554690"/>
              <a:gd name="connsiteY4" fmla="*/ 427450 h 427450"/>
              <a:gd name="connsiteX5" fmla="*/ 571 w 10554690"/>
              <a:gd name="connsiteY5" fmla="*/ 101571 h 427450"/>
              <a:gd name="connsiteX6" fmla="*/ 433 w 10554690"/>
              <a:gd name="connsiteY6" fmla="*/ 5966 h 427450"/>
              <a:gd name="connsiteX0" fmla="*/ 433 w 10554690"/>
              <a:gd name="connsiteY0" fmla="*/ 5966 h 427450"/>
              <a:gd name="connsiteX1" fmla="*/ 10551351 w 10554690"/>
              <a:gd name="connsiteY1" fmla="*/ 0 h 427450"/>
              <a:gd name="connsiteX2" fmla="*/ 10554690 w 10554690"/>
              <a:gd name="connsiteY2" fmla="*/ 86986 h 427450"/>
              <a:gd name="connsiteX3" fmla="*/ 10274940 w 10554690"/>
              <a:gd name="connsiteY3" fmla="*/ 87717 h 427450"/>
              <a:gd name="connsiteX4" fmla="*/ 1062516 w 10554690"/>
              <a:gd name="connsiteY4" fmla="*/ 89040 h 427450"/>
              <a:gd name="connsiteX5" fmla="*/ 482593 w 10554690"/>
              <a:gd name="connsiteY5" fmla="*/ 427450 h 427450"/>
              <a:gd name="connsiteX6" fmla="*/ 571 w 10554690"/>
              <a:gd name="connsiteY6" fmla="*/ 101571 h 427450"/>
              <a:gd name="connsiteX7" fmla="*/ 433 w 10554690"/>
              <a:gd name="connsiteY7" fmla="*/ 5966 h 427450"/>
              <a:gd name="connsiteX0" fmla="*/ 433 w 10554691"/>
              <a:gd name="connsiteY0" fmla="*/ 75754 h 497238"/>
              <a:gd name="connsiteX1" fmla="*/ 10551351 w 10554691"/>
              <a:gd name="connsiteY1" fmla="*/ 69788 h 497238"/>
              <a:gd name="connsiteX2" fmla="*/ 10554691 w 10554691"/>
              <a:gd name="connsiteY2" fmla="*/ 64699 h 497238"/>
              <a:gd name="connsiteX3" fmla="*/ 10274940 w 10554691"/>
              <a:gd name="connsiteY3" fmla="*/ 157505 h 497238"/>
              <a:gd name="connsiteX4" fmla="*/ 1062516 w 10554691"/>
              <a:gd name="connsiteY4" fmla="*/ 158828 h 497238"/>
              <a:gd name="connsiteX5" fmla="*/ 482593 w 10554691"/>
              <a:gd name="connsiteY5" fmla="*/ 497238 h 497238"/>
              <a:gd name="connsiteX6" fmla="*/ 571 w 10554691"/>
              <a:gd name="connsiteY6" fmla="*/ 171359 h 497238"/>
              <a:gd name="connsiteX7" fmla="*/ 433 w 10554691"/>
              <a:gd name="connsiteY7" fmla="*/ 75754 h 497238"/>
              <a:gd name="connsiteX0" fmla="*/ 433 w 10554691"/>
              <a:gd name="connsiteY0" fmla="*/ 75754 h 497238"/>
              <a:gd name="connsiteX1" fmla="*/ 10551351 w 10554691"/>
              <a:gd name="connsiteY1" fmla="*/ 69788 h 497238"/>
              <a:gd name="connsiteX2" fmla="*/ 10554691 w 10554691"/>
              <a:gd name="connsiteY2" fmla="*/ 64699 h 497238"/>
              <a:gd name="connsiteX3" fmla="*/ 10274940 w 10554691"/>
              <a:gd name="connsiteY3" fmla="*/ 157505 h 497238"/>
              <a:gd name="connsiteX4" fmla="*/ 1062516 w 10554691"/>
              <a:gd name="connsiteY4" fmla="*/ 158828 h 497238"/>
              <a:gd name="connsiteX5" fmla="*/ 482593 w 10554691"/>
              <a:gd name="connsiteY5" fmla="*/ 497238 h 497238"/>
              <a:gd name="connsiteX6" fmla="*/ 571 w 10554691"/>
              <a:gd name="connsiteY6" fmla="*/ 171359 h 497238"/>
              <a:gd name="connsiteX7" fmla="*/ 433 w 10554691"/>
              <a:gd name="connsiteY7" fmla="*/ 75754 h 497238"/>
              <a:gd name="connsiteX0" fmla="*/ 433 w 10554691"/>
              <a:gd name="connsiteY0" fmla="*/ 75754 h 497238"/>
              <a:gd name="connsiteX1" fmla="*/ 10551351 w 10554691"/>
              <a:gd name="connsiteY1" fmla="*/ 69788 h 497238"/>
              <a:gd name="connsiteX2" fmla="*/ 10554691 w 10554691"/>
              <a:gd name="connsiteY2" fmla="*/ 64699 h 497238"/>
              <a:gd name="connsiteX3" fmla="*/ 10274940 w 10554691"/>
              <a:gd name="connsiteY3" fmla="*/ 157505 h 497238"/>
              <a:gd name="connsiteX4" fmla="*/ 1062516 w 10554691"/>
              <a:gd name="connsiteY4" fmla="*/ 158828 h 497238"/>
              <a:gd name="connsiteX5" fmla="*/ 482593 w 10554691"/>
              <a:gd name="connsiteY5" fmla="*/ 497238 h 497238"/>
              <a:gd name="connsiteX6" fmla="*/ 571 w 10554691"/>
              <a:gd name="connsiteY6" fmla="*/ 171359 h 497238"/>
              <a:gd name="connsiteX7" fmla="*/ 433 w 10554691"/>
              <a:gd name="connsiteY7" fmla="*/ 75754 h 497238"/>
              <a:gd name="connsiteX0" fmla="*/ 433 w 10554691"/>
              <a:gd name="connsiteY0" fmla="*/ 60438 h 481922"/>
              <a:gd name="connsiteX1" fmla="*/ 10551351 w 10554691"/>
              <a:gd name="connsiteY1" fmla="*/ 54472 h 481922"/>
              <a:gd name="connsiteX2" fmla="*/ 10554691 w 10554691"/>
              <a:gd name="connsiteY2" fmla="*/ 49383 h 481922"/>
              <a:gd name="connsiteX3" fmla="*/ 10274940 w 10554691"/>
              <a:gd name="connsiteY3" fmla="*/ 142189 h 481922"/>
              <a:gd name="connsiteX4" fmla="*/ 1062516 w 10554691"/>
              <a:gd name="connsiteY4" fmla="*/ 143512 h 481922"/>
              <a:gd name="connsiteX5" fmla="*/ 482593 w 10554691"/>
              <a:gd name="connsiteY5" fmla="*/ 481922 h 481922"/>
              <a:gd name="connsiteX6" fmla="*/ 571 w 10554691"/>
              <a:gd name="connsiteY6" fmla="*/ 156043 h 481922"/>
              <a:gd name="connsiteX7" fmla="*/ 433 w 10554691"/>
              <a:gd name="connsiteY7" fmla="*/ 60438 h 481922"/>
              <a:gd name="connsiteX0" fmla="*/ 433 w 11661532"/>
              <a:gd name="connsiteY0" fmla="*/ 5966 h 427450"/>
              <a:gd name="connsiteX1" fmla="*/ 10551351 w 11661532"/>
              <a:gd name="connsiteY1" fmla="*/ 0 h 427450"/>
              <a:gd name="connsiteX2" fmla="*/ 10274940 w 11661532"/>
              <a:gd name="connsiteY2" fmla="*/ 87717 h 427450"/>
              <a:gd name="connsiteX3" fmla="*/ 1062516 w 11661532"/>
              <a:gd name="connsiteY3" fmla="*/ 89040 h 427450"/>
              <a:gd name="connsiteX4" fmla="*/ 482593 w 11661532"/>
              <a:gd name="connsiteY4" fmla="*/ 427450 h 427450"/>
              <a:gd name="connsiteX5" fmla="*/ 571 w 11661532"/>
              <a:gd name="connsiteY5" fmla="*/ 101571 h 427450"/>
              <a:gd name="connsiteX6" fmla="*/ 433 w 11661532"/>
              <a:gd name="connsiteY6" fmla="*/ 5966 h 427450"/>
              <a:gd name="connsiteX0" fmla="*/ 433 w 11071037"/>
              <a:gd name="connsiteY0" fmla="*/ 6015 h 427499"/>
              <a:gd name="connsiteX1" fmla="*/ 10551351 w 11071037"/>
              <a:gd name="connsiteY1" fmla="*/ 49 h 427499"/>
              <a:gd name="connsiteX2" fmla="*/ 10274940 w 11071037"/>
              <a:gd name="connsiteY2" fmla="*/ 87766 h 427499"/>
              <a:gd name="connsiteX3" fmla="*/ 1062516 w 11071037"/>
              <a:gd name="connsiteY3" fmla="*/ 89089 h 427499"/>
              <a:gd name="connsiteX4" fmla="*/ 482593 w 11071037"/>
              <a:gd name="connsiteY4" fmla="*/ 427499 h 427499"/>
              <a:gd name="connsiteX5" fmla="*/ 571 w 11071037"/>
              <a:gd name="connsiteY5" fmla="*/ 101620 h 427499"/>
              <a:gd name="connsiteX6" fmla="*/ 433 w 11071037"/>
              <a:gd name="connsiteY6" fmla="*/ 6015 h 427499"/>
              <a:gd name="connsiteX0" fmla="*/ 433 w 11057538"/>
              <a:gd name="connsiteY0" fmla="*/ 5966 h 427450"/>
              <a:gd name="connsiteX1" fmla="*/ 10551351 w 11057538"/>
              <a:gd name="connsiteY1" fmla="*/ 0 h 427450"/>
              <a:gd name="connsiteX2" fmla="*/ 10274940 w 11057538"/>
              <a:gd name="connsiteY2" fmla="*/ 87717 h 427450"/>
              <a:gd name="connsiteX3" fmla="*/ 1062516 w 11057538"/>
              <a:gd name="connsiteY3" fmla="*/ 89040 h 427450"/>
              <a:gd name="connsiteX4" fmla="*/ 482593 w 11057538"/>
              <a:gd name="connsiteY4" fmla="*/ 427450 h 427450"/>
              <a:gd name="connsiteX5" fmla="*/ 571 w 11057538"/>
              <a:gd name="connsiteY5" fmla="*/ 101571 h 427450"/>
              <a:gd name="connsiteX6" fmla="*/ 433 w 11057538"/>
              <a:gd name="connsiteY6" fmla="*/ 5966 h 427450"/>
              <a:gd name="connsiteX0" fmla="*/ 433 w 10551351"/>
              <a:gd name="connsiteY0" fmla="*/ 5966 h 427450"/>
              <a:gd name="connsiteX1" fmla="*/ 10551351 w 10551351"/>
              <a:gd name="connsiteY1" fmla="*/ 0 h 427450"/>
              <a:gd name="connsiteX2" fmla="*/ 10274940 w 10551351"/>
              <a:gd name="connsiteY2" fmla="*/ 87717 h 427450"/>
              <a:gd name="connsiteX3" fmla="*/ 1062516 w 10551351"/>
              <a:gd name="connsiteY3" fmla="*/ 89040 h 427450"/>
              <a:gd name="connsiteX4" fmla="*/ 482593 w 10551351"/>
              <a:gd name="connsiteY4" fmla="*/ 427450 h 427450"/>
              <a:gd name="connsiteX5" fmla="*/ 571 w 10551351"/>
              <a:gd name="connsiteY5" fmla="*/ 101571 h 427450"/>
              <a:gd name="connsiteX6" fmla="*/ 433 w 10551351"/>
              <a:gd name="connsiteY6" fmla="*/ 5966 h 427450"/>
              <a:gd name="connsiteX0" fmla="*/ 433 w 10551351"/>
              <a:gd name="connsiteY0" fmla="*/ 5966 h 341725"/>
              <a:gd name="connsiteX1" fmla="*/ 10551351 w 10551351"/>
              <a:gd name="connsiteY1" fmla="*/ 0 h 341725"/>
              <a:gd name="connsiteX2" fmla="*/ 10274940 w 10551351"/>
              <a:gd name="connsiteY2" fmla="*/ 87717 h 341725"/>
              <a:gd name="connsiteX3" fmla="*/ 1062516 w 10551351"/>
              <a:gd name="connsiteY3" fmla="*/ 89040 h 341725"/>
              <a:gd name="connsiteX4" fmla="*/ 482593 w 10551351"/>
              <a:gd name="connsiteY4" fmla="*/ 341725 h 341725"/>
              <a:gd name="connsiteX5" fmla="*/ 571 w 10551351"/>
              <a:gd name="connsiteY5" fmla="*/ 101571 h 341725"/>
              <a:gd name="connsiteX6" fmla="*/ 433 w 10551351"/>
              <a:gd name="connsiteY6" fmla="*/ 5966 h 341725"/>
              <a:gd name="connsiteX0" fmla="*/ 433 w 10551351"/>
              <a:gd name="connsiteY0" fmla="*/ 5966 h 341725"/>
              <a:gd name="connsiteX1" fmla="*/ 10551351 w 10551351"/>
              <a:gd name="connsiteY1" fmla="*/ 0 h 341725"/>
              <a:gd name="connsiteX2" fmla="*/ 10274940 w 10551351"/>
              <a:gd name="connsiteY2" fmla="*/ 87717 h 341725"/>
              <a:gd name="connsiteX3" fmla="*/ 1062516 w 10551351"/>
              <a:gd name="connsiteY3" fmla="*/ 89040 h 341725"/>
              <a:gd name="connsiteX4" fmla="*/ 482593 w 10551351"/>
              <a:gd name="connsiteY4" fmla="*/ 341725 h 341725"/>
              <a:gd name="connsiteX5" fmla="*/ 571 w 10551351"/>
              <a:gd name="connsiteY5" fmla="*/ 101571 h 341725"/>
              <a:gd name="connsiteX6" fmla="*/ 433 w 10551351"/>
              <a:gd name="connsiteY6" fmla="*/ 5966 h 341725"/>
              <a:gd name="connsiteX0" fmla="*/ 433 w 10551351"/>
              <a:gd name="connsiteY0" fmla="*/ 5966 h 341725"/>
              <a:gd name="connsiteX1" fmla="*/ 10551351 w 10551351"/>
              <a:gd name="connsiteY1" fmla="*/ 0 h 341725"/>
              <a:gd name="connsiteX2" fmla="*/ 10274940 w 10551351"/>
              <a:gd name="connsiteY2" fmla="*/ 87717 h 341725"/>
              <a:gd name="connsiteX3" fmla="*/ 1062516 w 10551351"/>
              <a:gd name="connsiteY3" fmla="*/ 89040 h 341725"/>
              <a:gd name="connsiteX4" fmla="*/ 482593 w 10551351"/>
              <a:gd name="connsiteY4" fmla="*/ 341725 h 341725"/>
              <a:gd name="connsiteX5" fmla="*/ 571 w 10551351"/>
              <a:gd name="connsiteY5" fmla="*/ 101571 h 341725"/>
              <a:gd name="connsiteX6" fmla="*/ 433 w 10551351"/>
              <a:gd name="connsiteY6" fmla="*/ 5966 h 341725"/>
              <a:gd name="connsiteX0" fmla="*/ 433 w 10551351"/>
              <a:gd name="connsiteY0" fmla="*/ 5966 h 341725"/>
              <a:gd name="connsiteX1" fmla="*/ 10551351 w 10551351"/>
              <a:gd name="connsiteY1" fmla="*/ 0 h 341725"/>
              <a:gd name="connsiteX2" fmla="*/ 10274940 w 10551351"/>
              <a:gd name="connsiteY2" fmla="*/ 87717 h 341725"/>
              <a:gd name="connsiteX3" fmla="*/ 1062516 w 10551351"/>
              <a:gd name="connsiteY3" fmla="*/ 89040 h 341725"/>
              <a:gd name="connsiteX4" fmla="*/ 482593 w 10551351"/>
              <a:gd name="connsiteY4" fmla="*/ 341725 h 341725"/>
              <a:gd name="connsiteX5" fmla="*/ 571 w 10551351"/>
              <a:gd name="connsiteY5" fmla="*/ 101571 h 341725"/>
              <a:gd name="connsiteX6" fmla="*/ 433 w 10551351"/>
              <a:gd name="connsiteY6" fmla="*/ 5966 h 341725"/>
              <a:gd name="connsiteX0" fmla="*/ 0 w 11177990"/>
              <a:gd name="connsiteY0" fmla="*/ 2791 h 341725"/>
              <a:gd name="connsiteX1" fmla="*/ 11177990 w 11177990"/>
              <a:gd name="connsiteY1" fmla="*/ 0 h 341725"/>
              <a:gd name="connsiteX2" fmla="*/ 10901579 w 11177990"/>
              <a:gd name="connsiteY2" fmla="*/ 87717 h 341725"/>
              <a:gd name="connsiteX3" fmla="*/ 1689155 w 11177990"/>
              <a:gd name="connsiteY3" fmla="*/ 89040 h 341725"/>
              <a:gd name="connsiteX4" fmla="*/ 1109232 w 11177990"/>
              <a:gd name="connsiteY4" fmla="*/ 341725 h 341725"/>
              <a:gd name="connsiteX5" fmla="*/ 627210 w 11177990"/>
              <a:gd name="connsiteY5" fmla="*/ 101571 h 341725"/>
              <a:gd name="connsiteX6" fmla="*/ 0 w 11177990"/>
              <a:gd name="connsiteY6" fmla="*/ 2791 h 341725"/>
              <a:gd name="connsiteX0" fmla="*/ 780014 w 11958004"/>
              <a:gd name="connsiteY0" fmla="*/ 2791 h 341725"/>
              <a:gd name="connsiteX1" fmla="*/ 11958004 w 11958004"/>
              <a:gd name="connsiteY1" fmla="*/ 0 h 341725"/>
              <a:gd name="connsiteX2" fmla="*/ 11681593 w 11958004"/>
              <a:gd name="connsiteY2" fmla="*/ 87717 h 341725"/>
              <a:gd name="connsiteX3" fmla="*/ 2469169 w 11958004"/>
              <a:gd name="connsiteY3" fmla="*/ 89040 h 341725"/>
              <a:gd name="connsiteX4" fmla="*/ 1889246 w 11958004"/>
              <a:gd name="connsiteY4" fmla="*/ 341725 h 341725"/>
              <a:gd name="connsiteX5" fmla="*/ 1407224 w 11958004"/>
              <a:gd name="connsiteY5" fmla="*/ 101571 h 341725"/>
              <a:gd name="connsiteX6" fmla="*/ 998158 w 11958004"/>
              <a:gd name="connsiteY6" fmla="*/ 40093 h 341725"/>
              <a:gd name="connsiteX7" fmla="*/ 780014 w 11958004"/>
              <a:gd name="connsiteY7" fmla="*/ 2791 h 341725"/>
              <a:gd name="connsiteX0" fmla="*/ 758495 w 11936485"/>
              <a:gd name="connsiteY0" fmla="*/ 2791 h 341725"/>
              <a:gd name="connsiteX1" fmla="*/ 11936485 w 11936485"/>
              <a:gd name="connsiteY1" fmla="*/ 0 h 341725"/>
              <a:gd name="connsiteX2" fmla="*/ 11660074 w 11936485"/>
              <a:gd name="connsiteY2" fmla="*/ 87717 h 341725"/>
              <a:gd name="connsiteX3" fmla="*/ 2447650 w 11936485"/>
              <a:gd name="connsiteY3" fmla="*/ 89040 h 341725"/>
              <a:gd name="connsiteX4" fmla="*/ 1867727 w 11936485"/>
              <a:gd name="connsiteY4" fmla="*/ 341725 h 341725"/>
              <a:gd name="connsiteX5" fmla="*/ 1385705 w 11936485"/>
              <a:gd name="connsiteY5" fmla="*/ 101571 h 341725"/>
              <a:gd name="connsiteX6" fmla="*/ 976639 w 11936485"/>
              <a:gd name="connsiteY6" fmla="*/ 40093 h 341725"/>
              <a:gd name="connsiteX7" fmla="*/ 758495 w 11936485"/>
              <a:gd name="connsiteY7" fmla="*/ 2791 h 341725"/>
              <a:gd name="connsiteX0" fmla="*/ 0 w 11177990"/>
              <a:gd name="connsiteY0" fmla="*/ 2791 h 341725"/>
              <a:gd name="connsiteX1" fmla="*/ 11177990 w 11177990"/>
              <a:gd name="connsiteY1" fmla="*/ 0 h 341725"/>
              <a:gd name="connsiteX2" fmla="*/ 10901579 w 11177990"/>
              <a:gd name="connsiteY2" fmla="*/ 87717 h 341725"/>
              <a:gd name="connsiteX3" fmla="*/ 1689155 w 11177990"/>
              <a:gd name="connsiteY3" fmla="*/ 89040 h 341725"/>
              <a:gd name="connsiteX4" fmla="*/ 1109232 w 11177990"/>
              <a:gd name="connsiteY4" fmla="*/ 341725 h 341725"/>
              <a:gd name="connsiteX5" fmla="*/ 627210 w 11177990"/>
              <a:gd name="connsiteY5" fmla="*/ 101571 h 341725"/>
              <a:gd name="connsiteX6" fmla="*/ 218144 w 11177990"/>
              <a:gd name="connsiteY6" fmla="*/ 40093 h 341725"/>
              <a:gd name="connsiteX7" fmla="*/ 0 w 11177990"/>
              <a:gd name="connsiteY7" fmla="*/ 2791 h 341725"/>
              <a:gd name="connsiteX0" fmla="*/ 1331 w 11179321"/>
              <a:gd name="connsiteY0" fmla="*/ 2791 h 341725"/>
              <a:gd name="connsiteX1" fmla="*/ 11179321 w 11179321"/>
              <a:gd name="connsiteY1" fmla="*/ 0 h 341725"/>
              <a:gd name="connsiteX2" fmla="*/ 10902910 w 11179321"/>
              <a:gd name="connsiteY2" fmla="*/ 87717 h 341725"/>
              <a:gd name="connsiteX3" fmla="*/ 1690486 w 11179321"/>
              <a:gd name="connsiteY3" fmla="*/ 89040 h 341725"/>
              <a:gd name="connsiteX4" fmla="*/ 1110563 w 11179321"/>
              <a:gd name="connsiteY4" fmla="*/ 341725 h 341725"/>
              <a:gd name="connsiteX5" fmla="*/ 628541 w 11179321"/>
              <a:gd name="connsiteY5" fmla="*/ 101571 h 341725"/>
              <a:gd name="connsiteX6" fmla="*/ 0 w 11179321"/>
              <a:gd name="connsiteY6" fmla="*/ 94068 h 341725"/>
              <a:gd name="connsiteX7" fmla="*/ 1331 w 11179321"/>
              <a:gd name="connsiteY7" fmla="*/ 2791 h 341725"/>
              <a:gd name="connsiteX0" fmla="*/ 1331 w 11179321"/>
              <a:gd name="connsiteY0" fmla="*/ 2791 h 341725"/>
              <a:gd name="connsiteX1" fmla="*/ 11179321 w 11179321"/>
              <a:gd name="connsiteY1" fmla="*/ 0 h 341725"/>
              <a:gd name="connsiteX2" fmla="*/ 10902910 w 11179321"/>
              <a:gd name="connsiteY2" fmla="*/ 87717 h 341725"/>
              <a:gd name="connsiteX3" fmla="*/ 1690486 w 11179321"/>
              <a:gd name="connsiteY3" fmla="*/ 89040 h 341725"/>
              <a:gd name="connsiteX4" fmla="*/ 1110563 w 11179321"/>
              <a:gd name="connsiteY4" fmla="*/ 341725 h 341725"/>
              <a:gd name="connsiteX5" fmla="*/ 628541 w 11179321"/>
              <a:gd name="connsiteY5" fmla="*/ 101571 h 341725"/>
              <a:gd name="connsiteX6" fmla="*/ 0 w 11179321"/>
              <a:gd name="connsiteY6" fmla="*/ 94068 h 341725"/>
              <a:gd name="connsiteX7" fmla="*/ 1331 w 11179321"/>
              <a:gd name="connsiteY7" fmla="*/ 2791 h 341725"/>
              <a:gd name="connsiteX0" fmla="*/ 1331 w 11179321"/>
              <a:gd name="connsiteY0" fmla="*/ 2791 h 341725"/>
              <a:gd name="connsiteX1" fmla="*/ 11179321 w 11179321"/>
              <a:gd name="connsiteY1" fmla="*/ 0 h 341725"/>
              <a:gd name="connsiteX2" fmla="*/ 10902910 w 11179321"/>
              <a:gd name="connsiteY2" fmla="*/ 87717 h 341725"/>
              <a:gd name="connsiteX3" fmla="*/ 1690486 w 11179321"/>
              <a:gd name="connsiteY3" fmla="*/ 89040 h 341725"/>
              <a:gd name="connsiteX4" fmla="*/ 1110563 w 11179321"/>
              <a:gd name="connsiteY4" fmla="*/ 341725 h 341725"/>
              <a:gd name="connsiteX5" fmla="*/ 628541 w 11179321"/>
              <a:gd name="connsiteY5" fmla="*/ 101571 h 341725"/>
              <a:gd name="connsiteX6" fmla="*/ 0 w 11179321"/>
              <a:gd name="connsiteY6" fmla="*/ 94068 h 341725"/>
              <a:gd name="connsiteX7" fmla="*/ 1331 w 11179321"/>
              <a:gd name="connsiteY7" fmla="*/ 2791 h 341725"/>
              <a:gd name="connsiteX0" fmla="*/ 1331 w 11179321"/>
              <a:gd name="connsiteY0" fmla="*/ 2791 h 341725"/>
              <a:gd name="connsiteX1" fmla="*/ 11179321 w 11179321"/>
              <a:gd name="connsiteY1" fmla="*/ 0 h 341725"/>
              <a:gd name="connsiteX2" fmla="*/ 10902910 w 11179321"/>
              <a:gd name="connsiteY2" fmla="*/ 87717 h 341725"/>
              <a:gd name="connsiteX3" fmla="*/ 1690486 w 11179321"/>
              <a:gd name="connsiteY3" fmla="*/ 89040 h 341725"/>
              <a:gd name="connsiteX4" fmla="*/ 1110563 w 11179321"/>
              <a:gd name="connsiteY4" fmla="*/ 341725 h 341725"/>
              <a:gd name="connsiteX5" fmla="*/ 628541 w 11179321"/>
              <a:gd name="connsiteY5" fmla="*/ 101571 h 341725"/>
              <a:gd name="connsiteX6" fmla="*/ 0 w 11179321"/>
              <a:gd name="connsiteY6" fmla="*/ 103593 h 341725"/>
              <a:gd name="connsiteX7" fmla="*/ 1331 w 11179321"/>
              <a:gd name="connsiteY7" fmla="*/ 2791 h 341725"/>
              <a:gd name="connsiteX0" fmla="*/ 1331 w 11179321"/>
              <a:gd name="connsiteY0" fmla="*/ 2791 h 341725"/>
              <a:gd name="connsiteX1" fmla="*/ 11179321 w 11179321"/>
              <a:gd name="connsiteY1" fmla="*/ 0 h 341725"/>
              <a:gd name="connsiteX2" fmla="*/ 10567427 w 11179321"/>
              <a:gd name="connsiteY2" fmla="*/ 90892 h 341725"/>
              <a:gd name="connsiteX3" fmla="*/ 1690486 w 11179321"/>
              <a:gd name="connsiteY3" fmla="*/ 89040 h 341725"/>
              <a:gd name="connsiteX4" fmla="*/ 1110563 w 11179321"/>
              <a:gd name="connsiteY4" fmla="*/ 341725 h 341725"/>
              <a:gd name="connsiteX5" fmla="*/ 628541 w 11179321"/>
              <a:gd name="connsiteY5" fmla="*/ 101571 h 341725"/>
              <a:gd name="connsiteX6" fmla="*/ 0 w 11179321"/>
              <a:gd name="connsiteY6" fmla="*/ 103593 h 341725"/>
              <a:gd name="connsiteX7" fmla="*/ 1331 w 11179321"/>
              <a:gd name="connsiteY7" fmla="*/ 2791 h 341725"/>
              <a:gd name="connsiteX0" fmla="*/ 1331 w 10600099"/>
              <a:gd name="connsiteY0" fmla="*/ 2791 h 341725"/>
              <a:gd name="connsiteX1" fmla="*/ 10561656 w 10600099"/>
              <a:gd name="connsiteY1" fmla="*/ 0 h 341725"/>
              <a:gd name="connsiteX2" fmla="*/ 10567427 w 10600099"/>
              <a:gd name="connsiteY2" fmla="*/ 90892 h 341725"/>
              <a:gd name="connsiteX3" fmla="*/ 1690486 w 10600099"/>
              <a:gd name="connsiteY3" fmla="*/ 89040 h 341725"/>
              <a:gd name="connsiteX4" fmla="*/ 1110563 w 10600099"/>
              <a:gd name="connsiteY4" fmla="*/ 341725 h 341725"/>
              <a:gd name="connsiteX5" fmla="*/ 628541 w 10600099"/>
              <a:gd name="connsiteY5" fmla="*/ 101571 h 341725"/>
              <a:gd name="connsiteX6" fmla="*/ 0 w 10600099"/>
              <a:gd name="connsiteY6" fmla="*/ 103593 h 341725"/>
              <a:gd name="connsiteX7" fmla="*/ 1331 w 10600099"/>
              <a:gd name="connsiteY7" fmla="*/ 2791 h 341725"/>
              <a:gd name="connsiteX0" fmla="*/ 1331 w 10567427"/>
              <a:gd name="connsiteY0" fmla="*/ 2791 h 341725"/>
              <a:gd name="connsiteX1" fmla="*/ 10561656 w 10567427"/>
              <a:gd name="connsiteY1" fmla="*/ 0 h 341725"/>
              <a:gd name="connsiteX2" fmla="*/ 10567427 w 10567427"/>
              <a:gd name="connsiteY2" fmla="*/ 90892 h 341725"/>
              <a:gd name="connsiteX3" fmla="*/ 1690486 w 10567427"/>
              <a:gd name="connsiteY3" fmla="*/ 89040 h 341725"/>
              <a:gd name="connsiteX4" fmla="*/ 1110563 w 10567427"/>
              <a:gd name="connsiteY4" fmla="*/ 341725 h 341725"/>
              <a:gd name="connsiteX5" fmla="*/ 628541 w 10567427"/>
              <a:gd name="connsiteY5" fmla="*/ 101571 h 341725"/>
              <a:gd name="connsiteX6" fmla="*/ 0 w 10567427"/>
              <a:gd name="connsiteY6" fmla="*/ 103593 h 341725"/>
              <a:gd name="connsiteX7" fmla="*/ 1331 w 10567427"/>
              <a:gd name="connsiteY7" fmla="*/ 2791 h 341725"/>
              <a:gd name="connsiteX0" fmla="*/ 1331 w 10561687"/>
              <a:gd name="connsiteY0" fmla="*/ 2791 h 341725"/>
              <a:gd name="connsiteX1" fmla="*/ 10561656 w 10561687"/>
              <a:gd name="connsiteY1" fmla="*/ 0 h 341725"/>
              <a:gd name="connsiteX2" fmla="*/ 10561157 w 10561687"/>
              <a:gd name="connsiteY2" fmla="*/ 90892 h 341725"/>
              <a:gd name="connsiteX3" fmla="*/ 1690486 w 10561687"/>
              <a:gd name="connsiteY3" fmla="*/ 89040 h 341725"/>
              <a:gd name="connsiteX4" fmla="*/ 1110563 w 10561687"/>
              <a:gd name="connsiteY4" fmla="*/ 341725 h 341725"/>
              <a:gd name="connsiteX5" fmla="*/ 628541 w 10561687"/>
              <a:gd name="connsiteY5" fmla="*/ 101571 h 341725"/>
              <a:gd name="connsiteX6" fmla="*/ 0 w 10561687"/>
              <a:gd name="connsiteY6" fmla="*/ 103593 h 341725"/>
              <a:gd name="connsiteX7" fmla="*/ 1331 w 10561687"/>
              <a:gd name="connsiteY7" fmla="*/ 2791 h 341725"/>
              <a:gd name="connsiteX0" fmla="*/ 1331 w 10562072"/>
              <a:gd name="connsiteY0" fmla="*/ 2791 h 341725"/>
              <a:gd name="connsiteX1" fmla="*/ 10561656 w 10562072"/>
              <a:gd name="connsiteY1" fmla="*/ 0 h 341725"/>
              <a:gd name="connsiteX2" fmla="*/ 10561157 w 10562072"/>
              <a:gd name="connsiteY2" fmla="*/ 90892 h 341725"/>
              <a:gd name="connsiteX3" fmla="*/ 1690486 w 10562072"/>
              <a:gd name="connsiteY3" fmla="*/ 89040 h 341725"/>
              <a:gd name="connsiteX4" fmla="*/ 1110563 w 10562072"/>
              <a:gd name="connsiteY4" fmla="*/ 341725 h 341725"/>
              <a:gd name="connsiteX5" fmla="*/ 628541 w 10562072"/>
              <a:gd name="connsiteY5" fmla="*/ 101571 h 341725"/>
              <a:gd name="connsiteX6" fmla="*/ 0 w 10562072"/>
              <a:gd name="connsiteY6" fmla="*/ 103593 h 341725"/>
              <a:gd name="connsiteX7" fmla="*/ 1331 w 10562072"/>
              <a:gd name="connsiteY7" fmla="*/ 2791 h 341725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1690486 w 10562072"/>
              <a:gd name="connsiteY3" fmla="*/ 89040 h 887696"/>
              <a:gd name="connsiteX4" fmla="*/ 1180889 w 10562072"/>
              <a:gd name="connsiteY4" fmla="*/ 887696 h 887696"/>
              <a:gd name="connsiteX5" fmla="*/ 628541 w 10562072"/>
              <a:gd name="connsiteY5" fmla="*/ 101571 h 887696"/>
              <a:gd name="connsiteX6" fmla="*/ 0 w 10562072"/>
              <a:gd name="connsiteY6" fmla="*/ 103593 h 887696"/>
              <a:gd name="connsiteX7" fmla="*/ 1331 w 10562072"/>
              <a:gd name="connsiteY7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628541 w 10562072"/>
              <a:gd name="connsiteY5" fmla="*/ 101571 h 887696"/>
              <a:gd name="connsiteX6" fmla="*/ 0 w 10562072"/>
              <a:gd name="connsiteY6" fmla="*/ 103593 h 887696"/>
              <a:gd name="connsiteX7" fmla="*/ 1331 w 10562072"/>
              <a:gd name="connsiteY7" fmla="*/ 2791 h 887696"/>
              <a:gd name="connsiteX0" fmla="*/ 1331 w 10562072"/>
              <a:gd name="connsiteY0" fmla="*/ 2791 h 887702"/>
              <a:gd name="connsiteX1" fmla="*/ 10561656 w 10562072"/>
              <a:gd name="connsiteY1" fmla="*/ 0 h 887702"/>
              <a:gd name="connsiteX2" fmla="*/ 10561157 w 10562072"/>
              <a:gd name="connsiteY2" fmla="*/ 90892 h 887702"/>
              <a:gd name="connsiteX3" fmla="*/ 2317558 w 10562072"/>
              <a:gd name="connsiteY3" fmla="*/ 89040 h 887702"/>
              <a:gd name="connsiteX4" fmla="*/ 1180889 w 10562072"/>
              <a:gd name="connsiteY4" fmla="*/ 887696 h 887702"/>
              <a:gd name="connsiteX5" fmla="*/ 0 w 10562072"/>
              <a:gd name="connsiteY5" fmla="*/ 103593 h 887702"/>
              <a:gd name="connsiteX6" fmla="*/ 1331 w 10562072"/>
              <a:gd name="connsiteY6" fmla="*/ 2791 h 887702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0 w 10568342"/>
              <a:gd name="connsiteY0" fmla="*/ 0 h 2916892"/>
              <a:gd name="connsiteX1" fmla="*/ 10567926 w 10568342"/>
              <a:gd name="connsiteY1" fmla="*/ 2029196 h 2916892"/>
              <a:gd name="connsiteX2" fmla="*/ 10567427 w 10568342"/>
              <a:gd name="connsiteY2" fmla="*/ 2120088 h 2916892"/>
              <a:gd name="connsiteX3" fmla="*/ 2323828 w 10568342"/>
              <a:gd name="connsiteY3" fmla="*/ 2118236 h 2916892"/>
              <a:gd name="connsiteX4" fmla="*/ 1187159 w 10568342"/>
              <a:gd name="connsiteY4" fmla="*/ 2916892 h 2916892"/>
              <a:gd name="connsiteX5" fmla="*/ 6270 w 10568342"/>
              <a:gd name="connsiteY5" fmla="*/ 2132789 h 2916892"/>
              <a:gd name="connsiteX6" fmla="*/ 0 w 10568342"/>
              <a:gd name="connsiteY6" fmla="*/ 0 h 2916892"/>
              <a:gd name="connsiteX0" fmla="*/ 0 w 10575943"/>
              <a:gd name="connsiteY0" fmla="*/ 0 h 2955377"/>
              <a:gd name="connsiteX1" fmla="*/ 10575527 w 10575943"/>
              <a:gd name="connsiteY1" fmla="*/ 2067681 h 2955377"/>
              <a:gd name="connsiteX2" fmla="*/ 10575028 w 10575943"/>
              <a:gd name="connsiteY2" fmla="*/ 2158573 h 2955377"/>
              <a:gd name="connsiteX3" fmla="*/ 2331429 w 10575943"/>
              <a:gd name="connsiteY3" fmla="*/ 2156721 h 2955377"/>
              <a:gd name="connsiteX4" fmla="*/ 1194760 w 10575943"/>
              <a:gd name="connsiteY4" fmla="*/ 2955377 h 2955377"/>
              <a:gd name="connsiteX5" fmla="*/ 13871 w 10575943"/>
              <a:gd name="connsiteY5" fmla="*/ 2171274 h 2955377"/>
              <a:gd name="connsiteX6" fmla="*/ 0 w 10575943"/>
              <a:gd name="connsiteY6" fmla="*/ 0 h 2955377"/>
              <a:gd name="connsiteX0" fmla="*/ 267371 w 10562072"/>
              <a:gd name="connsiteY0" fmla="*/ 0 h 2685985"/>
              <a:gd name="connsiteX1" fmla="*/ 10561656 w 10562072"/>
              <a:gd name="connsiteY1" fmla="*/ 1798289 h 2685985"/>
              <a:gd name="connsiteX2" fmla="*/ 10561157 w 10562072"/>
              <a:gd name="connsiteY2" fmla="*/ 1889181 h 2685985"/>
              <a:gd name="connsiteX3" fmla="*/ 2317558 w 10562072"/>
              <a:gd name="connsiteY3" fmla="*/ 1887329 h 2685985"/>
              <a:gd name="connsiteX4" fmla="*/ 1180889 w 10562072"/>
              <a:gd name="connsiteY4" fmla="*/ 2685985 h 2685985"/>
              <a:gd name="connsiteX5" fmla="*/ 0 w 10562072"/>
              <a:gd name="connsiteY5" fmla="*/ 1901882 h 2685985"/>
              <a:gd name="connsiteX6" fmla="*/ 267371 w 10562072"/>
              <a:gd name="connsiteY6" fmla="*/ 0 h 2685985"/>
              <a:gd name="connsiteX0" fmla="*/ 1331 w 10562072"/>
              <a:gd name="connsiteY0" fmla="*/ 0 h 2955377"/>
              <a:gd name="connsiteX1" fmla="*/ 10561656 w 10562072"/>
              <a:gd name="connsiteY1" fmla="*/ 2067681 h 2955377"/>
              <a:gd name="connsiteX2" fmla="*/ 10561157 w 10562072"/>
              <a:gd name="connsiteY2" fmla="*/ 2158573 h 2955377"/>
              <a:gd name="connsiteX3" fmla="*/ 2317558 w 10562072"/>
              <a:gd name="connsiteY3" fmla="*/ 2156721 h 2955377"/>
              <a:gd name="connsiteX4" fmla="*/ 1180889 w 10562072"/>
              <a:gd name="connsiteY4" fmla="*/ 2955377 h 2955377"/>
              <a:gd name="connsiteX5" fmla="*/ 0 w 10562072"/>
              <a:gd name="connsiteY5" fmla="*/ 2171274 h 2955377"/>
              <a:gd name="connsiteX6" fmla="*/ 1331 w 10562072"/>
              <a:gd name="connsiteY6" fmla="*/ 0 h 2955377"/>
              <a:gd name="connsiteX0" fmla="*/ 1331 w 10562072"/>
              <a:gd name="connsiteY0" fmla="*/ 2791 h 2958168"/>
              <a:gd name="connsiteX1" fmla="*/ 10561655 w 10562072"/>
              <a:gd name="connsiteY1" fmla="*/ 0 h 2958168"/>
              <a:gd name="connsiteX2" fmla="*/ 10561157 w 10562072"/>
              <a:gd name="connsiteY2" fmla="*/ 2161364 h 2958168"/>
              <a:gd name="connsiteX3" fmla="*/ 2317558 w 10562072"/>
              <a:gd name="connsiteY3" fmla="*/ 2159512 h 2958168"/>
              <a:gd name="connsiteX4" fmla="*/ 1180889 w 10562072"/>
              <a:gd name="connsiteY4" fmla="*/ 2958168 h 2958168"/>
              <a:gd name="connsiteX5" fmla="*/ 0 w 10562072"/>
              <a:gd name="connsiteY5" fmla="*/ 2174065 h 2958168"/>
              <a:gd name="connsiteX6" fmla="*/ 1331 w 10562072"/>
              <a:gd name="connsiteY6" fmla="*/ 2791 h 2958168"/>
              <a:gd name="connsiteX0" fmla="*/ 1331 w 10562072"/>
              <a:gd name="connsiteY0" fmla="*/ 2791 h 2958168"/>
              <a:gd name="connsiteX1" fmla="*/ 10561655 w 10562072"/>
              <a:gd name="connsiteY1" fmla="*/ 0 h 2958168"/>
              <a:gd name="connsiteX2" fmla="*/ 10561157 w 10562072"/>
              <a:gd name="connsiteY2" fmla="*/ 2161364 h 2958168"/>
              <a:gd name="connsiteX3" fmla="*/ 9288594 w 10562072"/>
              <a:gd name="connsiteY3" fmla="*/ 2153103 h 2958168"/>
              <a:gd name="connsiteX4" fmla="*/ 2317558 w 10562072"/>
              <a:gd name="connsiteY4" fmla="*/ 2159512 h 2958168"/>
              <a:gd name="connsiteX5" fmla="*/ 1180889 w 10562072"/>
              <a:gd name="connsiteY5" fmla="*/ 2958168 h 2958168"/>
              <a:gd name="connsiteX6" fmla="*/ 0 w 10562072"/>
              <a:gd name="connsiteY6" fmla="*/ 2174065 h 2958168"/>
              <a:gd name="connsiteX7" fmla="*/ 1331 w 10562072"/>
              <a:gd name="connsiteY7" fmla="*/ 2791 h 2958168"/>
              <a:gd name="connsiteX0" fmla="*/ 1331 w 10561657"/>
              <a:gd name="connsiteY0" fmla="*/ 2791 h 2958168"/>
              <a:gd name="connsiteX1" fmla="*/ 10561655 w 10561657"/>
              <a:gd name="connsiteY1" fmla="*/ 0 h 2958168"/>
              <a:gd name="connsiteX2" fmla="*/ 10469943 w 10561657"/>
              <a:gd name="connsiteY2" fmla="*/ 668161 h 2958168"/>
              <a:gd name="connsiteX3" fmla="*/ 9288594 w 10561657"/>
              <a:gd name="connsiteY3" fmla="*/ 2153103 h 2958168"/>
              <a:gd name="connsiteX4" fmla="*/ 2317558 w 10561657"/>
              <a:gd name="connsiteY4" fmla="*/ 2159512 h 2958168"/>
              <a:gd name="connsiteX5" fmla="*/ 1180889 w 10561657"/>
              <a:gd name="connsiteY5" fmla="*/ 2958168 h 2958168"/>
              <a:gd name="connsiteX6" fmla="*/ 0 w 10561657"/>
              <a:gd name="connsiteY6" fmla="*/ 2174065 h 2958168"/>
              <a:gd name="connsiteX7" fmla="*/ 1331 w 10561657"/>
              <a:gd name="connsiteY7" fmla="*/ 2791 h 2958168"/>
              <a:gd name="connsiteX0" fmla="*/ 1331 w 10562072"/>
              <a:gd name="connsiteY0" fmla="*/ 2791 h 2958168"/>
              <a:gd name="connsiteX1" fmla="*/ 10561655 w 10562072"/>
              <a:gd name="connsiteY1" fmla="*/ 0 h 2958168"/>
              <a:gd name="connsiteX2" fmla="*/ 10561157 w 10562072"/>
              <a:gd name="connsiteY2" fmla="*/ 1468641 h 2958168"/>
              <a:gd name="connsiteX3" fmla="*/ 9288594 w 10562072"/>
              <a:gd name="connsiteY3" fmla="*/ 2153103 h 2958168"/>
              <a:gd name="connsiteX4" fmla="*/ 2317558 w 10562072"/>
              <a:gd name="connsiteY4" fmla="*/ 2159512 h 2958168"/>
              <a:gd name="connsiteX5" fmla="*/ 1180889 w 10562072"/>
              <a:gd name="connsiteY5" fmla="*/ 2958168 h 2958168"/>
              <a:gd name="connsiteX6" fmla="*/ 0 w 10562072"/>
              <a:gd name="connsiteY6" fmla="*/ 2174065 h 2958168"/>
              <a:gd name="connsiteX7" fmla="*/ 1331 w 10562072"/>
              <a:gd name="connsiteY7" fmla="*/ 2791 h 2958168"/>
              <a:gd name="connsiteX0" fmla="*/ 1331 w 10561655"/>
              <a:gd name="connsiteY0" fmla="*/ 2791 h 2958168"/>
              <a:gd name="connsiteX1" fmla="*/ 10561655 w 10561655"/>
              <a:gd name="connsiteY1" fmla="*/ 0 h 2958168"/>
              <a:gd name="connsiteX2" fmla="*/ 10196302 w 10561655"/>
              <a:gd name="connsiteY2" fmla="*/ 1183855 h 2958168"/>
              <a:gd name="connsiteX3" fmla="*/ 9288594 w 10561655"/>
              <a:gd name="connsiteY3" fmla="*/ 2153103 h 2958168"/>
              <a:gd name="connsiteX4" fmla="*/ 2317558 w 10561655"/>
              <a:gd name="connsiteY4" fmla="*/ 2159512 h 2958168"/>
              <a:gd name="connsiteX5" fmla="*/ 1180889 w 10561655"/>
              <a:gd name="connsiteY5" fmla="*/ 2958168 h 2958168"/>
              <a:gd name="connsiteX6" fmla="*/ 0 w 10561655"/>
              <a:gd name="connsiteY6" fmla="*/ 2174065 h 2958168"/>
              <a:gd name="connsiteX7" fmla="*/ 1331 w 10561655"/>
              <a:gd name="connsiteY7" fmla="*/ 2791 h 2958168"/>
              <a:gd name="connsiteX0" fmla="*/ 1331 w 10562072"/>
              <a:gd name="connsiteY0" fmla="*/ 2791 h 2958168"/>
              <a:gd name="connsiteX1" fmla="*/ 10561655 w 10562072"/>
              <a:gd name="connsiteY1" fmla="*/ 0 h 2958168"/>
              <a:gd name="connsiteX2" fmla="*/ 10561157 w 10562072"/>
              <a:gd name="connsiteY2" fmla="*/ 1476338 h 2958168"/>
              <a:gd name="connsiteX3" fmla="*/ 9288594 w 10562072"/>
              <a:gd name="connsiteY3" fmla="*/ 2153103 h 2958168"/>
              <a:gd name="connsiteX4" fmla="*/ 2317558 w 10562072"/>
              <a:gd name="connsiteY4" fmla="*/ 2159512 h 2958168"/>
              <a:gd name="connsiteX5" fmla="*/ 1180889 w 10562072"/>
              <a:gd name="connsiteY5" fmla="*/ 2958168 h 2958168"/>
              <a:gd name="connsiteX6" fmla="*/ 0 w 10562072"/>
              <a:gd name="connsiteY6" fmla="*/ 2174065 h 2958168"/>
              <a:gd name="connsiteX7" fmla="*/ 1331 w 10562072"/>
              <a:gd name="connsiteY7" fmla="*/ 2791 h 2958168"/>
              <a:gd name="connsiteX0" fmla="*/ 1331 w 10562072"/>
              <a:gd name="connsiteY0" fmla="*/ 2791 h 2958168"/>
              <a:gd name="connsiteX1" fmla="*/ 10561655 w 10562072"/>
              <a:gd name="connsiteY1" fmla="*/ 0 h 2958168"/>
              <a:gd name="connsiteX2" fmla="*/ 10561157 w 10562072"/>
              <a:gd name="connsiteY2" fmla="*/ 1476338 h 2958168"/>
              <a:gd name="connsiteX3" fmla="*/ 9288594 w 10562072"/>
              <a:gd name="connsiteY3" fmla="*/ 2153103 h 2958168"/>
              <a:gd name="connsiteX4" fmla="*/ 2317558 w 10562072"/>
              <a:gd name="connsiteY4" fmla="*/ 2159512 h 2958168"/>
              <a:gd name="connsiteX5" fmla="*/ 1180889 w 10562072"/>
              <a:gd name="connsiteY5" fmla="*/ 2958168 h 2958168"/>
              <a:gd name="connsiteX6" fmla="*/ 0 w 10562072"/>
              <a:gd name="connsiteY6" fmla="*/ 2174065 h 2958168"/>
              <a:gd name="connsiteX7" fmla="*/ 1331 w 10562072"/>
              <a:gd name="connsiteY7" fmla="*/ 2791 h 2958168"/>
              <a:gd name="connsiteX0" fmla="*/ 1331 w 10562072"/>
              <a:gd name="connsiteY0" fmla="*/ 2791 h 2958168"/>
              <a:gd name="connsiteX1" fmla="*/ 10561655 w 10562072"/>
              <a:gd name="connsiteY1" fmla="*/ 0 h 2958168"/>
              <a:gd name="connsiteX2" fmla="*/ 10561157 w 10562072"/>
              <a:gd name="connsiteY2" fmla="*/ 1476338 h 2958168"/>
              <a:gd name="connsiteX3" fmla="*/ 9288594 w 10562072"/>
              <a:gd name="connsiteY3" fmla="*/ 2153103 h 2958168"/>
              <a:gd name="connsiteX4" fmla="*/ 2317558 w 10562072"/>
              <a:gd name="connsiteY4" fmla="*/ 2159512 h 2958168"/>
              <a:gd name="connsiteX5" fmla="*/ 1180889 w 10562072"/>
              <a:gd name="connsiteY5" fmla="*/ 2958168 h 2958168"/>
              <a:gd name="connsiteX6" fmla="*/ 0 w 10562072"/>
              <a:gd name="connsiteY6" fmla="*/ 2174065 h 2958168"/>
              <a:gd name="connsiteX7" fmla="*/ 1331 w 10562072"/>
              <a:gd name="connsiteY7" fmla="*/ 2791 h 2958168"/>
              <a:gd name="connsiteX0" fmla="*/ 1331 w 10562411"/>
              <a:gd name="connsiteY0" fmla="*/ 2791 h 3881172"/>
              <a:gd name="connsiteX1" fmla="*/ 10561655 w 10562411"/>
              <a:gd name="connsiteY1" fmla="*/ 0 h 3881172"/>
              <a:gd name="connsiteX2" fmla="*/ 10561157 w 10562411"/>
              <a:gd name="connsiteY2" fmla="*/ 1476338 h 3881172"/>
              <a:gd name="connsiteX3" fmla="*/ 9288594 w 10562411"/>
              <a:gd name="connsiteY3" fmla="*/ 2153103 h 3881172"/>
              <a:gd name="connsiteX4" fmla="*/ 2317558 w 10562411"/>
              <a:gd name="connsiteY4" fmla="*/ 2159512 h 3881172"/>
              <a:gd name="connsiteX5" fmla="*/ 1180889 w 10562411"/>
              <a:gd name="connsiteY5" fmla="*/ 2958168 h 3881172"/>
              <a:gd name="connsiteX6" fmla="*/ 0 w 10562411"/>
              <a:gd name="connsiteY6" fmla="*/ 2174065 h 3881172"/>
              <a:gd name="connsiteX7" fmla="*/ 1331 w 10562411"/>
              <a:gd name="connsiteY7" fmla="*/ 2791 h 3881172"/>
              <a:gd name="connsiteX0" fmla="*/ 1331 w 10562411"/>
              <a:gd name="connsiteY0" fmla="*/ 2791 h 4143392"/>
              <a:gd name="connsiteX1" fmla="*/ 10561655 w 10562411"/>
              <a:gd name="connsiteY1" fmla="*/ 0 h 4143392"/>
              <a:gd name="connsiteX2" fmla="*/ 10561157 w 10562411"/>
              <a:gd name="connsiteY2" fmla="*/ 1476338 h 4143392"/>
              <a:gd name="connsiteX3" fmla="*/ 9288594 w 10562411"/>
              <a:gd name="connsiteY3" fmla="*/ 2153103 h 4143392"/>
              <a:gd name="connsiteX4" fmla="*/ 2317558 w 10562411"/>
              <a:gd name="connsiteY4" fmla="*/ 2159512 h 4143392"/>
              <a:gd name="connsiteX5" fmla="*/ 1180889 w 10562411"/>
              <a:gd name="connsiteY5" fmla="*/ 2958168 h 4143392"/>
              <a:gd name="connsiteX6" fmla="*/ 0 w 10562411"/>
              <a:gd name="connsiteY6" fmla="*/ 2174065 h 4143392"/>
              <a:gd name="connsiteX7" fmla="*/ 1331 w 10562411"/>
              <a:gd name="connsiteY7" fmla="*/ 2791 h 4143392"/>
              <a:gd name="connsiteX0" fmla="*/ 19804 w 10580884"/>
              <a:gd name="connsiteY0" fmla="*/ 2791 h 4143392"/>
              <a:gd name="connsiteX1" fmla="*/ 10580128 w 10580884"/>
              <a:gd name="connsiteY1" fmla="*/ 0 h 4143392"/>
              <a:gd name="connsiteX2" fmla="*/ 10579630 w 10580884"/>
              <a:gd name="connsiteY2" fmla="*/ 1476338 h 4143392"/>
              <a:gd name="connsiteX3" fmla="*/ 9307067 w 10580884"/>
              <a:gd name="connsiteY3" fmla="*/ 2153103 h 4143392"/>
              <a:gd name="connsiteX4" fmla="*/ 2336031 w 10580884"/>
              <a:gd name="connsiteY4" fmla="*/ 2159512 h 4143392"/>
              <a:gd name="connsiteX5" fmla="*/ 1199362 w 10580884"/>
              <a:gd name="connsiteY5" fmla="*/ 2958168 h 4143392"/>
              <a:gd name="connsiteX6" fmla="*/ 0 w 10580884"/>
              <a:gd name="connsiteY6" fmla="*/ 3726419 h 4143392"/>
              <a:gd name="connsiteX7" fmla="*/ 19804 w 10580884"/>
              <a:gd name="connsiteY7" fmla="*/ 2791 h 4143392"/>
              <a:gd name="connsiteX0" fmla="*/ 19804 w 10580884"/>
              <a:gd name="connsiteY0" fmla="*/ 2791 h 4143392"/>
              <a:gd name="connsiteX1" fmla="*/ 10580128 w 10580884"/>
              <a:gd name="connsiteY1" fmla="*/ 0 h 4143392"/>
              <a:gd name="connsiteX2" fmla="*/ 10579630 w 10580884"/>
              <a:gd name="connsiteY2" fmla="*/ 1476338 h 4143392"/>
              <a:gd name="connsiteX3" fmla="*/ 9307067 w 10580884"/>
              <a:gd name="connsiteY3" fmla="*/ 2153103 h 4143392"/>
              <a:gd name="connsiteX4" fmla="*/ 2283533 w 10580884"/>
              <a:gd name="connsiteY4" fmla="*/ 3711866 h 4143392"/>
              <a:gd name="connsiteX5" fmla="*/ 1199362 w 10580884"/>
              <a:gd name="connsiteY5" fmla="*/ 2958168 h 4143392"/>
              <a:gd name="connsiteX6" fmla="*/ 0 w 10580884"/>
              <a:gd name="connsiteY6" fmla="*/ 3726419 h 4143392"/>
              <a:gd name="connsiteX7" fmla="*/ 19804 w 10580884"/>
              <a:gd name="connsiteY7" fmla="*/ 2791 h 4143392"/>
              <a:gd name="connsiteX0" fmla="*/ 19804 w 10580884"/>
              <a:gd name="connsiteY0" fmla="*/ 2791 h 4143392"/>
              <a:gd name="connsiteX1" fmla="*/ 10580128 w 10580884"/>
              <a:gd name="connsiteY1" fmla="*/ 0 h 4143392"/>
              <a:gd name="connsiteX2" fmla="*/ 10579630 w 10580884"/>
              <a:gd name="connsiteY2" fmla="*/ 1476338 h 4143392"/>
              <a:gd name="connsiteX3" fmla="*/ 9013072 w 10580884"/>
              <a:gd name="connsiteY3" fmla="*/ 3716089 h 4143392"/>
              <a:gd name="connsiteX4" fmla="*/ 2283533 w 10580884"/>
              <a:gd name="connsiteY4" fmla="*/ 3711866 h 4143392"/>
              <a:gd name="connsiteX5" fmla="*/ 1199362 w 10580884"/>
              <a:gd name="connsiteY5" fmla="*/ 2958168 h 4143392"/>
              <a:gd name="connsiteX6" fmla="*/ 0 w 10580884"/>
              <a:gd name="connsiteY6" fmla="*/ 3726419 h 4143392"/>
              <a:gd name="connsiteX7" fmla="*/ 19804 w 10580884"/>
              <a:gd name="connsiteY7" fmla="*/ 2791 h 4143392"/>
              <a:gd name="connsiteX0" fmla="*/ 19804 w 10580641"/>
              <a:gd name="connsiteY0" fmla="*/ 2791 h 4143392"/>
              <a:gd name="connsiteX1" fmla="*/ 10580128 w 10580641"/>
              <a:gd name="connsiteY1" fmla="*/ 0 h 4143392"/>
              <a:gd name="connsiteX2" fmla="*/ 10559884 w 10580641"/>
              <a:gd name="connsiteY2" fmla="*/ 3400831 h 4143392"/>
              <a:gd name="connsiteX3" fmla="*/ 9013072 w 10580641"/>
              <a:gd name="connsiteY3" fmla="*/ 3716089 h 4143392"/>
              <a:gd name="connsiteX4" fmla="*/ 2283533 w 10580641"/>
              <a:gd name="connsiteY4" fmla="*/ 3711866 h 4143392"/>
              <a:gd name="connsiteX5" fmla="*/ 1199362 w 10580641"/>
              <a:gd name="connsiteY5" fmla="*/ 2958168 h 4143392"/>
              <a:gd name="connsiteX6" fmla="*/ 0 w 10580641"/>
              <a:gd name="connsiteY6" fmla="*/ 3726419 h 4143392"/>
              <a:gd name="connsiteX7" fmla="*/ 19804 w 10580641"/>
              <a:gd name="connsiteY7" fmla="*/ 2791 h 4143392"/>
              <a:gd name="connsiteX0" fmla="*/ 19804 w 10580641"/>
              <a:gd name="connsiteY0" fmla="*/ 2791 h 4625733"/>
              <a:gd name="connsiteX1" fmla="*/ 10580128 w 10580641"/>
              <a:gd name="connsiteY1" fmla="*/ 0 h 4625733"/>
              <a:gd name="connsiteX2" fmla="*/ 10559883 w 10580641"/>
              <a:gd name="connsiteY2" fmla="*/ 3953724 h 4625733"/>
              <a:gd name="connsiteX3" fmla="*/ 9013072 w 10580641"/>
              <a:gd name="connsiteY3" fmla="*/ 3716089 h 4625733"/>
              <a:gd name="connsiteX4" fmla="*/ 2283533 w 10580641"/>
              <a:gd name="connsiteY4" fmla="*/ 3711866 h 4625733"/>
              <a:gd name="connsiteX5" fmla="*/ 1199362 w 10580641"/>
              <a:gd name="connsiteY5" fmla="*/ 2958168 h 4625733"/>
              <a:gd name="connsiteX6" fmla="*/ 0 w 10580641"/>
              <a:gd name="connsiteY6" fmla="*/ 3726419 h 4625733"/>
              <a:gd name="connsiteX7" fmla="*/ 19804 w 10580641"/>
              <a:gd name="connsiteY7" fmla="*/ 2791 h 4625733"/>
              <a:gd name="connsiteX0" fmla="*/ 19804 w 10580641"/>
              <a:gd name="connsiteY0" fmla="*/ 2791 h 4143392"/>
              <a:gd name="connsiteX1" fmla="*/ 10580128 w 10580641"/>
              <a:gd name="connsiteY1" fmla="*/ 0 h 4143392"/>
              <a:gd name="connsiteX2" fmla="*/ 10559883 w 10580641"/>
              <a:gd name="connsiteY2" fmla="*/ 3953724 h 4143392"/>
              <a:gd name="connsiteX3" fmla="*/ 9013072 w 10580641"/>
              <a:gd name="connsiteY3" fmla="*/ 3716089 h 4143392"/>
              <a:gd name="connsiteX4" fmla="*/ 2283533 w 10580641"/>
              <a:gd name="connsiteY4" fmla="*/ 3711866 h 4143392"/>
              <a:gd name="connsiteX5" fmla="*/ 1199362 w 10580641"/>
              <a:gd name="connsiteY5" fmla="*/ 2958168 h 4143392"/>
              <a:gd name="connsiteX6" fmla="*/ 0 w 10580641"/>
              <a:gd name="connsiteY6" fmla="*/ 3726419 h 4143392"/>
              <a:gd name="connsiteX7" fmla="*/ 19804 w 10580641"/>
              <a:gd name="connsiteY7" fmla="*/ 2791 h 4143392"/>
              <a:gd name="connsiteX0" fmla="*/ 19804 w 10580641"/>
              <a:gd name="connsiteY0" fmla="*/ 2791 h 4143392"/>
              <a:gd name="connsiteX1" fmla="*/ 10580128 w 10580641"/>
              <a:gd name="connsiteY1" fmla="*/ 0 h 4143392"/>
              <a:gd name="connsiteX2" fmla="*/ 10559883 w 10580641"/>
              <a:gd name="connsiteY2" fmla="*/ 3953724 h 4143392"/>
              <a:gd name="connsiteX3" fmla="*/ 9013072 w 10580641"/>
              <a:gd name="connsiteY3" fmla="*/ 3716089 h 4143392"/>
              <a:gd name="connsiteX4" fmla="*/ 2283533 w 10580641"/>
              <a:gd name="connsiteY4" fmla="*/ 3711866 h 4143392"/>
              <a:gd name="connsiteX5" fmla="*/ 1199362 w 10580641"/>
              <a:gd name="connsiteY5" fmla="*/ 2958168 h 4143392"/>
              <a:gd name="connsiteX6" fmla="*/ 0 w 10580641"/>
              <a:gd name="connsiteY6" fmla="*/ 3726419 h 4143392"/>
              <a:gd name="connsiteX7" fmla="*/ 19804 w 10580641"/>
              <a:gd name="connsiteY7" fmla="*/ 2791 h 4143392"/>
              <a:gd name="connsiteX0" fmla="*/ 19804 w 10580641"/>
              <a:gd name="connsiteY0" fmla="*/ 2791 h 3953724"/>
              <a:gd name="connsiteX1" fmla="*/ 10580128 w 10580641"/>
              <a:gd name="connsiteY1" fmla="*/ 0 h 3953724"/>
              <a:gd name="connsiteX2" fmla="*/ 10559883 w 10580641"/>
              <a:gd name="connsiteY2" fmla="*/ 3953724 h 3953724"/>
              <a:gd name="connsiteX3" fmla="*/ 9013072 w 10580641"/>
              <a:gd name="connsiteY3" fmla="*/ 3716089 h 3953724"/>
              <a:gd name="connsiteX4" fmla="*/ 2283533 w 10580641"/>
              <a:gd name="connsiteY4" fmla="*/ 3711866 h 3953724"/>
              <a:gd name="connsiteX5" fmla="*/ 1199362 w 10580641"/>
              <a:gd name="connsiteY5" fmla="*/ 2958168 h 3953724"/>
              <a:gd name="connsiteX6" fmla="*/ 0 w 10580641"/>
              <a:gd name="connsiteY6" fmla="*/ 3726419 h 3953724"/>
              <a:gd name="connsiteX7" fmla="*/ 19804 w 10580641"/>
              <a:gd name="connsiteY7" fmla="*/ 2791 h 3953724"/>
              <a:gd name="connsiteX0" fmla="*/ 19804 w 10580641"/>
              <a:gd name="connsiteY0" fmla="*/ 2791 h 3953724"/>
              <a:gd name="connsiteX1" fmla="*/ 10580128 w 10580641"/>
              <a:gd name="connsiteY1" fmla="*/ 0 h 3953724"/>
              <a:gd name="connsiteX2" fmla="*/ 10559883 w 10580641"/>
              <a:gd name="connsiteY2" fmla="*/ 3953724 h 3953724"/>
              <a:gd name="connsiteX3" fmla="*/ 9013072 w 10580641"/>
              <a:gd name="connsiteY3" fmla="*/ 3716089 h 3953724"/>
              <a:gd name="connsiteX4" fmla="*/ 2283533 w 10580641"/>
              <a:gd name="connsiteY4" fmla="*/ 3711866 h 3953724"/>
              <a:gd name="connsiteX5" fmla="*/ 1199362 w 10580641"/>
              <a:gd name="connsiteY5" fmla="*/ 2958168 h 3953724"/>
              <a:gd name="connsiteX6" fmla="*/ 0 w 10580641"/>
              <a:gd name="connsiteY6" fmla="*/ 3726419 h 3953724"/>
              <a:gd name="connsiteX7" fmla="*/ 19804 w 10580641"/>
              <a:gd name="connsiteY7" fmla="*/ 2791 h 3953724"/>
              <a:gd name="connsiteX0" fmla="*/ 19804 w 10580641"/>
              <a:gd name="connsiteY0" fmla="*/ 2791 h 3953724"/>
              <a:gd name="connsiteX1" fmla="*/ 10580128 w 10580641"/>
              <a:gd name="connsiteY1" fmla="*/ 0 h 3953724"/>
              <a:gd name="connsiteX2" fmla="*/ 10559883 w 10580641"/>
              <a:gd name="connsiteY2" fmla="*/ 3953724 h 3953724"/>
              <a:gd name="connsiteX3" fmla="*/ 9013072 w 10580641"/>
              <a:gd name="connsiteY3" fmla="*/ 3716089 h 3953724"/>
              <a:gd name="connsiteX4" fmla="*/ 2283533 w 10580641"/>
              <a:gd name="connsiteY4" fmla="*/ 3711866 h 3953724"/>
              <a:gd name="connsiteX5" fmla="*/ 1199362 w 10580641"/>
              <a:gd name="connsiteY5" fmla="*/ 2958168 h 3953724"/>
              <a:gd name="connsiteX6" fmla="*/ 0 w 10580641"/>
              <a:gd name="connsiteY6" fmla="*/ 3726419 h 3953724"/>
              <a:gd name="connsiteX7" fmla="*/ 19804 w 10580641"/>
              <a:gd name="connsiteY7" fmla="*/ 2791 h 3953724"/>
              <a:gd name="connsiteX0" fmla="*/ 19804 w 10580641"/>
              <a:gd name="connsiteY0" fmla="*/ 2791 h 3953724"/>
              <a:gd name="connsiteX1" fmla="*/ 10580128 w 10580641"/>
              <a:gd name="connsiteY1" fmla="*/ 0 h 3953724"/>
              <a:gd name="connsiteX2" fmla="*/ 10559883 w 10580641"/>
              <a:gd name="connsiteY2" fmla="*/ 3953724 h 3953724"/>
              <a:gd name="connsiteX3" fmla="*/ 9013072 w 10580641"/>
              <a:gd name="connsiteY3" fmla="*/ 3716089 h 3953724"/>
              <a:gd name="connsiteX4" fmla="*/ 2283533 w 10580641"/>
              <a:gd name="connsiteY4" fmla="*/ 3711866 h 3953724"/>
              <a:gd name="connsiteX5" fmla="*/ 1199362 w 10580641"/>
              <a:gd name="connsiteY5" fmla="*/ 2958168 h 3953724"/>
              <a:gd name="connsiteX6" fmla="*/ 0 w 10580641"/>
              <a:gd name="connsiteY6" fmla="*/ 3726419 h 3953724"/>
              <a:gd name="connsiteX7" fmla="*/ 19804 w 10580641"/>
              <a:gd name="connsiteY7" fmla="*/ 2791 h 3953724"/>
              <a:gd name="connsiteX0" fmla="*/ 19804 w 10580641"/>
              <a:gd name="connsiteY0" fmla="*/ 2791 h 3953724"/>
              <a:gd name="connsiteX1" fmla="*/ 10580128 w 10580641"/>
              <a:gd name="connsiteY1" fmla="*/ 0 h 3953724"/>
              <a:gd name="connsiteX2" fmla="*/ 10559883 w 10580641"/>
              <a:gd name="connsiteY2" fmla="*/ 3953724 h 3953724"/>
              <a:gd name="connsiteX3" fmla="*/ 9013072 w 10580641"/>
              <a:gd name="connsiteY3" fmla="*/ 3716089 h 3953724"/>
              <a:gd name="connsiteX4" fmla="*/ 2283533 w 10580641"/>
              <a:gd name="connsiteY4" fmla="*/ 3711866 h 3953724"/>
              <a:gd name="connsiteX5" fmla="*/ 1199362 w 10580641"/>
              <a:gd name="connsiteY5" fmla="*/ 2958168 h 3953724"/>
              <a:gd name="connsiteX6" fmla="*/ 0 w 10580641"/>
              <a:gd name="connsiteY6" fmla="*/ 3779582 h 3953724"/>
              <a:gd name="connsiteX7" fmla="*/ 19804 w 10580641"/>
              <a:gd name="connsiteY7" fmla="*/ 2791 h 3953724"/>
              <a:gd name="connsiteX0" fmla="*/ 19804 w 10580641"/>
              <a:gd name="connsiteY0" fmla="*/ 2791 h 3953724"/>
              <a:gd name="connsiteX1" fmla="*/ 10580128 w 10580641"/>
              <a:gd name="connsiteY1" fmla="*/ 0 h 3953724"/>
              <a:gd name="connsiteX2" fmla="*/ 10559883 w 10580641"/>
              <a:gd name="connsiteY2" fmla="*/ 3953724 h 3953724"/>
              <a:gd name="connsiteX3" fmla="*/ 9013072 w 10580641"/>
              <a:gd name="connsiteY3" fmla="*/ 3716089 h 3953724"/>
              <a:gd name="connsiteX4" fmla="*/ 2283533 w 10580641"/>
              <a:gd name="connsiteY4" fmla="*/ 3711866 h 3953724"/>
              <a:gd name="connsiteX5" fmla="*/ 1199362 w 10580641"/>
              <a:gd name="connsiteY5" fmla="*/ 2958168 h 3953724"/>
              <a:gd name="connsiteX6" fmla="*/ 0 w 10580641"/>
              <a:gd name="connsiteY6" fmla="*/ 3779582 h 3953724"/>
              <a:gd name="connsiteX7" fmla="*/ 19804 w 10580641"/>
              <a:gd name="connsiteY7" fmla="*/ 2791 h 3953724"/>
              <a:gd name="connsiteX0" fmla="*/ 19804 w 10580641"/>
              <a:gd name="connsiteY0" fmla="*/ 2791 h 3953724"/>
              <a:gd name="connsiteX1" fmla="*/ 10580128 w 10580641"/>
              <a:gd name="connsiteY1" fmla="*/ 0 h 3953724"/>
              <a:gd name="connsiteX2" fmla="*/ 10559883 w 10580641"/>
              <a:gd name="connsiteY2" fmla="*/ 3953724 h 3953724"/>
              <a:gd name="connsiteX3" fmla="*/ 9013072 w 10580641"/>
              <a:gd name="connsiteY3" fmla="*/ 3716089 h 3953724"/>
              <a:gd name="connsiteX4" fmla="*/ 2283533 w 10580641"/>
              <a:gd name="connsiteY4" fmla="*/ 3711866 h 3953724"/>
              <a:gd name="connsiteX5" fmla="*/ 1199362 w 10580641"/>
              <a:gd name="connsiteY5" fmla="*/ 2958168 h 3953724"/>
              <a:gd name="connsiteX6" fmla="*/ 0 w 10580641"/>
              <a:gd name="connsiteY6" fmla="*/ 3779582 h 3953724"/>
              <a:gd name="connsiteX7" fmla="*/ 19804 w 10580641"/>
              <a:gd name="connsiteY7" fmla="*/ 2791 h 3953724"/>
              <a:gd name="connsiteX0" fmla="*/ 19804 w 10580641"/>
              <a:gd name="connsiteY0" fmla="*/ 2791 h 3953724"/>
              <a:gd name="connsiteX1" fmla="*/ 10580128 w 10580641"/>
              <a:gd name="connsiteY1" fmla="*/ 0 h 3953724"/>
              <a:gd name="connsiteX2" fmla="*/ 10559883 w 10580641"/>
              <a:gd name="connsiteY2" fmla="*/ 3953724 h 3953724"/>
              <a:gd name="connsiteX3" fmla="*/ 9013072 w 10580641"/>
              <a:gd name="connsiteY3" fmla="*/ 3716089 h 3953724"/>
              <a:gd name="connsiteX4" fmla="*/ 2283533 w 10580641"/>
              <a:gd name="connsiteY4" fmla="*/ 3711866 h 3953724"/>
              <a:gd name="connsiteX5" fmla="*/ 1199362 w 10580641"/>
              <a:gd name="connsiteY5" fmla="*/ 2958168 h 3953724"/>
              <a:gd name="connsiteX6" fmla="*/ 0 w 10580641"/>
              <a:gd name="connsiteY6" fmla="*/ 3737052 h 3953724"/>
              <a:gd name="connsiteX7" fmla="*/ 19804 w 10580641"/>
              <a:gd name="connsiteY7" fmla="*/ 2791 h 3953724"/>
              <a:gd name="connsiteX0" fmla="*/ 0 w 10581837"/>
              <a:gd name="connsiteY0" fmla="*/ 13424 h 3953724"/>
              <a:gd name="connsiteX1" fmla="*/ 10581324 w 10581837"/>
              <a:gd name="connsiteY1" fmla="*/ 0 h 3953724"/>
              <a:gd name="connsiteX2" fmla="*/ 10561079 w 10581837"/>
              <a:gd name="connsiteY2" fmla="*/ 3953724 h 3953724"/>
              <a:gd name="connsiteX3" fmla="*/ 9014268 w 10581837"/>
              <a:gd name="connsiteY3" fmla="*/ 3716089 h 3953724"/>
              <a:gd name="connsiteX4" fmla="*/ 2284729 w 10581837"/>
              <a:gd name="connsiteY4" fmla="*/ 3711866 h 3953724"/>
              <a:gd name="connsiteX5" fmla="*/ 1200558 w 10581837"/>
              <a:gd name="connsiteY5" fmla="*/ 2958168 h 3953724"/>
              <a:gd name="connsiteX6" fmla="*/ 1196 w 10581837"/>
              <a:gd name="connsiteY6" fmla="*/ 3737052 h 3953724"/>
              <a:gd name="connsiteX7" fmla="*/ 0 w 10581837"/>
              <a:gd name="connsiteY7" fmla="*/ 13424 h 3953724"/>
              <a:gd name="connsiteX0" fmla="*/ 0 w 10562333"/>
              <a:gd name="connsiteY0" fmla="*/ 24056 h 3964356"/>
              <a:gd name="connsiteX1" fmla="*/ 10549824 w 10562333"/>
              <a:gd name="connsiteY1" fmla="*/ 0 h 3964356"/>
              <a:gd name="connsiteX2" fmla="*/ 10561079 w 10562333"/>
              <a:gd name="connsiteY2" fmla="*/ 3964356 h 3964356"/>
              <a:gd name="connsiteX3" fmla="*/ 9014268 w 10562333"/>
              <a:gd name="connsiteY3" fmla="*/ 3726721 h 3964356"/>
              <a:gd name="connsiteX4" fmla="*/ 2284729 w 10562333"/>
              <a:gd name="connsiteY4" fmla="*/ 3722498 h 3964356"/>
              <a:gd name="connsiteX5" fmla="*/ 1200558 w 10562333"/>
              <a:gd name="connsiteY5" fmla="*/ 2968800 h 3964356"/>
              <a:gd name="connsiteX6" fmla="*/ 1196 w 10562333"/>
              <a:gd name="connsiteY6" fmla="*/ 3747684 h 3964356"/>
              <a:gd name="connsiteX7" fmla="*/ 0 w 10562333"/>
              <a:gd name="connsiteY7" fmla="*/ 24056 h 3964356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14268 w 10562333"/>
              <a:gd name="connsiteY3" fmla="*/ 3747986 h 3985621"/>
              <a:gd name="connsiteX4" fmla="*/ 2284729 w 10562333"/>
              <a:gd name="connsiteY4" fmla="*/ 3743763 h 3985621"/>
              <a:gd name="connsiteX5" fmla="*/ 1200558 w 10562333"/>
              <a:gd name="connsiteY5" fmla="*/ 2990065 h 3985621"/>
              <a:gd name="connsiteX6" fmla="*/ 1196 w 10562333"/>
              <a:gd name="connsiteY6" fmla="*/ 3768949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14268 w 10562333"/>
              <a:gd name="connsiteY3" fmla="*/ 3747986 h 3985621"/>
              <a:gd name="connsiteX4" fmla="*/ 2284729 w 10562333"/>
              <a:gd name="connsiteY4" fmla="*/ 3743763 h 3985621"/>
              <a:gd name="connsiteX5" fmla="*/ 1200558 w 10562333"/>
              <a:gd name="connsiteY5" fmla="*/ 2990065 h 3985621"/>
              <a:gd name="connsiteX6" fmla="*/ 1196 w 10562333"/>
              <a:gd name="connsiteY6" fmla="*/ 3768949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14268 w 10562333"/>
              <a:gd name="connsiteY3" fmla="*/ 3747986 h 3985621"/>
              <a:gd name="connsiteX4" fmla="*/ 2284729 w 10562333"/>
              <a:gd name="connsiteY4" fmla="*/ 3743763 h 3985621"/>
              <a:gd name="connsiteX5" fmla="*/ 1200558 w 10562333"/>
              <a:gd name="connsiteY5" fmla="*/ 2990065 h 3985621"/>
              <a:gd name="connsiteX6" fmla="*/ 1196 w 10562333"/>
              <a:gd name="connsiteY6" fmla="*/ 3768949 h 3985621"/>
              <a:gd name="connsiteX7" fmla="*/ 0 w 10562333"/>
              <a:gd name="connsiteY7" fmla="*/ 45321 h 3985621"/>
              <a:gd name="connsiteX0" fmla="*/ 0 w 10562333"/>
              <a:gd name="connsiteY0" fmla="*/ 628158 h 4568458"/>
              <a:gd name="connsiteX1" fmla="*/ 10518325 w 10562333"/>
              <a:gd name="connsiteY1" fmla="*/ 582837 h 4568458"/>
              <a:gd name="connsiteX2" fmla="*/ 10561079 w 10562333"/>
              <a:gd name="connsiteY2" fmla="*/ 4568458 h 4568458"/>
              <a:gd name="connsiteX3" fmla="*/ 9014268 w 10562333"/>
              <a:gd name="connsiteY3" fmla="*/ 4330823 h 4568458"/>
              <a:gd name="connsiteX4" fmla="*/ 2284729 w 10562333"/>
              <a:gd name="connsiteY4" fmla="*/ 4326600 h 4568458"/>
              <a:gd name="connsiteX5" fmla="*/ 1200558 w 10562333"/>
              <a:gd name="connsiteY5" fmla="*/ 3572902 h 4568458"/>
              <a:gd name="connsiteX6" fmla="*/ 1196 w 10562333"/>
              <a:gd name="connsiteY6" fmla="*/ 4351786 h 4568458"/>
              <a:gd name="connsiteX7" fmla="*/ 0 w 10562333"/>
              <a:gd name="connsiteY7" fmla="*/ 628158 h 4568458"/>
              <a:gd name="connsiteX0" fmla="*/ 0 w 10562333"/>
              <a:gd name="connsiteY0" fmla="*/ 628158 h 4568458"/>
              <a:gd name="connsiteX1" fmla="*/ 10518325 w 10562333"/>
              <a:gd name="connsiteY1" fmla="*/ 582837 h 4568458"/>
              <a:gd name="connsiteX2" fmla="*/ 10561079 w 10562333"/>
              <a:gd name="connsiteY2" fmla="*/ 4568458 h 4568458"/>
              <a:gd name="connsiteX3" fmla="*/ 9014268 w 10562333"/>
              <a:gd name="connsiteY3" fmla="*/ 4330823 h 4568458"/>
              <a:gd name="connsiteX4" fmla="*/ 2284729 w 10562333"/>
              <a:gd name="connsiteY4" fmla="*/ 4326600 h 4568458"/>
              <a:gd name="connsiteX5" fmla="*/ 1200558 w 10562333"/>
              <a:gd name="connsiteY5" fmla="*/ 3572902 h 4568458"/>
              <a:gd name="connsiteX6" fmla="*/ 1196 w 10562333"/>
              <a:gd name="connsiteY6" fmla="*/ 4351786 h 4568458"/>
              <a:gd name="connsiteX7" fmla="*/ 0 w 10562333"/>
              <a:gd name="connsiteY7" fmla="*/ 628158 h 4568458"/>
              <a:gd name="connsiteX0" fmla="*/ 0 w 10562333"/>
              <a:gd name="connsiteY0" fmla="*/ 628158 h 4568458"/>
              <a:gd name="connsiteX1" fmla="*/ 10518325 w 10562333"/>
              <a:gd name="connsiteY1" fmla="*/ 582837 h 4568458"/>
              <a:gd name="connsiteX2" fmla="*/ 10561079 w 10562333"/>
              <a:gd name="connsiteY2" fmla="*/ 4568458 h 4568458"/>
              <a:gd name="connsiteX3" fmla="*/ 9014268 w 10562333"/>
              <a:gd name="connsiteY3" fmla="*/ 4330823 h 4568458"/>
              <a:gd name="connsiteX4" fmla="*/ 2284729 w 10562333"/>
              <a:gd name="connsiteY4" fmla="*/ 4326600 h 4568458"/>
              <a:gd name="connsiteX5" fmla="*/ 1200558 w 10562333"/>
              <a:gd name="connsiteY5" fmla="*/ 3572902 h 4568458"/>
              <a:gd name="connsiteX6" fmla="*/ 1196 w 10562333"/>
              <a:gd name="connsiteY6" fmla="*/ 4351786 h 4568458"/>
              <a:gd name="connsiteX7" fmla="*/ 0 w 10562333"/>
              <a:gd name="connsiteY7" fmla="*/ 628158 h 4568458"/>
              <a:gd name="connsiteX0" fmla="*/ 0 w 10562333"/>
              <a:gd name="connsiteY0" fmla="*/ 628158 h 4568458"/>
              <a:gd name="connsiteX1" fmla="*/ 10518325 w 10562333"/>
              <a:gd name="connsiteY1" fmla="*/ 582837 h 4568458"/>
              <a:gd name="connsiteX2" fmla="*/ 10561079 w 10562333"/>
              <a:gd name="connsiteY2" fmla="*/ 4568458 h 4568458"/>
              <a:gd name="connsiteX3" fmla="*/ 9014268 w 10562333"/>
              <a:gd name="connsiteY3" fmla="*/ 4330823 h 4568458"/>
              <a:gd name="connsiteX4" fmla="*/ 2284729 w 10562333"/>
              <a:gd name="connsiteY4" fmla="*/ 4326600 h 4568458"/>
              <a:gd name="connsiteX5" fmla="*/ 1200558 w 10562333"/>
              <a:gd name="connsiteY5" fmla="*/ 3572902 h 4568458"/>
              <a:gd name="connsiteX6" fmla="*/ 1196 w 10562333"/>
              <a:gd name="connsiteY6" fmla="*/ 4351786 h 4568458"/>
              <a:gd name="connsiteX7" fmla="*/ 0 w 10562333"/>
              <a:gd name="connsiteY7" fmla="*/ 628158 h 4568458"/>
              <a:gd name="connsiteX0" fmla="*/ 0 w 10562333"/>
              <a:gd name="connsiteY0" fmla="*/ 112921 h 4053221"/>
              <a:gd name="connsiteX1" fmla="*/ 10518325 w 10562333"/>
              <a:gd name="connsiteY1" fmla="*/ 67600 h 4053221"/>
              <a:gd name="connsiteX2" fmla="*/ 10561079 w 10562333"/>
              <a:gd name="connsiteY2" fmla="*/ 4053221 h 4053221"/>
              <a:gd name="connsiteX3" fmla="*/ 9014268 w 10562333"/>
              <a:gd name="connsiteY3" fmla="*/ 3815586 h 4053221"/>
              <a:gd name="connsiteX4" fmla="*/ 2284729 w 10562333"/>
              <a:gd name="connsiteY4" fmla="*/ 3811363 h 4053221"/>
              <a:gd name="connsiteX5" fmla="*/ 1200558 w 10562333"/>
              <a:gd name="connsiteY5" fmla="*/ 3057665 h 4053221"/>
              <a:gd name="connsiteX6" fmla="*/ 1196 w 10562333"/>
              <a:gd name="connsiteY6" fmla="*/ 3836549 h 4053221"/>
              <a:gd name="connsiteX7" fmla="*/ 0 w 10562333"/>
              <a:gd name="connsiteY7" fmla="*/ 112921 h 4053221"/>
              <a:gd name="connsiteX0" fmla="*/ 0 w 10562333"/>
              <a:gd name="connsiteY0" fmla="*/ 112921 h 4053221"/>
              <a:gd name="connsiteX1" fmla="*/ 10518325 w 10562333"/>
              <a:gd name="connsiteY1" fmla="*/ 67600 h 4053221"/>
              <a:gd name="connsiteX2" fmla="*/ 10561079 w 10562333"/>
              <a:gd name="connsiteY2" fmla="*/ 4053221 h 4053221"/>
              <a:gd name="connsiteX3" fmla="*/ 9014268 w 10562333"/>
              <a:gd name="connsiteY3" fmla="*/ 3815586 h 4053221"/>
              <a:gd name="connsiteX4" fmla="*/ 2284729 w 10562333"/>
              <a:gd name="connsiteY4" fmla="*/ 3811363 h 4053221"/>
              <a:gd name="connsiteX5" fmla="*/ 1200558 w 10562333"/>
              <a:gd name="connsiteY5" fmla="*/ 3057665 h 4053221"/>
              <a:gd name="connsiteX6" fmla="*/ 1196 w 10562333"/>
              <a:gd name="connsiteY6" fmla="*/ 3836549 h 4053221"/>
              <a:gd name="connsiteX7" fmla="*/ 0 w 10562333"/>
              <a:gd name="connsiteY7" fmla="*/ 112921 h 40532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14268 w 10562333"/>
              <a:gd name="connsiteY3" fmla="*/ 3747986 h 3985621"/>
              <a:gd name="connsiteX4" fmla="*/ 2284729 w 10562333"/>
              <a:gd name="connsiteY4" fmla="*/ 3743763 h 3985621"/>
              <a:gd name="connsiteX5" fmla="*/ 1200558 w 10562333"/>
              <a:gd name="connsiteY5" fmla="*/ 2990065 h 3985621"/>
              <a:gd name="connsiteX6" fmla="*/ 1196 w 10562333"/>
              <a:gd name="connsiteY6" fmla="*/ 3768949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14268 w 10562333"/>
              <a:gd name="connsiteY3" fmla="*/ 3747986 h 3985621"/>
              <a:gd name="connsiteX4" fmla="*/ 2284729 w 10562333"/>
              <a:gd name="connsiteY4" fmla="*/ 3743763 h 3985621"/>
              <a:gd name="connsiteX5" fmla="*/ 1200558 w 10562333"/>
              <a:gd name="connsiteY5" fmla="*/ 2990065 h 3985621"/>
              <a:gd name="connsiteX6" fmla="*/ 1196 w 10562333"/>
              <a:gd name="connsiteY6" fmla="*/ 3768949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14268 w 10562333"/>
              <a:gd name="connsiteY3" fmla="*/ 3747986 h 3985621"/>
              <a:gd name="connsiteX4" fmla="*/ 2284729 w 10562333"/>
              <a:gd name="connsiteY4" fmla="*/ 3743763 h 3985621"/>
              <a:gd name="connsiteX5" fmla="*/ 1200558 w 10562333"/>
              <a:gd name="connsiteY5" fmla="*/ 2990065 h 3985621"/>
              <a:gd name="connsiteX6" fmla="*/ 0 w 10562333"/>
              <a:gd name="connsiteY6" fmla="*/ 3705154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14268 w 10562333"/>
              <a:gd name="connsiteY3" fmla="*/ 3747986 h 3985621"/>
              <a:gd name="connsiteX4" fmla="*/ 2295230 w 10562333"/>
              <a:gd name="connsiteY4" fmla="*/ 3711865 h 3985621"/>
              <a:gd name="connsiteX5" fmla="*/ 1200558 w 10562333"/>
              <a:gd name="connsiteY5" fmla="*/ 2990065 h 3985621"/>
              <a:gd name="connsiteX6" fmla="*/ 0 w 10562333"/>
              <a:gd name="connsiteY6" fmla="*/ 3705154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14268 w 10562333"/>
              <a:gd name="connsiteY3" fmla="*/ 3747986 h 3985621"/>
              <a:gd name="connsiteX4" fmla="*/ 2295230 w 10562333"/>
              <a:gd name="connsiteY4" fmla="*/ 3711865 h 3985621"/>
              <a:gd name="connsiteX5" fmla="*/ 1200558 w 10562333"/>
              <a:gd name="connsiteY5" fmla="*/ 2990065 h 3985621"/>
              <a:gd name="connsiteX6" fmla="*/ 0 w 10562333"/>
              <a:gd name="connsiteY6" fmla="*/ 3705154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14268 w 10562333"/>
              <a:gd name="connsiteY3" fmla="*/ 3747986 h 3985621"/>
              <a:gd name="connsiteX4" fmla="*/ 2295230 w 10562333"/>
              <a:gd name="connsiteY4" fmla="*/ 3711865 h 3985621"/>
              <a:gd name="connsiteX5" fmla="*/ 1200558 w 10562333"/>
              <a:gd name="connsiteY5" fmla="*/ 2990065 h 3985621"/>
              <a:gd name="connsiteX6" fmla="*/ 0 w 10562333"/>
              <a:gd name="connsiteY6" fmla="*/ 3705154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14268 w 10562333"/>
              <a:gd name="connsiteY3" fmla="*/ 3747986 h 3985621"/>
              <a:gd name="connsiteX4" fmla="*/ 2295230 w 10562333"/>
              <a:gd name="connsiteY4" fmla="*/ 3711865 h 3985621"/>
              <a:gd name="connsiteX5" fmla="*/ 1200558 w 10562333"/>
              <a:gd name="connsiteY5" fmla="*/ 2990065 h 3985621"/>
              <a:gd name="connsiteX6" fmla="*/ 0 w 10562333"/>
              <a:gd name="connsiteY6" fmla="*/ 3705154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14268 w 10562333"/>
              <a:gd name="connsiteY3" fmla="*/ 3747986 h 3985621"/>
              <a:gd name="connsiteX4" fmla="*/ 2295230 w 10562333"/>
              <a:gd name="connsiteY4" fmla="*/ 3711865 h 3985621"/>
              <a:gd name="connsiteX5" fmla="*/ 1200558 w 10562333"/>
              <a:gd name="connsiteY5" fmla="*/ 2990065 h 3985621"/>
              <a:gd name="connsiteX6" fmla="*/ 0 w 10562333"/>
              <a:gd name="connsiteY6" fmla="*/ 3705154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14268 w 10562333"/>
              <a:gd name="connsiteY3" fmla="*/ 3747986 h 3985621"/>
              <a:gd name="connsiteX4" fmla="*/ 2295230 w 10562333"/>
              <a:gd name="connsiteY4" fmla="*/ 3711865 h 3985621"/>
              <a:gd name="connsiteX5" fmla="*/ 1200558 w 10562333"/>
              <a:gd name="connsiteY5" fmla="*/ 2990065 h 3985621"/>
              <a:gd name="connsiteX6" fmla="*/ 0 w 10562333"/>
              <a:gd name="connsiteY6" fmla="*/ 3705154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14268 w 10562333"/>
              <a:gd name="connsiteY3" fmla="*/ 3747986 h 3985621"/>
              <a:gd name="connsiteX4" fmla="*/ 2295230 w 10562333"/>
              <a:gd name="connsiteY4" fmla="*/ 3711865 h 3985621"/>
              <a:gd name="connsiteX5" fmla="*/ 1200558 w 10562333"/>
              <a:gd name="connsiteY5" fmla="*/ 2990065 h 3985621"/>
              <a:gd name="connsiteX6" fmla="*/ 0 w 10562333"/>
              <a:gd name="connsiteY6" fmla="*/ 3705154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14268 w 10562333"/>
              <a:gd name="connsiteY3" fmla="*/ 3747986 h 3985621"/>
              <a:gd name="connsiteX4" fmla="*/ 2295230 w 10562333"/>
              <a:gd name="connsiteY4" fmla="*/ 3711865 h 3985621"/>
              <a:gd name="connsiteX5" fmla="*/ 1200558 w 10562333"/>
              <a:gd name="connsiteY5" fmla="*/ 2990065 h 3985621"/>
              <a:gd name="connsiteX6" fmla="*/ 0 w 10562333"/>
              <a:gd name="connsiteY6" fmla="*/ 3705154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14268 w 10562333"/>
              <a:gd name="connsiteY3" fmla="*/ 3747986 h 3985621"/>
              <a:gd name="connsiteX4" fmla="*/ 2295230 w 10562333"/>
              <a:gd name="connsiteY4" fmla="*/ 3711865 h 3985621"/>
              <a:gd name="connsiteX5" fmla="*/ 1200558 w 10562333"/>
              <a:gd name="connsiteY5" fmla="*/ 2990065 h 3985621"/>
              <a:gd name="connsiteX6" fmla="*/ 0 w 10562333"/>
              <a:gd name="connsiteY6" fmla="*/ 3705154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14268 w 10562333"/>
              <a:gd name="connsiteY3" fmla="*/ 3747986 h 3985621"/>
              <a:gd name="connsiteX4" fmla="*/ 2295230 w 10562333"/>
              <a:gd name="connsiteY4" fmla="*/ 3711865 h 3985621"/>
              <a:gd name="connsiteX5" fmla="*/ 1200558 w 10562333"/>
              <a:gd name="connsiteY5" fmla="*/ 2990065 h 3985621"/>
              <a:gd name="connsiteX6" fmla="*/ 0 w 10562333"/>
              <a:gd name="connsiteY6" fmla="*/ 3705154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14268 w 10562333"/>
              <a:gd name="connsiteY3" fmla="*/ 3747986 h 3985621"/>
              <a:gd name="connsiteX4" fmla="*/ 2295230 w 10562333"/>
              <a:gd name="connsiteY4" fmla="*/ 3711865 h 3985621"/>
              <a:gd name="connsiteX5" fmla="*/ 1200558 w 10562333"/>
              <a:gd name="connsiteY5" fmla="*/ 2990065 h 3985621"/>
              <a:gd name="connsiteX6" fmla="*/ 0 w 10562333"/>
              <a:gd name="connsiteY6" fmla="*/ 3705154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24769 w 10562333"/>
              <a:gd name="connsiteY3" fmla="*/ 3726721 h 3985621"/>
              <a:gd name="connsiteX4" fmla="*/ 2295230 w 10562333"/>
              <a:gd name="connsiteY4" fmla="*/ 3711865 h 3985621"/>
              <a:gd name="connsiteX5" fmla="*/ 1200558 w 10562333"/>
              <a:gd name="connsiteY5" fmla="*/ 2990065 h 3985621"/>
              <a:gd name="connsiteX6" fmla="*/ 0 w 10562333"/>
              <a:gd name="connsiteY6" fmla="*/ 3705154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24769 w 10562333"/>
              <a:gd name="connsiteY3" fmla="*/ 3726721 h 3985621"/>
              <a:gd name="connsiteX4" fmla="*/ 2295230 w 10562333"/>
              <a:gd name="connsiteY4" fmla="*/ 3711865 h 3985621"/>
              <a:gd name="connsiteX5" fmla="*/ 1200558 w 10562333"/>
              <a:gd name="connsiteY5" fmla="*/ 2990065 h 3985621"/>
              <a:gd name="connsiteX6" fmla="*/ 0 w 10562333"/>
              <a:gd name="connsiteY6" fmla="*/ 3705154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24769 w 10562333"/>
              <a:gd name="connsiteY3" fmla="*/ 3726721 h 3985621"/>
              <a:gd name="connsiteX4" fmla="*/ 2295230 w 10562333"/>
              <a:gd name="connsiteY4" fmla="*/ 3711865 h 3985621"/>
              <a:gd name="connsiteX5" fmla="*/ 1200558 w 10562333"/>
              <a:gd name="connsiteY5" fmla="*/ 2990065 h 3985621"/>
              <a:gd name="connsiteX6" fmla="*/ 0 w 10562333"/>
              <a:gd name="connsiteY6" fmla="*/ 3705154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24769 w 10562333"/>
              <a:gd name="connsiteY3" fmla="*/ 3726721 h 3985621"/>
              <a:gd name="connsiteX4" fmla="*/ 2295230 w 10562333"/>
              <a:gd name="connsiteY4" fmla="*/ 3711865 h 3985621"/>
              <a:gd name="connsiteX5" fmla="*/ 1200558 w 10562333"/>
              <a:gd name="connsiteY5" fmla="*/ 2990065 h 3985621"/>
              <a:gd name="connsiteX6" fmla="*/ 0 w 10562333"/>
              <a:gd name="connsiteY6" fmla="*/ 3705154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24769 w 10562333"/>
              <a:gd name="connsiteY3" fmla="*/ 3726721 h 3985621"/>
              <a:gd name="connsiteX4" fmla="*/ 2295230 w 10562333"/>
              <a:gd name="connsiteY4" fmla="*/ 3711865 h 3985621"/>
              <a:gd name="connsiteX5" fmla="*/ 1200558 w 10562333"/>
              <a:gd name="connsiteY5" fmla="*/ 2990065 h 3985621"/>
              <a:gd name="connsiteX6" fmla="*/ 0 w 10562333"/>
              <a:gd name="connsiteY6" fmla="*/ 3705154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24769 w 10562333"/>
              <a:gd name="connsiteY3" fmla="*/ 3726721 h 3985621"/>
              <a:gd name="connsiteX4" fmla="*/ 2295230 w 10562333"/>
              <a:gd name="connsiteY4" fmla="*/ 3711865 h 3985621"/>
              <a:gd name="connsiteX5" fmla="*/ 1200558 w 10562333"/>
              <a:gd name="connsiteY5" fmla="*/ 2990065 h 3985621"/>
              <a:gd name="connsiteX6" fmla="*/ 0 w 10562333"/>
              <a:gd name="connsiteY6" fmla="*/ 3705154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24769 w 10562333"/>
              <a:gd name="connsiteY3" fmla="*/ 3726721 h 3985621"/>
              <a:gd name="connsiteX4" fmla="*/ 2295230 w 10562333"/>
              <a:gd name="connsiteY4" fmla="*/ 3711865 h 3985621"/>
              <a:gd name="connsiteX5" fmla="*/ 1200558 w 10562333"/>
              <a:gd name="connsiteY5" fmla="*/ 2990065 h 3985621"/>
              <a:gd name="connsiteX6" fmla="*/ 0 w 10562333"/>
              <a:gd name="connsiteY6" fmla="*/ 3705154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24769 w 10562333"/>
              <a:gd name="connsiteY3" fmla="*/ 3726721 h 3985621"/>
              <a:gd name="connsiteX4" fmla="*/ 2295230 w 10562333"/>
              <a:gd name="connsiteY4" fmla="*/ 3711865 h 3985621"/>
              <a:gd name="connsiteX5" fmla="*/ 1200558 w 10562333"/>
              <a:gd name="connsiteY5" fmla="*/ 2990065 h 3985621"/>
              <a:gd name="connsiteX6" fmla="*/ 0 w 10562333"/>
              <a:gd name="connsiteY6" fmla="*/ 3705154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24769 w 10562333"/>
              <a:gd name="connsiteY3" fmla="*/ 3726721 h 3985621"/>
              <a:gd name="connsiteX4" fmla="*/ 2295230 w 10562333"/>
              <a:gd name="connsiteY4" fmla="*/ 3711865 h 3985621"/>
              <a:gd name="connsiteX5" fmla="*/ 1200558 w 10562333"/>
              <a:gd name="connsiteY5" fmla="*/ 2990065 h 3985621"/>
              <a:gd name="connsiteX6" fmla="*/ 0 w 10562333"/>
              <a:gd name="connsiteY6" fmla="*/ 3705154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24769 w 10562333"/>
              <a:gd name="connsiteY3" fmla="*/ 3726721 h 3985621"/>
              <a:gd name="connsiteX4" fmla="*/ 2295230 w 10562333"/>
              <a:gd name="connsiteY4" fmla="*/ 3711865 h 3985621"/>
              <a:gd name="connsiteX5" fmla="*/ 1200558 w 10562333"/>
              <a:gd name="connsiteY5" fmla="*/ 2990065 h 3985621"/>
              <a:gd name="connsiteX6" fmla="*/ 0 w 10562333"/>
              <a:gd name="connsiteY6" fmla="*/ 3705154 h 3985621"/>
              <a:gd name="connsiteX7" fmla="*/ 0 w 10562333"/>
              <a:gd name="connsiteY7" fmla="*/ 45321 h 3985621"/>
              <a:gd name="connsiteX0" fmla="*/ 0 w 10562333"/>
              <a:gd name="connsiteY0" fmla="*/ 34689 h 3974989"/>
              <a:gd name="connsiteX1" fmla="*/ 10559884 w 10562333"/>
              <a:gd name="connsiteY1" fmla="*/ 0 h 3974989"/>
              <a:gd name="connsiteX2" fmla="*/ 10561079 w 10562333"/>
              <a:gd name="connsiteY2" fmla="*/ 3974989 h 3974989"/>
              <a:gd name="connsiteX3" fmla="*/ 9024769 w 10562333"/>
              <a:gd name="connsiteY3" fmla="*/ 3716089 h 3974989"/>
              <a:gd name="connsiteX4" fmla="*/ 2295230 w 10562333"/>
              <a:gd name="connsiteY4" fmla="*/ 3701233 h 3974989"/>
              <a:gd name="connsiteX5" fmla="*/ 1200558 w 10562333"/>
              <a:gd name="connsiteY5" fmla="*/ 2979433 h 3974989"/>
              <a:gd name="connsiteX6" fmla="*/ 0 w 10562333"/>
              <a:gd name="connsiteY6" fmla="*/ 3694522 h 3974989"/>
              <a:gd name="connsiteX7" fmla="*/ 0 w 10562333"/>
              <a:gd name="connsiteY7" fmla="*/ 34689 h 3974989"/>
              <a:gd name="connsiteX0" fmla="*/ 0 w 10562333"/>
              <a:gd name="connsiteY0" fmla="*/ 34689 h 3974989"/>
              <a:gd name="connsiteX1" fmla="*/ 10559884 w 10562333"/>
              <a:gd name="connsiteY1" fmla="*/ 0 h 3974989"/>
              <a:gd name="connsiteX2" fmla="*/ 10561079 w 10562333"/>
              <a:gd name="connsiteY2" fmla="*/ 3974989 h 3974989"/>
              <a:gd name="connsiteX3" fmla="*/ 9024769 w 10562333"/>
              <a:gd name="connsiteY3" fmla="*/ 3716089 h 3974989"/>
              <a:gd name="connsiteX4" fmla="*/ 2295230 w 10562333"/>
              <a:gd name="connsiteY4" fmla="*/ 3701233 h 3974989"/>
              <a:gd name="connsiteX5" fmla="*/ 1200558 w 10562333"/>
              <a:gd name="connsiteY5" fmla="*/ 2979433 h 3974989"/>
              <a:gd name="connsiteX6" fmla="*/ 0 w 10562333"/>
              <a:gd name="connsiteY6" fmla="*/ 3694522 h 3974989"/>
              <a:gd name="connsiteX7" fmla="*/ 0 w 10562333"/>
              <a:gd name="connsiteY7" fmla="*/ 34689 h 3974989"/>
              <a:gd name="connsiteX0" fmla="*/ 0 w 10562333"/>
              <a:gd name="connsiteY0" fmla="*/ 34689 h 3974989"/>
              <a:gd name="connsiteX1" fmla="*/ 10559884 w 10562333"/>
              <a:gd name="connsiteY1" fmla="*/ 0 h 3974989"/>
              <a:gd name="connsiteX2" fmla="*/ 10561079 w 10562333"/>
              <a:gd name="connsiteY2" fmla="*/ 3974989 h 3974989"/>
              <a:gd name="connsiteX3" fmla="*/ 9024769 w 10562333"/>
              <a:gd name="connsiteY3" fmla="*/ 3716089 h 3974989"/>
              <a:gd name="connsiteX4" fmla="*/ 2295230 w 10562333"/>
              <a:gd name="connsiteY4" fmla="*/ 3701233 h 3974989"/>
              <a:gd name="connsiteX5" fmla="*/ 1200558 w 10562333"/>
              <a:gd name="connsiteY5" fmla="*/ 2979433 h 3974989"/>
              <a:gd name="connsiteX6" fmla="*/ 0 w 10562333"/>
              <a:gd name="connsiteY6" fmla="*/ 3694522 h 3974989"/>
              <a:gd name="connsiteX7" fmla="*/ 0 w 10562333"/>
              <a:gd name="connsiteY7" fmla="*/ 34689 h 3974989"/>
              <a:gd name="connsiteX0" fmla="*/ 0 w 10562333"/>
              <a:gd name="connsiteY0" fmla="*/ 32735 h 4026198"/>
              <a:gd name="connsiteX1" fmla="*/ 10559884 w 10562333"/>
              <a:gd name="connsiteY1" fmla="*/ 51209 h 4026198"/>
              <a:gd name="connsiteX2" fmla="*/ 10561079 w 10562333"/>
              <a:gd name="connsiteY2" fmla="*/ 4026198 h 4026198"/>
              <a:gd name="connsiteX3" fmla="*/ 9024769 w 10562333"/>
              <a:gd name="connsiteY3" fmla="*/ 3767298 h 4026198"/>
              <a:gd name="connsiteX4" fmla="*/ 2295230 w 10562333"/>
              <a:gd name="connsiteY4" fmla="*/ 3752442 h 4026198"/>
              <a:gd name="connsiteX5" fmla="*/ 1200558 w 10562333"/>
              <a:gd name="connsiteY5" fmla="*/ 3030642 h 4026198"/>
              <a:gd name="connsiteX6" fmla="*/ 0 w 10562333"/>
              <a:gd name="connsiteY6" fmla="*/ 3745731 h 4026198"/>
              <a:gd name="connsiteX7" fmla="*/ 0 w 10562333"/>
              <a:gd name="connsiteY7" fmla="*/ 32735 h 4026198"/>
              <a:gd name="connsiteX0" fmla="*/ 0 w 10562333"/>
              <a:gd name="connsiteY0" fmla="*/ 32735 h 4026198"/>
              <a:gd name="connsiteX1" fmla="*/ 10559884 w 10562333"/>
              <a:gd name="connsiteY1" fmla="*/ 51209 h 4026198"/>
              <a:gd name="connsiteX2" fmla="*/ 10561079 w 10562333"/>
              <a:gd name="connsiteY2" fmla="*/ 4026198 h 4026198"/>
              <a:gd name="connsiteX3" fmla="*/ 9024769 w 10562333"/>
              <a:gd name="connsiteY3" fmla="*/ 3767298 h 4026198"/>
              <a:gd name="connsiteX4" fmla="*/ 2295230 w 10562333"/>
              <a:gd name="connsiteY4" fmla="*/ 3752442 h 4026198"/>
              <a:gd name="connsiteX5" fmla="*/ 1200558 w 10562333"/>
              <a:gd name="connsiteY5" fmla="*/ 3030642 h 4026198"/>
              <a:gd name="connsiteX6" fmla="*/ 0 w 10562333"/>
              <a:gd name="connsiteY6" fmla="*/ 3745731 h 4026198"/>
              <a:gd name="connsiteX7" fmla="*/ 0 w 10562333"/>
              <a:gd name="connsiteY7" fmla="*/ 32735 h 4026198"/>
              <a:gd name="connsiteX0" fmla="*/ 10559884 w 10650182"/>
              <a:gd name="connsiteY0" fmla="*/ 18474 h 3993463"/>
              <a:gd name="connsiteX1" fmla="*/ 10561079 w 10650182"/>
              <a:gd name="connsiteY1" fmla="*/ 3993463 h 3993463"/>
              <a:gd name="connsiteX2" fmla="*/ 9024769 w 10650182"/>
              <a:gd name="connsiteY2" fmla="*/ 3734563 h 3993463"/>
              <a:gd name="connsiteX3" fmla="*/ 2295230 w 10650182"/>
              <a:gd name="connsiteY3" fmla="*/ 3719707 h 3993463"/>
              <a:gd name="connsiteX4" fmla="*/ 1200558 w 10650182"/>
              <a:gd name="connsiteY4" fmla="*/ 2997907 h 3993463"/>
              <a:gd name="connsiteX5" fmla="*/ 0 w 10650182"/>
              <a:gd name="connsiteY5" fmla="*/ 3712996 h 3993463"/>
              <a:gd name="connsiteX6" fmla="*/ 0 w 10650182"/>
              <a:gd name="connsiteY6" fmla="*/ 0 h 3993463"/>
              <a:gd name="connsiteX7" fmla="*/ 10650182 w 10650182"/>
              <a:gd name="connsiteY7" fmla="*/ 109914 h 3993463"/>
              <a:gd name="connsiteX0" fmla="*/ 10559884 w 10562333"/>
              <a:gd name="connsiteY0" fmla="*/ 18474 h 3993463"/>
              <a:gd name="connsiteX1" fmla="*/ 10561079 w 10562333"/>
              <a:gd name="connsiteY1" fmla="*/ 3993463 h 3993463"/>
              <a:gd name="connsiteX2" fmla="*/ 9024769 w 10562333"/>
              <a:gd name="connsiteY2" fmla="*/ 3734563 h 3993463"/>
              <a:gd name="connsiteX3" fmla="*/ 2295230 w 10562333"/>
              <a:gd name="connsiteY3" fmla="*/ 3719707 h 3993463"/>
              <a:gd name="connsiteX4" fmla="*/ 1200558 w 10562333"/>
              <a:gd name="connsiteY4" fmla="*/ 2997907 h 3993463"/>
              <a:gd name="connsiteX5" fmla="*/ 0 w 10562333"/>
              <a:gd name="connsiteY5" fmla="*/ 3712996 h 3993463"/>
              <a:gd name="connsiteX6" fmla="*/ 0 w 10562333"/>
              <a:gd name="connsiteY6" fmla="*/ 0 h 3993463"/>
              <a:gd name="connsiteX7" fmla="*/ 10285606 w 10562333"/>
              <a:gd name="connsiteY7" fmla="*/ 418258 h 3993463"/>
              <a:gd name="connsiteX0" fmla="*/ 10559884 w 10562333"/>
              <a:gd name="connsiteY0" fmla="*/ 18474 h 3993463"/>
              <a:gd name="connsiteX1" fmla="*/ 10561079 w 10562333"/>
              <a:gd name="connsiteY1" fmla="*/ 3993463 h 3993463"/>
              <a:gd name="connsiteX2" fmla="*/ 9024769 w 10562333"/>
              <a:gd name="connsiteY2" fmla="*/ 3734563 h 3993463"/>
              <a:gd name="connsiteX3" fmla="*/ 2295230 w 10562333"/>
              <a:gd name="connsiteY3" fmla="*/ 3719707 h 3993463"/>
              <a:gd name="connsiteX4" fmla="*/ 1200558 w 10562333"/>
              <a:gd name="connsiteY4" fmla="*/ 2997907 h 3993463"/>
              <a:gd name="connsiteX5" fmla="*/ 0 w 10562333"/>
              <a:gd name="connsiteY5" fmla="*/ 3712996 h 3993463"/>
              <a:gd name="connsiteX6" fmla="*/ 0 w 10562333"/>
              <a:gd name="connsiteY6" fmla="*/ 0 h 3993463"/>
              <a:gd name="connsiteX7" fmla="*/ 9991611 w 10562333"/>
              <a:gd name="connsiteY7" fmla="*/ 56751 h 3993463"/>
              <a:gd name="connsiteX0" fmla="*/ 10559884 w 10562333"/>
              <a:gd name="connsiteY0" fmla="*/ 18474 h 3993463"/>
              <a:gd name="connsiteX1" fmla="*/ 10561079 w 10562333"/>
              <a:gd name="connsiteY1" fmla="*/ 3993463 h 3993463"/>
              <a:gd name="connsiteX2" fmla="*/ 9024769 w 10562333"/>
              <a:gd name="connsiteY2" fmla="*/ 3734563 h 3993463"/>
              <a:gd name="connsiteX3" fmla="*/ 2295230 w 10562333"/>
              <a:gd name="connsiteY3" fmla="*/ 3719707 h 3993463"/>
              <a:gd name="connsiteX4" fmla="*/ 1200558 w 10562333"/>
              <a:gd name="connsiteY4" fmla="*/ 2997907 h 3993463"/>
              <a:gd name="connsiteX5" fmla="*/ 0 w 10562333"/>
              <a:gd name="connsiteY5" fmla="*/ 3712996 h 3993463"/>
              <a:gd name="connsiteX6" fmla="*/ 0 w 10562333"/>
              <a:gd name="connsiteY6" fmla="*/ 0 h 3993463"/>
              <a:gd name="connsiteX0" fmla="*/ 10562333 w 10562846"/>
              <a:gd name="connsiteY0" fmla="*/ 0 h 3993463"/>
              <a:gd name="connsiteX1" fmla="*/ 10561079 w 10562846"/>
              <a:gd name="connsiteY1" fmla="*/ 3993463 h 3993463"/>
              <a:gd name="connsiteX2" fmla="*/ 9024769 w 10562846"/>
              <a:gd name="connsiteY2" fmla="*/ 3734563 h 3993463"/>
              <a:gd name="connsiteX3" fmla="*/ 2295230 w 10562846"/>
              <a:gd name="connsiteY3" fmla="*/ 3719707 h 3993463"/>
              <a:gd name="connsiteX4" fmla="*/ 1200558 w 10562846"/>
              <a:gd name="connsiteY4" fmla="*/ 2997907 h 3993463"/>
              <a:gd name="connsiteX5" fmla="*/ 0 w 10562846"/>
              <a:gd name="connsiteY5" fmla="*/ 3712996 h 3993463"/>
              <a:gd name="connsiteX6" fmla="*/ 0 w 10562846"/>
              <a:gd name="connsiteY6" fmla="*/ 0 h 3993463"/>
              <a:gd name="connsiteX0" fmla="*/ 10562333 w 10562846"/>
              <a:gd name="connsiteY0" fmla="*/ 0 h 3993463"/>
              <a:gd name="connsiteX1" fmla="*/ 10561079 w 10562846"/>
              <a:gd name="connsiteY1" fmla="*/ 3993463 h 3993463"/>
              <a:gd name="connsiteX2" fmla="*/ 9024769 w 10562846"/>
              <a:gd name="connsiteY2" fmla="*/ 3734563 h 3993463"/>
              <a:gd name="connsiteX3" fmla="*/ 2295230 w 10562846"/>
              <a:gd name="connsiteY3" fmla="*/ 3719707 h 3993463"/>
              <a:gd name="connsiteX4" fmla="*/ 1200558 w 10562846"/>
              <a:gd name="connsiteY4" fmla="*/ 2997907 h 3993463"/>
              <a:gd name="connsiteX5" fmla="*/ 2449 w 10562846"/>
              <a:gd name="connsiteY5" fmla="*/ 3734261 h 3993463"/>
              <a:gd name="connsiteX6" fmla="*/ 0 w 10562846"/>
              <a:gd name="connsiteY6" fmla="*/ 0 h 3993463"/>
              <a:gd name="connsiteX0" fmla="*/ 10562334 w 10562847"/>
              <a:gd name="connsiteY0" fmla="*/ 1074357 h 5067820"/>
              <a:gd name="connsiteX1" fmla="*/ 10561080 w 10562847"/>
              <a:gd name="connsiteY1" fmla="*/ 5067820 h 5067820"/>
              <a:gd name="connsiteX2" fmla="*/ 9024770 w 10562847"/>
              <a:gd name="connsiteY2" fmla="*/ 4808920 h 5067820"/>
              <a:gd name="connsiteX3" fmla="*/ 2295231 w 10562847"/>
              <a:gd name="connsiteY3" fmla="*/ 4794064 h 5067820"/>
              <a:gd name="connsiteX4" fmla="*/ 1200559 w 10562847"/>
              <a:gd name="connsiteY4" fmla="*/ 4072264 h 5067820"/>
              <a:gd name="connsiteX5" fmla="*/ 2450 w 10562847"/>
              <a:gd name="connsiteY5" fmla="*/ 4808618 h 5067820"/>
              <a:gd name="connsiteX6" fmla="*/ 0 w 10562847"/>
              <a:gd name="connsiteY6" fmla="*/ 0 h 5067820"/>
              <a:gd name="connsiteX0" fmla="*/ 10562847 w 10563360"/>
              <a:gd name="connsiteY0" fmla="*/ 0 h 5067820"/>
              <a:gd name="connsiteX1" fmla="*/ 10561080 w 10563360"/>
              <a:gd name="connsiteY1" fmla="*/ 5067820 h 5067820"/>
              <a:gd name="connsiteX2" fmla="*/ 9024770 w 10563360"/>
              <a:gd name="connsiteY2" fmla="*/ 4808920 h 5067820"/>
              <a:gd name="connsiteX3" fmla="*/ 2295231 w 10563360"/>
              <a:gd name="connsiteY3" fmla="*/ 4794064 h 5067820"/>
              <a:gd name="connsiteX4" fmla="*/ 1200559 w 10563360"/>
              <a:gd name="connsiteY4" fmla="*/ 4072264 h 5067820"/>
              <a:gd name="connsiteX5" fmla="*/ 2450 w 10563360"/>
              <a:gd name="connsiteY5" fmla="*/ 4808618 h 5067820"/>
              <a:gd name="connsiteX6" fmla="*/ 0 w 10563360"/>
              <a:gd name="connsiteY6" fmla="*/ 0 h 5067820"/>
              <a:gd name="connsiteX0" fmla="*/ 10562847 w 10563360"/>
              <a:gd name="connsiteY0" fmla="*/ 0 h 5067820"/>
              <a:gd name="connsiteX1" fmla="*/ 10561080 w 10563360"/>
              <a:gd name="connsiteY1" fmla="*/ 5067820 h 5067820"/>
              <a:gd name="connsiteX2" fmla="*/ 9024770 w 10563360"/>
              <a:gd name="connsiteY2" fmla="*/ 4808920 h 5067820"/>
              <a:gd name="connsiteX3" fmla="*/ 2295231 w 10563360"/>
              <a:gd name="connsiteY3" fmla="*/ 4794064 h 5067820"/>
              <a:gd name="connsiteX4" fmla="*/ 1200559 w 10563360"/>
              <a:gd name="connsiteY4" fmla="*/ 4072264 h 5067820"/>
              <a:gd name="connsiteX5" fmla="*/ 514 w 10563360"/>
              <a:gd name="connsiteY5" fmla="*/ 4819150 h 5067820"/>
              <a:gd name="connsiteX6" fmla="*/ 0 w 10563360"/>
              <a:gd name="connsiteY6" fmla="*/ 0 h 5067820"/>
              <a:gd name="connsiteX0" fmla="*/ 10562847 w 10564614"/>
              <a:gd name="connsiteY0" fmla="*/ 0 h 5152083"/>
              <a:gd name="connsiteX1" fmla="*/ 10563360 w 10564614"/>
              <a:gd name="connsiteY1" fmla="*/ 5152083 h 5152083"/>
              <a:gd name="connsiteX2" fmla="*/ 9024770 w 10564614"/>
              <a:gd name="connsiteY2" fmla="*/ 4808920 h 5152083"/>
              <a:gd name="connsiteX3" fmla="*/ 2295231 w 10564614"/>
              <a:gd name="connsiteY3" fmla="*/ 4794064 h 5152083"/>
              <a:gd name="connsiteX4" fmla="*/ 1200559 w 10564614"/>
              <a:gd name="connsiteY4" fmla="*/ 4072264 h 5152083"/>
              <a:gd name="connsiteX5" fmla="*/ 514 w 10564614"/>
              <a:gd name="connsiteY5" fmla="*/ 4819150 h 5152083"/>
              <a:gd name="connsiteX6" fmla="*/ 0 w 10564614"/>
              <a:gd name="connsiteY6" fmla="*/ 0 h 5152083"/>
              <a:gd name="connsiteX0" fmla="*/ 10562847 w 10564614"/>
              <a:gd name="connsiteY0" fmla="*/ 0 h 5183681"/>
              <a:gd name="connsiteX1" fmla="*/ 10563360 w 10564614"/>
              <a:gd name="connsiteY1" fmla="*/ 5183681 h 5183681"/>
              <a:gd name="connsiteX2" fmla="*/ 9024770 w 10564614"/>
              <a:gd name="connsiteY2" fmla="*/ 4808920 h 5183681"/>
              <a:gd name="connsiteX3" fmla="*/ 2295231 w 10564614"/>
              <a:gd name="connsiteY3" fmla="*/ 4794064 h 5183681"/>
              <a:gd name="connsiteX4" fmla="*/ 1200559 w 10564614"/>
              <a:gd name="connsiteY4" fmla="*/ 4072264 h 5183681"/>
              <a:gd name="connsiteX5" fmla="*/ 514 w 10564614"/>
              <a:gd name="connsiteY5" fmla="*/ 4819150 h 5183681"/>
              <a:gd name="connsiteX6" fmla="*/ 0 w 10564614"/>
              <a:gd name="connsiteY6" fmla="*/ 0 h 5183681"/>
              <a:gd name="connsiteX0" fmla="*/ 10562847 w 10564614"/>
              <a:gd name="connsiteY0" fmla="*/ 0 h 5657661"/>
              <a:gd name="connsiteX1" fmla="*/ 10563360 w 10564614"/>
              <a:gd name="connsiteY1" fmla="*/ 5657661 h 5657661"/>
              <a:gd name="connsiteX2" fmla="*/ 9024770 w 10564614"/>
              <a:gd name="connsiteY2" fmla="*/ 4808920 h 5657661"/>
              <a:gd name="connsiteX3" fmla="*/ 2295231 w 10564614"/>
              <a:gd name="connsiteY3" fmla="*/ 4794064 h 5657661"/>
              <a:gd name="connsiteX4" fmla="*/ 1200559 w 10564614"/>
              <a:gd name="connsiteY4" fmla="*/ 4072264 h 5657661"/>
              <a:gd name="connsiteX5" fmla="*/ 514 w 10564614"/>
              <a:gd name="connsiteY5" fmla="*/ 4819150 h 5657661"/>
              <a:gd name="connsiteX6" fmla="*/ 0 w 10564614"/>
              <a:gd name="connsiteY6" fmla="*/ 0 h 5657661"/>
              <a:gd name="connsiteX0" fmla="*/ 10562847 w 10564614"/>
              <a:gd name="connsiteY0" fmla="*/ 0 h 5657661"/>
              <a:gd name="connsiteX1" fmla="*/ 10563360 w 10564614"/>
              <a:gd name="connsiteY1" fmla="*/ 5657661 h 5657661"/>
              <a:gd name="connsiteX2" fmla="*/ 9024770 w 10564614"/>
              <a:gd name="connsiteY2" fmla="*/ 4808920 h 5657661"/>
              <a:gd name="connsiteX3" fmla="*/ 2295231 w 10564614"/>
              <a:gd name="connsiteY3" fmla="*/ 4794064 h 5657661"/>
              <a:gd name="connsiteX4" fmla="*/ 1200559 w 10564614"/>
              <a:gd name="connsiteY4" fmla="*/ 4072264 h 5657661"/>
              <a:gd name="connsiteX5" fmla="*/ 514 w 10564614"/>
              <a:gd name="connsiteY5" fmla="*/ 4819150 h 5657661"/>
              <a:gd name="connsiteX6" fmla="*/ 0 w 10564614"/>
              <a:gd name="connsiteY6" fmla="*/ 0 h 5657661"/>
              <a:gd name="connsiteX0" fmla="*/ 10562847 w 10564614"/>
              <a:gd name="connsiteY0" fmla="*/ 0 h 5657661"/>
              <a:gd name="connsiteX1" fmla="*/ 10563360 w 10564614"/>
              <a:gd name="connsiteY1" fmla="*/ 5657661 h 5657661"/>
              <a:gd name="connsiteX2" fmla="*/ 9024770 w 10564614"/>
              <a:gd name="connsiteY2" fmla="*/ 4808920 h 5657661"/>
              <a:gd name="connsiteX3" fmla="*/ 2295231 w 10564614"/>
              <a:gd name="connsiteY3" fmla="*/ 4794064 h 5657661"/>
              <a:gd name="connsiteX4" fmla="*/ 1200559 w 10564614"/>
              <a:gd name="connsiteY4" fmla="*/ 4072264 h 5657661"/>
              <a:gd name="connsiteX5" fmla="*/ 514 w 10564614"/>
              <a:gd name="connsiteY5" fmla="*/ 4819150 h 5657661"/>
              <a:gd name="connsiteX6" fmla="*/ 0 w 10564614"/>
              <a:gd name="connsiteY6" fmla="*/ 0 h 5657661"/>
              <a:gd name="connsiteX0" fmla="*/ 10562847 w 10564614"/>
              <a:gd name="connsiteY0" fmla="*/ 0 h 5657661"/>
              <a:gd name="connsiteX1" fmla="*/ 10563360 w 10564614"/>
              <a:gd name="connsiteY1" fmla="*/ 5657661 h 5657661"/>
              <a:gd name="connsiteX2" fmla="*/ 9024770 w 10564614"/>
              <a:gd name="connsiteY2" fmla="*/ 4808920 h 5657661"/>
              <a:gd name="connsiteX3" fmla="*/ 2295231 w 10564614"/>
              <a:gd name="connsiteY3" fmla="*/ 4794064 h 5657661"/>
              <a:gd name="connsiteX4" fmla="*/ 1200559 w 10564614"/>
              <a:gd name="connsiteY4" fmla="*/ 4072264 h 5657661"/>
              <a:gd name="connsiteX5" fmla="*/ 514 w 10564614"/>
              <a:gd name="connsiteY5" fmla="*/ 4819150 h 5657661"/>
              <a:gd name="connsiteX6" fmla="*/ 0 w 10564614"/>
              <a:gd name="connsiteY6" fmla="*/ 0 h 5657661"/>
              <a:gd name="connsiteX0" fmla="*/ 10562847 w 10564614"/>
              <a:gd name="connsiteY0" fmla="*/ 0 h 5657661"/>
              <a:gd name="connsiteX1" fmla="*/ 10563360 w 10564614"/>
              <a:gd name="connsiteY1" fmla="*/ 5657661 h 5657661"/>
              <a:gd name="connsiteX2" fmla="*/ 9024770 w 10564614"/>
              <a:gd name="connsiteY2" fmla="*/ 4808920 h 5657661"/>
              <a:gd name="connsiteX3" fmla="*/ 2295231 w 10564614"/>
              <a:gd name="connsiteY3" fmla="*/ 4794064 h 5657661"/>
              <a:gd name="connsiteX4" fmla="*/ 1200559 w 10564614"/>
              <a:gd name="connsiteY4" fmla="*/ 4072264 h 5657661"/>
              <a:gd name="connsiteX5" fmla="*/ 514 w 10564614"/>
              <a:gd name="connsiteY5" fmla="*/ 4787552 h 5657661"/>
              <a:gd name="connsiteX6" fmla="*/ 0 w 10564614"/>
              <a:gd name="connsiteY6" fmla="*/ 0 h 5657661"/>
              <a:gd name="connsiteX0" fmla="*/ 10562847 w 10564614"/>
              <a:gd name="connsiteY0" fmla="*/ 0 h 5657661"/>
              <a:gd name="connsiteX1" fmla="*/ 10563360 w 10564614"/>
              <a:gd name="connsiteY1" fmla="*/ 5657661 h 5657661"/>
              <a:gd name="connsiteX2" fmla="*/ 9024770 w 10564614"/>
              <a:gd name="connsiteY2" fmla="*/ 4808920 h 5657661"/>
              <a:gd name="connsiteX3" fmla="*/ 2295231 w 10564614"/>
              <a:gd name="connsiteY3" fmla="*/ 4794064 h 5657661"/>
              <a:gd name="connsiteX4" fmla="*/ 1200559 w 10564614"/>
              <a:gd name="connsiteY4" fmla="*/ 4072264 h 5657661"/>
              <a:gd name="connsiteX5" fmla="*/ 514 w 10564614"/>
              <a:gd name="connsiteY5" fmla="*/ 4798085 h 5657661"/>
              <a:gd name="connsiteX6" fmla="*/ 0 w 10564614"/>
              <a:gd name="connsiteY6" fmla="*/ 0 h 5657661"/>
              <a:gd name="connsiteX0" fmla="*/ 10562847 w 10564614"/>
              <a:gd name="connsiteY0" fmla="*/ 0 h 5657661"/>
              <a:gd name="connsiteX1" fmla="*/ 10563360 w 10564614"/>
              <a:gd name="connsiteY1" fmla="*/ 5657661 h 5657661"/>
              <a:gd name="connsiteX2" fmla="*/ 9024770 w 10564614"/>
              <a:gd name="connsiteY2" fmla="*/ 4808920 h 5657661"/>
              <a:gd name="connsiteX3" fmla="*/ 2295231 w 10564614"/>
              <a:gd name="connsiteY3" fmla="*/ 4794064 h 5657661"/>
              <a:gd name="connsiteX4" fmla="*/ 1200559 w 10564614"/>
              <a:gd name="connsiteY4" fmla="*/ 4072264 h 5657661"/>
              <a:gd name="connsiteX5" fmla="*/ 514 w 10564614"/>
              <a:gd name="connsiteY5" fmla="*/ 4798085 h 5657661"/>
              <a:gd name="connsiteX6" fmla="*/ 0 w 10564614"/>
              <a:gd name="connsiteY6" fmla="*/ 0 h 5657661"/>
              <a:gd name="connsiteX0" fmla="*/ 10562847 w 10564614"/>
              <a:gd name="connsiteY0" fmla="*/ 0 h 5657661"/>
              <a:gd name="connsiteX1" fmla="*/ 10563360 w 10564614"/>
              <a:gd name="connsiteY1" fmla="*/ 5657661 h 5657661"/>
              <a:gd name="connsiteX2" fmla="*/ 9024770 w 10564614"/>
              <a:gd name="connsiteY2" fmla="*/ 4808920 h 5657661"/>
              <a:gd name="connsiteX3" fmla="*/ 2295231 w 10564614"/>
              <a:gd name="connsiteY3" fmla="*/ 4794064 h 5657661"/>
              <a:gd name="connsiteX4" fmla="*/ 1200559 w 10564614"/>
              <a:gd name="connsiteY4" fmla="*/ 4072264 h 5657661"/>
              <a:gd name="connsiteX5" fmla="*/ 514 w 10564614"/>
              <a:gd name="connsiteY5" fmla="*/ 4798085 h 5657661"/>
              <a:gd name="connsiteX6" fmla="*/ 0 w 10564614"/>
              <a:gd name="connsiteY6" fmla="*/ 0 h 5657661"/>
              <a:gd name="connsiteX0" fmla="*/ 10562847 w 10564614"/>
              <a:gd name="connsiteY0" fmla="*/ 0 h 5657661"/>
              <a:gd name="connsiteX1" fmla="*/ 10563360 w 10564614"/>
              <a:gd name="connsiteY1" fmla="*/ 5657661 h 5657661"/>
              <a:gd name="connsiteX2" fmla="*/ 9024770 w 10564614"/>
              <a:gd name="connsiteY2" fmla="*/ 4808920 h 5657661"/>
              <a:gd name="connsiteX3" fmla="*/ 2295231 w 10564614"/>
              <a:gd name="connsiteY3" fmla="*/ 4794064 h 5657661"/>
              <a:gd name="connsiteX4" fmla="*/ 1200559 w 10564614"/>
              <a:gd name="connsiteY4" fmla="*/ 4072264 h 5657661"/>
              <a:gd name="connsiteX5" fmla="*/ 514 w 10564614"/>
              <a:gd name="connsiteY5" fmla="*/ 4798085 h 5657661"/>
              <a:gd name="connsiteX6" fmla="*/ 0 w 10564614"/>
              <a:gd name="connsiteY6" fmla="*/ 0 h 5657661"/>
              <a:gd name="connsiteX0" fmla="*/ 10562847 w 10564614"/>
              <a:gd name="connsiteY0" fmla="*/ 0 h 5657661"/>
              <a:gd name="connsiteX1" fmla="*/ 10563360 w 10564614"/>
              <a:gd name="connsiteY1" fmla="*/ 5657661 h 5657661"/>
              <a:gd name="connsiteX2" fmla="*/ 9024770 w 10564614"/>
              <a:gd name="connsiteY2" fmla="*/ 4808920 h 5657661"/>
              <a:gd name="connsiteX3" fmla="*/ 2295231 w 10564614"/>
              <a:gd name="connsiteY3" fmla="*/ 4794064 h 5657661"/>
              <a:gd name="connsiteX4" fmla="*/ 1200559 w 10564614"/>
              <a:gd name="connsiteY4" fmla="*/ 4072264 h 5657661"/>
              <a:gd name="connsiteX5" fmla="*/ 514 w 10564614"/>
              <a:gd name="connsiteY5" fmla="*/ 4798085 h 5657661"/>
              <a:gd name="connsiteX6" fmla="*/ 0 w 10564614"/>
              <a:gd name="connsiteY6" fmla="*/ 0 h 5657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564614" h="5657661">
                <a:moveTo>
                  <a:pt x="10562847" y="0"/>
                </a:moveTo>
                <a:cubicBezTo>
                  <a:pt x="10563360" y="67600"/>
                  <a:pt x="10564614" y="5614246"/>
                  <a:pt x="10563360" y="5657661"/>
                </a:cubicBezTo>
                <a:cubicBezTo>
                  <a:pt x="10190941" y="4920324"/>
                  <a:pt x="9462356" y="4792975"/>
                  <a:pt x="9024770" y="4808920"/>
                </a:cubicBezTo>
                <a:lnTo>
                  <a:pt x="2295231" y="4794064"/>
                </a:lnTo>
                <a:cubicBezTo>
                  <a:pt x="1854598" y="4794612"/>
                  <a:pt x="1423669" y="4544310"/>
                  <a:pt x="1200559" y="4072264"/>
                </a:cubicBezTo>
                <a:cubicBezTo>
                  <a:pt x="965203" y="4750718"/>
                  <a:pt x="279154" y="4797207"/>
                  <a:pt x="514" y="4798085"/>
                </a:cubicBezTo>
                <a:cubicBezTo>
                  <a:pt x="2581" y="4762572"/>
                  <a:pt x="1272" y="95582"/>
                  <a:pt x="0" y="0"/>
                </a:cubicBezTo>
              </a:path>
            </a:pathLst>
          </a:custGeom>
          <a:gradFill flip="none" rotWithShape="1">
            <a:gsLst>
              <a:gs pos="0">
                <a:srgbClr val="005B7C"/>
              </a:gs>
              <a:gs pos="50000">
                <a:srgbClr val="0085B3"/>
              </a:gs>
              <a:gs pos="100000">
                <a:srgbClr val="00A0D6"/>
              </a:gs>
            </a:gsLst>
            <a:lin ang="18900000" scaled="1"/>
            <a:tileRect/>
          </a:gradFill>
          <a:ln w="12700" cmpd="sng" algn="ctr">
            <a:noFill/>
            <a:miter lim="800000"/>
            <a:headEnd/>
            <a:tailEnd/>
          </a:ln>
          <a:effectLst>
            <a:outerShdw blurRad="41275" dist="38100" dir="5400000" algn="t" rotWithShape="0">
              <a:schemeClr val="bg1">
                <a:lumMod val="65000"/>
                <a:alpha val="25000"/>
              </a:schemeClr>
            </a:outerShdw>
          </a:effectLst>
        </p:spPr>
        <p:txBody>
          <a:bodyPr wrap="square" lIns="28173" tIns="36624" rIns="28173" bIns="36624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 sz="900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pic>
        <p:nvPicPr>
          <p:cNvPr id="9" name="Picture 104" descr="C:\Users\UserSim\Desktop\Capgemini\moto.emf"/>
          <p:cNvPicPr>
            <a:picLocks noChangeAspect="1" noChangeArrowheads="1"/>
          </p:cNvPicPr>
          <p:nvPr>
            <p:custDataLst>
              <p:tags r:id="rId7"/>
            </p:custDataLst>
          </p:nvPr>
        </p:nvPicPr>
        <p:blipFill>
          <a:blip r:embed="rId16" cstate="email"/>
          <a:srcRect/>
          <a:stretch>
            <a:fillRect/>
          </a:stretch>
        </p:blipFill>
        <p:spPr bwMode="auto">
          <a:xfrm>
            <a:off x="5914038" y="906941"/>
            <a:ext cx="2658462" cy="172015"/>
          </a:xfrm>
          <a:prstGeom prst="rect">
            <a:avLst/>
          </a:prstGeom>
          <a:noFill/>
        </p:spPr>
      </p:pic>
      <p:sp>
        <p:nvSpPr>
          <p:cNvPr id="15" name="Rectangle 14"/>
          <p:cNvSpPr/>
          <p:nvPr>
            <p:custDataLst>
              <p:tags r:id="rId8"/>
            </p:custDataLst>
          </p:nvPr>
        </p:nvSpPr>
        <p:spPr>
          <a:xfrm>
            <a:off x="6419731" y="4055244"/>
            <a:ext cx="2152769" cy="323567"/>
          </a:xfrm>
          <a:prstGeom prst="rect">
            <a:avLst/>
          </a:prstGeom>
        </p:spPr>
        <p:txBody>
          <a:bodyPr wrap="none" lIns="0" tIns="30679" rIns="0" bIns="30679" anchor="b" anchorCtr="0">
            <a:spAutoFit/>
          </a:bodyPr>
          <a:lstStyle/>
          <a:p>
            <a:pPr algn="r"/>
            <a:r>
              <a:rPr lang="en-US" sz="17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www.capgemini.com</a:t>
            </a:r>
          </a:p>
        </p:txBody>
      </p:sp>
      <p:pic>
        <p:nvPicPr>
          <p:cNvPr id="16" name="Picture 3" descr="C:\Users\UserSim\Desktop\DS_icons\128x128 shadows\facebook.png">
            <a:hlinkClick r:id="rId17"/>
          </p:cNvPr>
          <p:cNvPicPr>
            <a:picLocks noChangeAspect="1" noChangeArrowheads="1"/>
          </p:cNvPicPr>
          <p:nvPr>
            <p:custDataLst>
              <p:tags r:id="rId9"/>
            </p:custDataLst>
          </p:nvPr>
        </p:nvPicPr>
        <p:blipFill>
          <a:blip r:embed="rId18" cstate="email"/>
          <a:srcRect/>
          <a:stretch>
            <a:fillRect/>
          </a:stretch>
        </p:blipFill>
        <p:spPr bwMode="auto">
          <a:xfrm>
            <a:off x="7098349" y="4449410"/>
            <a:ext cx="256821" cy="197828"/>
          </a:xfrm>
          <a:prstGeom prst="rect">
            <a:avLst/>
          </a:prstGeom>
          <a:noFill/>
        </p:spPr>
      </p:pic>
      <p:pic>
        <p:nvPicPr>
          <p:cNvPr id="17" name="Picture 4" descr="C:\Users\UserSim\Desktop\DS_icons\128x128 shadows\linkedin.png">
            <a:hlinkClick r:id="rId19"/>
          </p:cNvPr>
          <p:cNvPicPr>
            <a:picLocks noChangeAspect="1" noChangeArrowheads="1"/>
          </p:cNvPicPr>
          <p:nvPr>
            <p:custDataLst>
              <p:tags r:id="rId10"/>
            </p:custDataLst>
          </p:nvPr>
        </p:nvPicPr>
        <p:blipFill>
          <a:blip r:embed="rId20" cstate="email"/>
          <a:srcRect/>
          <a:stretch>
            <a:fillRect/>
          </a:stretch>
        </p:blipFill>
        <p:spPr bwMode="auto">
          <a:xfrm>
            <a:off x="7407960" y="4449410"/>
            <a:ext cx="259674" cy="200025"/>
          </a:xfrm>
          <a:prstGeom prst="rect">
            <a:avLst/>
          </a:prstGeom>
          <a:noFill/>
        </p:spPr>
      </p:pic>
      <p:pic>
        <p:nvPicPr>
          <p:cNvPr id="18" name="Picture 5" descr="C:\Users\UserSim\Desktop\DS_icons\128x128 shadows\twitter.png">
            <a:hlinkClick r:id="rId21"/>
          </p:cNvPr>
          <p:cNvPicPr>
            <a:picLocks noChangeAspect="1" noChangeArrowheads="1"/>
          </p:cNvPicPr>
          <p:nvPr>
            <p:custDataLst>
              <p:tags r:id="rId11"/>
            </p:custDataLst>
          </p:nvPr>
        </p:nvPicPr>
        <p:blipFill>
          <a:blip r:embed="rId22" cstate="email"/>
          <a:srcRect/>
          <a:stretch>
            <a:fillRect/>
          </a:stretch>
        </p:blipFill>
        <p:spPr bwMode="auto">
          <a:xfrm>
            <a:off x="7988626" y="4449410"/>
            <a:ext cx="259674" cy="200025"/>
          </a:xfrm>
          <a:prstGeom prst="rect">
            <a:avLst/>
          </a:prstGeom>
          <a:noFill/>
        </p:spPr>
      </p:pic>
      <p:pic>
        <p:nvPicPr>
          <p:cNvPr id="19" name="Picture 6" descr="C:\Users\UserSim\Desktop\DS_icons\128x128 shadows\youtube.png">
            <a:hlinkClick r:id="rId23"/>
          </p:cNvPr>
          <p:cNvPicPr>
            <a:picLocks noChangeAspect="1" noChangeArrowheads="1"/>
          </p:cNvPicPr>
          <p:nvPr>
            <p:custDataLst>
              <p:tags r:id="rId12"/>
            </p:custDataLst>
          </p:nvPr>
        </p:nvPicPr>
        <p:blipFill>
          <a:blip r:embed="rId24" cstate="email"/>
          <a:srcRect/>
          <a:stretch>
            <a:fillRect/>
          </a:stretch>
        </p:blipFill>
        <p:spPr bwMode="auto">
          <a:xfrm>
            <a:off x="8301091" y="4449410"/>
            <a:ext cx="259674" cy="200025"/>
          </a:xfrm>
          <a:prstGeom prst="rect">
            <a:avLst/>
          </a:prstGeom>
          <a:noFill/>
        </p:spPr>
      </p:pic>
      <p:pic>
        <p:nvPicPr>
          <p:cNvPr id="20" name="Image 22" descr="Picto_Slideshare.gif">
            <a:hlinkClick r:id="rId25"/>
          </p:cNvPr>
          <p:cNvPicPr preferRelativeResize="0">
            <a:picLocks/>
          </p:cNvPicPr>
          <p:nvPr>
            <p:custDataLst>
              <p:tags r:id="rId13"/>
            </p:custDataLst>
          </p:nvPr>
        </p:nvPicPr>
        <p:blipFill>
          <a:blip r:embed="rId26" cstate="email"/>
          <a:srcRect l="4793" t="6316" r="5718" b="7969"/>
          <a:stretch>
            <a:fillRect/>
          </a:stretch>
        </p:blipFill>
        <p:spPr>
          <a:xfrm>
            <a:off x="7720424" y="4449411"/>
            <a:ext cx="215411" cy="178594"/>
          </a:xfrm>
          <a:prstGeom prst="roundRect">
            <a:avLst/>
          </a:prstGeom>
          <a:effectLst>
            <a:outerShdw blurRad="38100" dist="25400" dir="5400000" sx="98000" sy="98000" algn="t" rotWithShape="0">
              <a:schemeClr val="tx2">
                <a:alpha val="51000"/>
              </a:schemeClr>
            </a:outerShdw>
          </a:effectLst>
        </p:spPr>
      </p:pic>
      <p:pic>
        <p:nvPicPr>
          <p:cNvPr id="13" name="Image 12" descr="Capgemini_logo.jpg"/>
          <p:cNvPicPr>
            <a:picLocks noChangeAspect="1"/>
          </p:cNvPicPr>
          <p:nvPr/>
        </p:nvPicPr>
        <p:blipFill>
          <a:blip r:embed="rId27" cstate="print"/>
          <a:stretch>
            <a:fillRect/>
          </a:stretch>
        </p:blipFill>
        <p:spPr>
          <a:xfrm>
            <a:off x="690062" y="761224"/>
            <a:ext cx="2658462" cy="51453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</p:sldLayoutIdLst>
  <p:hf hdr="0" ftr="0" dt="0"/>
  <p:txStyles>
    <p:titleStyle>
      <a:lvl1pPr algn="ctr" defTabSz="715587" rtl="0" eaLnBrk="1" latinLnBrk="0" hangingPunct="1">
        <a:spcBef>
          <a:spcPct val="0"/>
        </a:spcBef>
        <a:buNone/>
        <a:defRPr sz="3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8345" indent="-268345" algn="l" defTabSz="715587" rtl="0" eaLnBrk="1" latinLnBrk="0" hangingPunct="1">
        <a:spcBef>
          <a:spcPct val="20000"/>
        </a:spcBef>
        <a:buFont typeface="Arial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1pPr>
      <a:lvl2pPr marL="581414" indent="-223621" algn="l" defTabSz="715587" rtl="0" eaLnBrk="1" latinLnBrk="0" hangingPunct="1">
        <a:spcBef>
          <a:spcPct val="20000"/>
        </a:spcBef>
        <a:buFont typeface="Arial" pitchFamily="34" charset="0"/>
        <a:buChar char="–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894484" indent="-178896" algn="l" defTabSz="715587" rtl="0" eaLnBrk="1" latinLnBrk="0" hangingPunct="1">
        <a:spcBef>
          <a:spcPct val="20000"/>
        </a:spcBef>
        <a:buFont typeface="Arial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252277" indent="-178896" algn="l" defTabSz="715587" rtl="0" eaLnBrk="1" latinLnBrk="0" hangingPunct="1">
        <a:spcBef>
          <a:spcPct val="20000"/>
        </a:spcBef>
        <a:buFont typeface="Arial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610070" indent="-178896" algn="l" defTabSz="715587" rtl="0" eaLnBrk="1" latinLnBrk="0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67864" indent="-178896" algn="l" defTabSz="715587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325657" indent="-178896" algn="l" defTabSz="715587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83451" indent="-178896" algn="l" defTabSz="715587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1244" indent="-178896" algn="l" defTabSz="715587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71558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57794" algn="l" defTabSz="71558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715587" algn="l" defTabSz="71558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73380" algn="l" defTabSz="71558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431174" algn="l" defTabSz="71558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88967" algn="l" defTabSz="71558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146761" algn="l" defTabSz="71558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504554" algn="l" defTabSz="71558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862347" algn="l" defTabSz="71558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32.xml"/><Relationship Id="rId1" Type="http://schemas.openxmlformats.org/officeDocument/2006/relationships/tags" Target="../tags/tag3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5.xml"/><Relationship Id="rId1" Type="http://schemas.openxmlformats.org/officeDocument/2006/relationships/themeOverride" Target="../theme/themeOverride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5.xml"/><Relationship Id="rId1" Type="http://schemas.openxmlformats.org/officeDocument/2006/relationships/themeOverride" Target="../theme/themeOverride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5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5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4943238" y="2208806"/>
            <a:ext cx="4915261" cy="823618"/>
          </a:xfrm>
        </p:spPr>
        <p:txBody>
          <a:bodyPr vert="horz" lIns="0" tIns="28173" rIns="28173" bIns="28173" rtlCol="0" anchor="t">
            <a:noAutofit/>
          </a:bodyPr>
          <a:lstStyle>
            <a:lvl1pPr marL="0" indent="0" algn="l" defTabSz="914342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lang="en-US" sz="4400" b="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Advanced PLSQL</a:t>
            </a:r>
          </a:p>
        </p:txBody>
      </p:sp>
      <p:sp>
        <p:nvSpPr>
          <p:cNvPr id="5" name="Subtitle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4940137" y="3324784"/>
            <a:ext cx="4918363" cy="710813"/>
          </a:xfrm>
        </p:spPr>
        <p:txBody>
          <a:bodyPr lIns="0" tIns="28173" rIns="28173" bIns="28173"/>
          <a:lstStyle>
            <a:lvl1pPr marL="0" indent="0" algn="l">
              <a:buNone/>
              <a:defRPr sz="2200" b="0">
                <a:solidFill>
                  <a:schemeClr val="tx1"/>
                </a:solidFill>
              </a:defRPr>
            </a:lvl1pPr>
            <a:lvl2pPr marL="4571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4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6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8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1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3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z="2000" dirty="0" err="1"/>
              <a:t>Lesson</a:t>
            </a:r>
            <a:r>
              <a:rPr lang="fr-FR" sz="2000" dirty="0"/>
              <a:t>  –  Object-Types and Collections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/>
          </p:cNvSpPr>
          <p:nvPr/>
        </p:nvSpPr>
        <p:spPr bwMode="auto">
          <a:xfrm>
            <a:off x="390525" y="129781"/>
            <a:ext cx="8153400" cy="5369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0" hangingPunct="0">
              <a:lnSpc>
                <a:spcPct val="80000"/>
              </a:lnSpc>
            </a:pPr>
            <a:r>
              <a:rPr lang="en-US" sz="2800" b="1" dirty="0">
                <a:latin typeface="Candara"/>
                <a:ea typeface="+mj-ea"/>
                <a:cs typeface="Arial" pitchFamily="34" charset="0"/>
              </a:rPr>
              <a:t>Lesson Objectives</a:t>
            </a:r>
          </a:p>
        </p:txBody>
      </p:sp>
      <p:sp>
        <p:nvSpPr>
          <p:cNvPr id="5123" name="Content Placeholder 12"/>
          <p:cNvSpPr>
            <a:spLocks/>
          </p:cNvSpPr>
          <p:nvPr/>
        </p:nvSpPr>
        <p:spPr bwMode="auto">
          <a:xfrm>
            <a:off x="319088" y="925116"/>
            <a:ext cx="6157912" cy="37707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r>
              <a:rPr lang="en-US" dirty="0"/>
              <a:t>On completion of this lesson on  Bulk-Operations, you will be able to:</a:t>
            </a:r>
          </a:p>
          <a:p>
            <a:pPr lvl="1"/>
            <a:r>
              <a:rPr lang="en-US" dirty="0"/>
              <a:t>Create and use Object-types </a:t>
            </a:r>
          </a:p>
          <a:p>
            <a:pPr lvl="1"/>
            <a:r>
              <a:rPr lang="en-US" dirty="0"/>
              <a:t>Understand collections and collection types</a:t>
            </a:r>
          </a:p>
          <a:p>
            <a:pPr lvl="1"/>
            <a:r>
              <a:rPr lang="en-US" dirty="0"/>
              <a:t>Use of Object-types and Collection-types</a:t>
            </a:r>
          </a:p>
          <a:p>
            <a:pPr lvl="1"/>
            <a:endParaRPr lang="en-US" dirty="0"/>
          </a:p>
        </p:txBody>
      </p:sp>
      <p:grpSp>
        <p:nvGrpSpPr>
          <p:cNvPr id="2" name="Group 17"/>
          <p:cNvGrpSpPr>
            <a:grpSpLocks/>
          </p:cNvGrpSpPr>
          <p:nvPr/>
        </p:nvGrpSpPr>
        <p:grpSpPr bwMode="auto">
          <a:xfrm>
            <a:off x="6934200" y="1182291"/>
            <a:ext cx="1716088" cy="1103709"/>
            <a:chOff x="4176" y="993"/>
            <a:chExt cx="1273" cy="1119"/>
          </a:xfrm>
        </p:grpSpPr>
        <p:sp>
          <p:nvSpPr>
            <p:cNvPr id="5125" name="Rectangle 14"/>
            <p:cNvSpPr>
              <a:spLocks noChangeArrowheads="1"/>
            </p:cNvSpPr>
            <p:nvPr/>
          </p:nvSpPr>
          <p:spPr bwMode="auto">
            <a:xfrm>
              <a:off x="4176" y="993"/>
              <a:ext cx="1273" cy="1119"/>
            </a:xfrm>
            <a:prstGeom prst="rect">
              <a:avLst/>
            </a:prstGeom>
            <a:solidFill>
              <a:srgbClr val="FFC979"/>
            </a:solidFill>
            <a:ln w="12700">
              <a:solidFill>
                <a:srgbClr val="408585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pic>
          <p:nvPicPr>
            <p:cNvPr id="5126" name="Picture 16" descr="objectives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4284" y="1080"/>
              <a:ext cx="1056" cy="9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  <p:extLst>
      <p:ext uri="{BB962C8B-B14F-4D97-AF65-F5344CB8AC3E}">
        <p14:creationId xmlns:p14="http://schemas.microsoft.com/office/powerpoint/2010/main" val="21053390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0675" y="926306"/>
            <a:ext cx="8300812" cy="3771900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An Object, such as car, an order, a person, etc has specific attributes and behaviors</a:t>
            </a:r>
          </a:p>
          <a:p>
            <a:pPr algn="just"/>
            <a:r>
              <a:rPr lang="en-US" dirty="0"/>
              <a:t>An Object-type is a user-defined composite data type</a:t>
            </a:r>
          </a:p>
          <a:p>
            <a:pPr algn="just"/>
            <a:r>
              <a:rPr lang="en-US" dirty="0"/>
              <a:t>It encapsulates a data structure along with the functions and procedures to manipulate the data</a:t>
            </a:r>
          </a:p>
          <a:p>
            <a:pPr algn="just"/>
            <a:r>
              <a:rPr lang="en-US" dirty="0"/>
              <a:t>The variables that make up the data structures are called attributes</a:t>
            </a:r>
          </a:p>
          <a:p>
            <a:pPr algn="just"/>
            <a:r>
              <a:rPr lang="en-US" dirty="0"/>
              <a:t>The functions and procedures that characterize the behavior are called member methods in PL/SQL</a:t>
            </a:r>
          </a:p>
          <a:p>
            <a:pPr marL="141626" lvl="3" indent="-141626" algn="just">
              <a:lnSpc>
                <a:spcPct val="100000"/>
              </a:lnSpc>
              <a:buClr>
                <a:schemeClr val="accent5"/>
              </a:buClr>
              <a:buNone/>
            </a:pPr>
            <a:endParaRPr lang="en-US" sz="1400" dirty="0">
              <a:ln>
                <a:solidFill>
                  <a:srgbClr val="00B0F0"/>
                </a:solidFill>
              </a:ln>
              <a:solidFill>
                <a:srgbClr val="00B0F0"/>
              </a:solidFill>
              <a:latin typeface="+mn-lt"/>
            </a:endParaRPr>
          </a:p>
        </p:txBody>
      </p:sp>
      <p:sp>
        <p:nvSpPr>
          <p:cNvPr id="6147" name="Rectangle 3"/>
          <p:cNvSpPr>
            <a:spLocks noGrp="1"/>
          </p:cNvSpPr>
          <p:nvPr>
            <p:ph type="title"/>
          </p:nvPr>
        </p:nvSpPr>
        <p:spPr>
          <a:xfrm>
            <a:off x="465138" y="98992"/>
            <a:ext cx="8153400" cy="536972"/>
          </a:xfrm>
          <a:noFill/>
        </p:spPr>
        <p:txBody>
          <a:bodyPr>
            <a:normAutofit fontScale="90000"/>
          </a:bodyPr>
          <a:lstStyle/>
          <a:p>
            <a:r>
              <a:rPr lang="en-US" sz="1400" b="1" dirty="0">
                <a:latin typeface="Candara"/>
              </a:rPr>
              <a:t>1.1: </a:t>
            </a:r>
            <a:r>
              <a:rPr lang="en-US" sz="1400" dirty="0">
                <a:latin typeface="Candara"/>
              </a:rPr>
              <a:t>Object Types					</a:t>
            </a:r>
            <a:br>
              <a:rPr lang="en-US" sz="1200" b="1" dirty="0">
                <a:latin typeface="Candara"/>
              </a:rPr>
            </a:br>
            <a:r>
              <a:rPr lang="en-US" dirty="0"/>
              <a:t>Working with Object Types</a:t>
            </a:r>
            <a:endParaRPr lang="en-US" sz="2400" b="1" dirty="0">
              <a:latin typeface="Candara"/>
            </a:endParaRPr>
          </a:p>
        </p:txBody>
      </p:sp>
    </p:spTree>
    <p:extLst>
      <p:ext uri="{BB962C8B-B14F-4D97-AF65-F5344CB8AC3E}">
        <p14:creationId xmlns:p14="http://schemas.microsoft.com/office/powerpoint/2010/main" val="11181558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0675" y="926306"/>
            <a:ext cx="8570662" cy="3771900"/>
          </a:xfrm>
        </p:spPr>
        <p:txBody>
          <a:bodyPr>
            <a:normAutofit/>
          </a:bodyPr>
          <a:lstStyle/>
          <a:p>
            <a:pPr marL="533400" indent="-533400" algn="just">
              <a:buNone/>
            </a:pPr>
            <a:r>
              <a:rPr lang="en-US" dirty="0"/>
              <a:t>Object Type Structure:</a:t>
            </a:r>
          </a:p>
          <a:p>
            <a:pPr marL="533400" indent="-533400" algn="just"/>
            <a:r>
              <a:rPr lang="en-US" dirty="0"/>
              <a:t>Like an Oracle database package, an object type has two parts:</a:t>
            </a:r>
          </a:p>
          <a:p>
            <a:pPr marL="914400" lvl="1" indent="-457200" algn="just">
              <a:buFontTx/>
              <a:buAutoNum type="arabicPeriod"/>
            </a:pPr>
            <a:r>
              <a:rPr lang="en-US" sz="1800" dirty="0">
                <a:solidFill>
                  <a:srgbClr val="CC3300"/>
                </a:solidFill>
              </a:rPr>
              <a:t>The object type specification:</a:t>
            </a:r>
            <a:r>
              <a:rPr lang="en-US" sz="1800" dirty="0"/>
              <a:t> </a:t>
            </a:r>
          </a:p>
          <a:p>
            <a:pPr marL="914400" lvl="1" indent="-457200" algn="just">
              <a:buNone/>
            </a:pPr>
            <a:r>
              <a:rPr lang="en-US" sz="1800" dirty="0"/>
              <a:t>	Is the interface to your applications. It declares the data structure (set of attributes) along with the operations (methods) to access, use, or manipulate the data. All declarations are public.</a:t>
            </a:r>
          </a:p>
          <a:p>
            <a:pPr marL="914400" lvl="1" indent="-457200" algn="just">
              <a:buFontTx/>
              <a:buAutoNum type="arabicPeriod" startAt="2"/>
            </a:pPr>
            <a:r>
              <a:rPr lang="en-US" sz="1800" dirty="0">
                <a:solidFill>
                  <a:srgbClr val="CC3300"/>
                </a:solidFill>
              </a:rPr>
              <a:t>The object type body:</a:t>
            </a:r>
            <a:r>
              <a:rPr lang="en-US" sz="1800" dirty="0"/>
              <a:t> </a:t>
            </a:r>
          </a:p>
          <a:p>
            <a:pPr marL="914400" lvl="1" indent="-457200" algn="just">
              <a:buNone/>
            </a:pPr>
            <a:r>
              <a:rPr lang="en-US" sz="1800" dirty="0"/>
              <a:t>	Implements the specification. It fully defines the methods.</a:t>
            </a:r>
          </a:p>
          <a:p>
            <a:pPr marL="914400" lvl="1" indent="-457200" algn="just">
              <a:buNone/>
            </a:pPr>
            <a:endParaRPr lang="en-US" sz="1800" dirty="0"/>
          </a:p>
          <a:p>
            <a:pPr algn="just"/>
            <a:r>
              <a:rPr lang="en-US" dirty="0">
                <a:cs typeface="Times New Roman" pitchFamily="18" charset="0"/>
              </a:rPr>
              <a:t>In object type specification, all attributes must be declared before any methods.</a:t>
            </a:r>
          </a:p>
          <a:p>
            <a:r>
              <a:rPr lang="en-US" dirty="0">
                <a:cs typeface="Times New Roman" pitchFamily="18" charset="0"/>
              </a:rPr>
              <a:t>You can not declare attributes in the object type body. </a:t>
            </a:r>
            <a:endParaRPr lang="en-US" dirty="0"/>
          </a:p>
          <a:p>
            <a:pPr marL="914400" lvl="1" indent="-457200" algn="just">
              <a:buNone/>
            </a:pPr>
            <a:endParaRPr lang="en-US" sz="1800" dirty="0"/>
          </a:p>
          <a:p>
            <a:pPr marL="907263" lvl="4" indent="-141626">
              <a:lnSpc>
                <a:spcPct val="110000"/>
              </a:lnSpc>
              <a:buClr>
                <a:schemeClr val="accent5"/>
              </a:buClr>
              <a:buNone/>
            </a:pPr>
            <a:endParaRPr lang="en-US" sz="1500" dirty="0">
              <a:ln>
                <a:solidFill>
                  <a:srgbClr val="00B0F0"/>
                </a:solidFill>
              </a:ln>
              <a:solidFill>
                <a:srgbClr val="00B0F0"/>
              </a:solidFill>
              <a:latin typeface="+mn-lt"/>
            </a:endParaRPr>
          </a:p>
        </p:txBody>
      </p:sp>
      <p:sp>
        <p:nvSpPr>
          <p:cNvPr id="6147" name="Rectangle 3"/>
          <p:cNvSpPr>
            <a:spLocks noGrp="1"/>
          </p:cNvSpPr>
          <p:nvPr>
            <p:ph type="title"/>
          </p:nvPr>
        </p:nvSpPr>
        <p:spPr>
          <a:xfrm>
            <a:off x="465138" y="98992"/>
            <a:ext cx="8153400" cy="536972"/>
          </a:xfrm>
          <a:noFill/>
        </p:spPr>
        <p:txBody>
          <a:bodyPr>
            <a:normAutofit/>
          </a:bodyPr>
          <a:lstStyle/>
          <a:p>
            <a:r>
              <a:rPr lang="en-US" sz="1400" b="1" dirty="0">
                <a:latin typeface="Candara"/>
              </a:rPr>
              <a:t>1.1: </a:t>
            </a:r>
            <a:r>
              <a:rPr lang="en-US" sz="1200" dirty="0">
                <a:latin typeface="Candara"/>
              </a:rPr>
              <a:t>Object Types 								……</a:t>
            </a:r>
            <a:r>
              <a:rPr lang="en-US" sz="1200" dirty="0" err="1">
                <a:latin typeface="Candara"/>
              </a:rPr>
              <a:t>contd</a:t>
            </a:r>
            <a:br>
              <a:rPr lang="en-US" sz="1200" b="1" dirty="0">
                <a:latin typeface="Candara"/>
              </a:rPr>
            </a:br>
            <a:r>
              <a:rPr lang="en-US" sz="2000" dirty="0"/>
              <a:t>Object-type Specification and Body</a:t>
            </a:r>
            <a:endParaRPr lang="en-US" sz="2400" b="1" dirty="0">
              <a:latin typeface="Candara"/>
            </a:endParaRPr>
          </a:p>
        </p:txBody>
      </p:sp>
    </p:spTree>
    <p:extLst>
      <p:ext uri="{BB962C8B-B14F-4D97-AF65-F5344CB8AC3E}">
        <p14:creationId xmlns:p14="http://schemas.microsoft.com/office/powerpoint/2010/main" val="11181558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0675" y="986588"/>
            <a:ext cx="8570662" cy="3711617"/>
          </a:xfrm>
        </p:spPr>
        <p:txBody>
          <a:bodyPr>
            <a:normAutofit lnSpcReduction="10000"/>
          </a:bodyPr>
          <a:lstStyle/>
          <a:p>
            <a:r>
              <a:rPr lang="en-US" dirty="0"/>
              <a:t>Syntax: Object Type Specification</a:t>
            </a:r>
          </a:p>
          <a:p>
            <a:pPr marL="141626" lvl="1" indent="-141626">
              <a:lnSpc>
                <a:spcPct val="80000"/>
              </a:lnSpc>
              <a:buClr>
                <a:schemeClr val="accent5"/>
              </a:buClr>
              <a:buNone/>
            </a:pPr>
            <a:r>
              <a:rPr lang="en-US" sz="1800" dirty="0"/>
              <a:t> 	</a:t>
            </a:r>
            <a:r>
              <a:rPr lang="en-US" sz="1200" dirty="0">
                <a:solidFill>
                  <a:srgbClr val="00B0F0"/>
                </a:solidFill>
              </a:rPr>
              <a:t>CREATE  [OR  REPLACE]  TYPE  </a:t>
            </a:r>
            <a:r>
              <a:rPr lang="en-US" sz="1200" dirty="0" err="1">
                <a:solidFill>
                  <a:srgbClr val="00B0F0"/>
                </a:solidFill>
              </a:rPr>
              <a:t>type_name</a:t>
            </a:r>
            <a:r>
              <a:rPr lang="en-US" sz="1200" dirty="0">
                <a:solidFill>
                  <a:srgbClr val="00B0F0"/>
                </a:solidFill>
              </a:rPr>
              <a:t>  IS/AS OBJECT</a:t>
            </a:r>
          </a:p>
          <a:p>
            <a:pPr marL="141626" lvl="1" indent="-141626">
              <a:lnSpc>
                <a:spcPct val="80000"/>
              </a:lnSpc>
              <a:buClr>
                <a:schemeClr val="accent5"/>
              </a:buClr>
              <a:buNone/>
            </a:pPr>
            <a:r>
              <a:rPr lang="en-US" sz="1200" dirty="0">
                <a:solidFill>
                  <a:srgbClr val="00B0F0"/>
                </a:solidFill>
              </a:rPr>
              <a:t>	(	attribute1      </a:t>
            </a:r>
            <a:r>
              <a:rPr lang="en-US" sz="1200" dirty="0" err="1">
                <a:solidFill>
                  <a:srgbClr val="00B0F0"/>
                </a:solidFill>
              </a:rPr>
              <a:t>datatype</a:t>
            </a:r>
            <a:r>
              <a:rPr lang="en-US" sz="1200" dirty="0">
                <a:solidFill>
                  <a:srgbClr val="00B0F0"/>
                </a:solidFill>
              </a:rPr>
              <a:t>,</a:t>
            </a:r>
          </a:p>
          <a:p>
            <a:pPr marL="141626" lvl="1" indent="-141626">
              <a:lnSpc>
                <a:spcPct val="80000"/>
              </a:lnSpc>
              <a:buClr>
                <a:schemeClr val="accent5"/>
              </a:buClr>
              <a:buNone/>
            </a:pPr>
            <a:r>
              <a:rPr lang="en-US" sz="1200" dirty="0">
                <a:solidFill>
                  <a:srgbClr val="00B0F0"/>
                </a:solidFill>
              </a:rPr>
              <a:t>  		attribute2	   </a:t>
            </a:r>
            <a:r>
              <a:rPr lang="en-US" sz="1200" dirty="0" err="1">
                <a:solidFill>
                  <a:srgbClr val="00B0F0"/>
                </a:solidFill>
              </a:rPr>
              <a:t>datatype</a:t>
            </a:r>
            <a:r>
              <a:rPr lang="en-US" sz="1200" dirty="0">
                <a:solidFill>
                  <a:srgbClr val="00B0F0"/>
                </a:solidFill>
              </a:rPr>
              <a:t>,</a:t>
            </a:r>
          </a:p>
          <a:p>
            <a:pPr marL="141626" lvl="1" indent="-141626">
              <a:lnSpc>
                <a:spcPct val="80000"/>
              </a:lnSpc>
              <a:buClr>
                <a:schemeClr val="accent5"/>
              </a:buClr>
              <a:buNone/>
            </a:pPr>
            <a:r>
              <a:rPr lang="en-US" sz="1200" dirty="0">
                <a:solidFill>
                  <a:srgbClr val="00B0F0"/>
                </a:solidFill>
              </a:rPr>
              <a:t>    --------</a:t>
            </a:r>
          </a:p>
          <a:p>
            <a:pPr marL="141626" lvl="1" indent="-141626">
              <a:lnSpc>
                <a:spcPct val="80000"/>
              </a:lnSpc>
              <a:buClr>
                <a:schemeClr val="accent5"/>
              </a:buClr>
              <a:buNone/>
            </a:pPr>
            <a:r>
              <a:rPr lang="en-US" sz="1200" dirty="0">
                <a:solidFill>
                  <a:srgbClr val="00B0F0"/>
                </a:solidFill>
              </a:rPr>
              <a:t>  		[MEMBER   procedure | function specification,</a:t>
            </a:r>
          </a:p>
          <a:p>
            <a:pPr marL="141626" lvl="1" indent="-141626">
              <a:lnSpc>
                <a:spcPct val="80000"/>
              </a:lnSpc>
              <a:buClr>
                <a:schemeClr val="accent5"/>
              </a:buClr>
              <a:buNone/>
            </a:pPr>
            <a:r>
              <a:rPr lang="en-US" sz="1200" dirty="0">
                <a:solidFill>
                  <a:srgbClr val="00B0F0"/>
                </a:solidFill>
              </a:rPr>
              <a:t>   		MEMBER   procedure | function specification]</a:t>
            </a:r>
          </a:p>
          <a:p>
            <a:pPr marL="141626" lvl="1" indent="-141626">
              <a:lnSpc>
                <a:spcPct val="80000"/>
              </a:lnSpc>
              <a:buClr>
                <a:schemeClr val="accent5"/>
              </a:buClr>
              <a:buNone/>
            </a:pPr>
            <a:r>
              <a:rPr lang="en-US" sz="1200" dirty="0">
                <a:solidFill>
                  <a:srgbClr val="00B0F0"/>
                </a:solidFill>
              </a:rPr>
              <a:t>	);</a:t>
            </a:r>
          </a:p>
          <a:p>
            <a:pPr marL="141626" lvl="1" indent="-141626">
              <a:lnSpc>
                <a:spcPct val="80000"/>
              </a:lnSpc>
              <a:buClr>
                <a:schemeClr val="accent5"/>
              </a:buClr>
              <a:buNone/>
            </a:pPr>
            <a:r>
              <a:rPr lang="en-US" sz="1200" dirty="0">
                <a:solidFill>
                  <a:srgbClr val="00B0F0"/>
                </a:solidFill>
              </a:rPr>
              <a:t>/</a:t>
            </a:r>
          </a:p>
          <a:p>
            <a:pPr lvl="1">
              <a:buNone/>
            </a:pPr>
            <a:r>
              <a:rPr lang="en-US" sz="1400" dirty="0"/>
              <a:t> </a:t>
            </a:r>
          </a:p>
          <a:p>
            <a:r>
              <a:rPr lang="en-US" dirty="0"/>
              <a:t>Syntax: Object Type Body</a:t>
            </a:r>
          </a:p>
          <a:p>
            <a:pPr marL="141626" lvl="1" indent="-141626">
              <a:lnSpc>
                <a:spcPct val="80000"/>
              </a:lnSpc>
              <a:buClr>
                <a:schemeClr val="accent5"/>
              </a:buClr>
              <a:buNone/>
            </a:pPr>
            <a:r>
              <a:rPr lang="en-US" sz="1200" dirty="0">
                <a:solidFill>
                  <a:srgbClr val="00B0F0"/>
                </a:solidFill>
              </a:rPr>
              <a:t>	CREATE  [OR  REPLACE]  TYPE  BODY </a:t>
            </a:r>
            <a:r>
              <a:rPr lang="en-US" sz="1200" dirty="0" err="1">
                <a:solidFill>
                  <a:srgbClr val="00B0F0"/>
                </a:solidFill>
              </a:rPr>
              <a:t>type_name</a:t>
            </a:r>
            <a:r>
              <a:rPr lang="en-US" sz="1200" dirty="0">
                <a:solidFill>
                  <a:srgbClr val="00B0F0"/>
                </a:solidFill>
              </a:rPr>
              <a:t>  IS/AS </a:t>
            </a:r>
          </a:p>
          <a:p>
            <a:pPr marL="141626" lvl="1" indent="-141626">
              <a:lnSpc>
                <a:spcPct val="80000"/>
              </a:lnSpc>
              <a:buClr>
                <a:schemeClr val="accent5"/>
              </a:buClr>
              <a:buNone/>
            </a:pPr>
            <a:r>
              <a:rPr lang="en-US" sz="1200" dirty="0">
                <a:solidFill>
                  <a:srgbClr val="00B0F0"/>
                </a:solidFill>
              </a:rPr>
              <a:t>       	MEMBER  </a:t>
            </a:r>
            <a:r>
              <a:rPr lang="en-US" sz="1200" dirty="0" err="1">
                <a:solidFill>
                  <a:srgbClr val="00B0F0"/>
                </a:solidFill>
              </a:rPr>
              <a:t>procedure_body</a:t>
            </a:r>
            <a:r>
              <a:rPr lang="en-US" sz="1200" dirty="0">
                <a:solidFill>
                  <a:srgbClr val="00B0F0"/>
                </a:solidFill>
              </a:rPr>
              <a:t> | </a:t>
            </a:r>
            <a:r>
              <a:rPr lang="en-US" sz="1200" dirty="0" err="1">
                <a:solidFill>
                  <a:srgbClr val="00B0F0"/>
                </a:solidFill>
              </a:rPr>
              <a:t>function_body</a:t>
            </a:r>
            <a:r>
              <a:rPr lang="en-US" sz="1200" dirty="0">
                <a:solidFill>
                  <a:srgbClr val="00B0F0"/>
                </a:solidFill>
              </a:rPr>
              <a:t>;</a:t>
            </a:r>
          </a:p>
          <a:p>
            <a:pPr marL="141626" lvl="1" indent="-141626">
              <a:lnSpc>
                <a:spcPct val="80000"/>
              </a:lnSpc>
              <a:buClr>
                <a:schemeClr val="accent5"/>
              </a:buClr>
              <a:buNone/>
            </a:pPr>
            <a:r>
              <a:rPr lang="en-US" sz="1200" dirty="0">
                <a:solidFill>
                  <a:srgbClr val="00B0F0"/>
                </a:solidFill>
              </a:rPr>
              <a:t>       	MEMBER  </a:t>
            </a:r>
            <a:r>
              <a:rPr lang="en-US" sz="1200" dirty="0" err="1">
                <a:solidFill>
                  <a:srgbClr val="00B0F0"/>
                </a:solidFill>
              </a:rPr>
              <a:t>procedure_body</a:t>
            </a:r>
            <a:r>
              <a:rPr lang="en-US" sz="1200" dirty="0">
                <a:solidFill>
                  <a:srgbClr val="00B0F0"/>
                </a:solidFill>
              </a:rPr>
              <a:t> | </a:t>
            </a:r>
            <a:r>
              <a:rPr lang="en-US" sz="1200" dirty="0" err="1">
                <a:solidFill>
                  <a:srgbClr val="00B0F0"/>
                </a:solidFill>
              </a:rPr>
              <a:t>function_body</a:t>
            </a:r>
            <a:r>
              <a:rPr lang="en-US" sz="1200" dirty="0">
                <a:solidFill>
                  <a:srgbClr val="00B0F0"/>
                </a:solidFill>
              </a:rPr>
              <a:t>;</a:t>
            </a:r>
          </a:p>
          <a:p>
            <a:pPr marL="141626" lvl="1" indent="-141626">
              <a:lnSpc>
                <a:spcPct val="80000"/>
              </a:lnSpc>
              <a:buClr>
                <a:schemeClr val="accent5"/>
              </a:buClr>
              <a:buNone/>
            </a:pPr>
            <a:r>
              <a:rPr lang="en-US" sz="1200" dirty="0">
                <a:solidFill>
                  <a:srgbClr val="00B0F0"/>
                </a:solidFill>
              </a:rPr>
              <a:t>	END;</a:t>
            </a:r>
          </a:p>
          <a:p>
            <a:pPr marL="141626" lvl="1" indent="-141626">
              <a:lnSpc>
                <a:spcPct val="80000"/>
              </a:lnSpc>
              <a:buClr>
                <a:schemeClr val="accent5"/>
              </a:buClr>
              <a:buNone/>
            </a:pPr>
            <a:r>
              <a:rPr lang="en-US" sz="1200" dirty="0">
                <a:solidFill>
                  <a:srgbClr val="00B0F0"/>
                </a:solidFill>
              </a:rPr>
              <a:t>	/</a:t>
            </a:r>
          </a:p>
          <a:p>
            <a:endParaRPr lang="en-US" b="1" dirty="0"/>
          </a:p>
        </p:txBody>
      </p:sp>
      <p:sp>
        <p:nvSpPr>
          <p:cNvPr id="6147" name="Rectangle 3"/>
          <p:cNvSpPr>
            <a:spLocks noGrp="1"/>
          </p:cNvSpPr>
          <p:nvPr>
            <p:ph type="title"/>
          </p:nvPr>
        </p:nvSpPr>
        <p:spPr>
          <a:xfrm>
            <a:off x="465138" y="98992"/>
            <a:ext cx="8153400" cy="536972"/>
          </a:xfrm>
          <a:noFill/>
        </p:spPr>
        <p:txBody>
          <a:bodyPr>
            <a:normAutofit fontScale="90000"/>
          </a:bodyPr>
          <a:lstStyle/>
          <a:p>
            <a:r>
              <a:rPr lang="en-US" sz="1600" dirty="0">
                <a:latin typeface="Candara"/>
              </a:rPr>
              <a:t>1.1: </a:t>
            </a:r>
            <a:r>
              <a:rPr lang="en-US" sz="1400" dirty="0">
                <a:latin typeface="Candara"/>
              </a:rPr>
              <a:t>Object Types 							……</a:t>
            </a:r>
            <a:r>
              <a:rPr lang="en-US" sz="1400" dirty="0" err="1">
                <a:latin typeface="Candara"/>
              </a:rPr>
              <a:t>contd</a:t>
            </a:r>
            <a:br>
              <a:rPr lang="en-US" sz="1400" dirty="0">
                <a:latin typeface="Candara"/>
              </a:rPr>
            </a:br>
            <a:r>
              <a:rPr lang="en-US" sz="2400" dirty="0"/>
              <a:t> Syntax for Object-type Specification and Body </a:t>
            </a:r>
            <a:endParaRPr lang="en-US" sz="2400" b="1" dirty="0">
              <a:latin typeface="Candara"/>
            </a:endParaRPr>
          </a:p>
        </p:txBody>
      </p:sp>
    </p:spTree>
    <p:extLst>
      <p:ext uri="{BB962C8B-B14F-4D97-AF65-F5344CB8AC3E}">
        <p14:creationId xmlns:p14="http://schemas.microsoft.com/office/powerpoint/2010/main" val="11181558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0675" y="986588"/>
            <a:ext cx="8570662" cy="3711617"/>
          </a:xfrm>
        </p:spPr>
        <p:txBody>
          <a:bodyPr>
            <a:normAutofit fontScale="70000" lnSpcReduction="20000"/>
          </a:bodyPr>
          <a:lstStyle/>
          <a:p>
            <a:r>
              <a:rPr lang="en-US" sz="1800" dirty="0"/>
              <a:t>Creating Object Type Specification:</a:t>
            </a:r>
          </a:p>
          <a:p>
            <a:pPr>
              <a:buNone/>
            </a:pPr>
            <a:endParaRPr lang="en-US" sz="1800" dirty="0"/>
          </a:p>
          <a:p>
            <a:pPr marL="141626" lvl="1" indent="-141626">
              <a:lnSpc>
                <a:spcPct val="100000"/>
              </a:lnSpc>
              <a:buClr>
                <a:schemeClr val="accent5"/>
              </a:buClr>
              <a:buNone/>
            </a:pPr>
            <a:r>
              <a:rPr lang="en-US" sz="1700" dirty="0">
                <a:solidFill>
                  <a:srgbClr val="00B0F0"/>
                </a:solidFill>
              </a:rPr>
              <a:t>CREATE OR REPLACE TYPE </a:t>
            </a:r>
            <a:r>
              <a:rPr lang="en-US" sz="1700" dirty="0" err="1">
                <a:solidFill>
                  <a:srgbClr val="00B0F0"/>
                </a:solidFill>
              </a:rPr>
              <a:t>name_obj_type</a:t>
            </a:r>
            <a:r>
              <a:rPr lang="en-US" sz="1700" dirty="0">
                <a:solidFill>
                  <a:srgbClr val="00B0F0"/>
                </a:solidFill>
              </a:rPr>
              <a:t> AS OBJECT</a:t>
            </a:r>
          </a:p>
          <a:p>
            <a:pPr marL="141626" lvl="1" indent="-141626">
              <a:lnSpc>
                <a:spcPct val="100000"/>
              </a:lnSpc>
              <a:buClr>
                <a:schemeClr val="accent5"/>
              </a:buClr>
              <a:buNone/>
            </a:pPr>
            <a:r>
              <a:rPr lang="en-US" sz="1700" dirty="0">
                <a:solidFill>
                  <a:srgbClr val="00B0F0"/>
                </a:solidFill>
              </a:rPr>
              <a:t>( 	</a:t>
            </a:r>
            <a:r>
              <a:rPr lang="en-US" sz="1700" dirty="0" err="1">
                <a:solidFill>
                  <a:srgbClr val="00B0F0"/>
                </a:solidFill>
              </a:rPr>
              <a:t>f_name</a:t>
            </a:r>
            <a:r>
              <a:rPr lang="en-US" sz="1700" dirty="0">
                <a:solidFill>
                  <a:srgbClr val="00B0F0"/>
                </a:solidFill>
              </a:rPr>
              <a:t> VARCHAR2(20), </a:t>
            </a:r>
          </a:p>
          <a:p>
            <a:pPr marL="141626" lvl="1" indent="-141626">
              <a:lnSpc>
                <a:spcPct val="100000"/>
              </a:lnSpc>
              <a:buClr>
                <a:schemeClr val="accent5"/>
              </a:buClr>
              <a:buNone/>
            </a:pPr>
            <a:r>
              <a:rPr lang="en-US" sz="1700" dirty="0">
                <a:solidFill>
                  <a:srgbClr val="00B0F0"/>
                </a:solidFill>
              </a:rPr>
              <a:t>  	</a:t>
            </a:r>
            <a:r>
              <a:rPr lang="en-US" sz="1700" dirty="0" err="1">
                <a:solidFill>
                  <a:srgbClr val="00B0F0"/>
                </a:solidFill>
              </a:rPr>
              <a:t>l_name</a:t>
            </a:r>
            <a:r>
              <a:rPr lang="en-US" sz="1700" dirty="0">
                <a:solidFill>
                  <a:srgbClr val="00B0F0"/>
                </a:solidFill>
              </a:rPr>
              <a:t> VARCHAR2(20), </a:t>
            </a:r>
          </a:p>
          <a:p>
            <a:pPr marL="141626" lvl="1" indent="-141626">
              <a:lnSpc>
                <a:spcPct val="100000"/>
              </a:lnSpc>
              <a:buClr>
                <a:schemeClr val="accent5"/>
              </a:buClr>
              <a:buNone/>
            </a:pPr>
            <a:r>
              <a:rPr lang="en-US" sz="1700" dirty="0">
                <a:solidFill>
                  <a:srgbClr val="00B0F0"/>
                </a:solidFill>
              </a:rPr>
              <a:t>  	MEMBER FUNCTION </a:t>
            </a:r>
            <a:r>
              <a:rPr lang="en-US" sz="1700" dirty="0" err="1">
                <a:solidFill>
                  <a:srgbClr val="00B0F0"/>
                </a:solidFill>
              </a:rPr>
              <a:t>full_name</a:t>
            </a:r>
            <a:r>
              <a:rPr lang="en-US" sz="1700" dirty="0">
                <a:solidFill>
                  <a:srgbClr val="00B0F0"/>
                </a:solidFill>
              </a:rPr>
              <a:t> RETURN VARCHAR2</a:t>
            </a:r>
          </a:p>
          <a:p>
            <a:pPr marL="141626" lvl="1" indent="-141626">
              <a:lnSpc>
                <a:spcPct val="100000"/>
              </a:lnSpc>
              <a:buClr>
                <a:schemeClr val="accent5"/>
              </a:buClr>
              <a:buNone/>
            </a:pPr>
            <a:r>
              <a:rPr lang="en-US" sz="1700" dirty="0">
                <a:solidFill>
                  <a:srgbClr val="00B0F0"/>
                </a:solidFill>
              </a:rPr>
              <a:t>);</a:t>
            </a:r>
          </a:p>
          <a:p>
            <a:pPr marL="141626" lvl="1" indent="-141626">
              <a:lnSpc>
                <a:spcPct val="100000"/>
              </a:lnSpc>
              <a:buClr>
                <a:schemeClr val="accent5"/>
              </a:buClr>
              <a:buNone/>
            </a:pPr>
            <a:r>
              <a:rPr lang="en-US" sz="1700" dirty="0">
                <a:solidFill>
                  <a:srgbClr val="00B0F0"/>
                </a:solidFill>
              </a:rPr>
              <a:t>/</a:t>
            </a:r>
          </a:p>
          <a:p>
            <a:r>
              <a:rPr lang="en-US" sz="1800" dirty="0"/>
              <a:t>Creating Object Type </a:t>
            </a:r>
            <a:r>
              <a:rPr lang="en-US" sz="1800" dirty="0">
                <a:solidFill>
                  <a:schemeClr val="tx1"/>
                </a:solidFill>
              </a:rPr>
              <a:t>Body</a:t>
            </a:r>
            <a:r>
              <a:rPr lang="en-US" sz="1800" dirty="0"/>
              <a:t>:</a:t>
            </a:r>
            <a:r>
              <a:rPr lang="en-US" sz="2400" dirty="0"/>
              <a:t> </a:t>
            </a:r>
            <a:endParaRPr lang="en-US" sz="3200" dirty="0"/>
          </a:p>
          <a:p>
            <a:pPr marL="141626" lvl="1" indent="-141626">
              <a:lnSpc>
                <a:spcPct val="100000"/>
              </a:lnSpc>
              <a:buClr>
                <a:schemeClr val="accent5"/>
              </a:buClr>
              <a:buNone/>
            </a:pPr>
            <a:r>
              <a:rPr lang="en-IN" sz="1700" dirty="0">
                <a:solidFill>
                  <a:srgbClr val="00B0F0"/>
                </a:solidFill>
              </a:rPr>
              <a:t>CREATE OR REPLACE TYPE BODY </a:t>
            </a:r>
            <a:r>
              <a:rPr lang="en-IN" sz="1700" dirty="0" err="1">
                <a:solidFill>
                  <a:srgbClr val="00B0F0"/>
                </a:solidFill>
              </a:rPr>
              <a:t>name_obj_type</a:t>
            </a:r>
            <a:r>
              <a:rPr lang="en-IN" sz="1700" dirty="0">
                <a:solidFill>
                  <a:srgbClr val="00B0F0"/>
                </a:solidFill>
              </a:rPr>
              <a:t> AS</a:t>
            </a:r>
          </a:p>
          <a:p>
            <a:pPr marL="141626" lvl="1" indent="-141626">
              <a:lnSpc>
                <a:spcPct val="100000"/>
              </a:lnSpc>
              <a:buClr>
                <a:schemeClr val="accent5"/>
              </a:buClr>
              <a:buNone/>
            </a:pPr>
            <a:r>
              <a:rPr lang="en-IN" sz="1700" dirty="0">
                <a:solidFill>
                  <a:srgbClr val="00B0F0"/>
                </a:solidFill>
              </a:rPr>
              <a:t>   	MEMBER FUNCTION </a:t>
            </a:r>
            <a:r>
              <a:rPr lang="en-IN" sz="1700" dirty="0" err="1">
                <a:solidFill>
                  <a:srgbClr val="00B0F0"/>
                </a:solidFill>
              </a:rPr>
              <a:t>full_name</a:t>
            </a:r>
            <a:r>
              <a:rPr lang="en-IN" sz="1700" dirty="0">
                <a:solidFill>
                  <a:srgbClr val="00B0F0"/>
                </a:solidFill>
              </a:rPr>
              <a:t> RETURN VARCHAR2</a:t>
            </a:r>
          </a:p>
          <a:p>
            <a:pPr marL="141626" lvl="1" indent="-141626">
              <a:lnSpc>
                <a:spcPct val="100000"/>
              </a:lnSpc>
              <a:buClr>
                <a:schemeClr val="accent5"/>
              </a:buClr>
              <a:buNone/>
            </a:pPr>
            <a:r>
              <a:rPr lang="en-IN" sz="1700" dirty="0">
                <a:solidFill>
                  <a:srgbClr val="00B0F0"/>
                </a:solidFill>
              </a:rPr>
              <a:t>   	IS</a:t>
            </a:r>
          </a:p>
          <a:p>
            <a:pPr marL="141626" lvl="1" indent="-141626">
              <a:lnSpc>
                <a:spcPct val="100000"/>
              </a:lnSpc>
              <a:buClr>
                <a:schemeClr val="accent5"/>
              </a:buClr>
              <a:buNone/>
            </a:pPr>
            <a:r>
              <a:rPr lang="en-IN" sz="1700" dirty="0">
                <a:solidFill>
                  <a:srgbClr val="00B0F0"/>
                </a:solidFill>
              </a:rPr>
              <a:t>   BEGIN </a:t>
            </a:r>
          </a:p>
          <a:p>
            <a:pPr marL="141626" lvl="1" indent="-141626">
              <a:lnSpc>
                <a:spcPct val="100000"/>
              </a:lnSpc>
              <a:buClr>
                <a:schemeClr val="accent5"/>
              </a:buClr>
              <a:buNone/>
            </a:pPr>
            <a:r>
              <a:rPr lang="en-IN" sz="1700" dirty="0">
                <a:solidFill>
                  <a:srgbClr val="00B0F0"/>
                </a:solidFill>
              </a:rPr>
              <a:t>     	RETURN ( </a:t>
            </a:r>
            <a:r>
              <a:rPr lang="en-IN" sz="1700" dirty="0" err="1">
                <a:solidFill>
                  <a:srgbClr val="00B0F0"/>
                </a:solidFill>
              </a:rPr>
              <a:t>f_name</a:t>
            </a:r>
            <a:r>
              <a:rPr lang="en-IN" sz="1700" dirty="0">
                <a:solidFill>
                  <a:srgbClr val="00B0F0"/>
                </a:solidFill>
              </a:rPr>
              <a:t> || ' ' || </a:t>
            </a:r>
            <a:r>
              <a:rPr lang="en-IN" sz="1700" dirty="0" err="1">
                <a:solidFill>
                  <a:srgbClr val="00B0F0"/>
                </a:solidFill>
              </a:rPr>
              <a:t>l_name</a:t>
            </a:r>
            <a:r>
              <a:rPr lang="en-IN" sz="1700" dirty="0">
                <a:solidFill>
                  <a:srgbClr val="00B0F0"/>
                </a:solidFill>
              </a:rPr>
              <a:t> );</a:t>
            </a:r>
          </a:p>
          <a:p>
            <a:pPr marL="141626" lvl="1" indent="-141626">
              <a:lnSpc>
                <a:spcPct val="100000"/>
              </a:lnSpc>
              <a:buClr>
                <a:schemeClr val="accent5"/>
              </a:buClr>
              <a:buNone/>
            </a:pPr>
            <a:r>
              <a:rPr lang="en-IN" sz="1700" dirty="0">
                <a:solidFill>
                  <a:srgbClr val="00B0F0"/>
                </a:solidFill>
              </a:rPr>
              <a:t>   END </a:t>
            </a:r>
            <a:r>
              <a:rPr lang="en-IN" sz="1700" dirty="0" err="1">
                <a:solidFill>
                  <a:srgbClr val="00B0F0"/>
                </a:solidFill>
              </a:rPr>
              <a:t>full_name</a:t>
            </a:r>
            <a:r>
              <a:rPr lang="en-IN" sz="1700" dirty="0">
                <a:solidFill>
                  <a:srgbClr val="00B0F0"/>
                </a:solidFill>
              </a:rPr>
              <a:t>;</a:t>
            </a:r>
          </a:p>
          <a:p>
            <a:pPr marL="141626" lvl="1" indent="-141626">
              <a:lnSpc>
                <a:spcPct val="100000"/>
              </a:lnSpc>
              <a:buClr>
                <a:schemeClr val="accent5"/>
              </a:buClr>
              <a:buNone/>
            </a:pPr>
            <a:r>
              <a:rPr lang="en-IN" sz="1700" dirty="0">
                <a:solidFill>
                  <a:srgbClr val="00B0F0"/>
                </a:solidFill>
              </a:rPr>
              <a:t>   END;</a:t>
            </a:r>
          </a:p>
          <a:p>
            <a:pPr marL="141626" lvl="1" indent="-141626">
              <a:lnSpc>
                <a:spcPct val="100000"/>
              </a:lnSpc>
              <a:buClr>
                <a:schemeClr val="accent5"/>
              </a:buClr>
              <a:buNone/>
            </a:pPr>
            <a:r>
              <a:rPr lang="en-IN" sz="1700" dirty="0">
                <a:solidFill>
                  <a:srgbClr val="00B0F0"/>
                </a:solidFill>
              </a:rPr>
              <a:t>/</a:t>
            </a:r>
          </a:p>
          <a:p>
            <a:endParaRPr lang="en-US" b="1" dirty="0"/>
          </a:p>
        </p:txBody>
      </p:sp>
      <p:sp>
        <p:nvSpPr>
          <p:cNvPr id="6147" name="Rectangle 3"/>
          <p:cNvSpPr>
            <a:spLocks noGrp="1"/>
          </p:cNvSpPr>
          <p:nvPr>
            <p:ph type="title"/>
          </p:nvPr>
        </p:nvSpPr>
        <p:spPr>
          <a:xfrm>
            <a:off x="465138" y="98992"/>
            <a:ext cx="8153400" cy="536972"/>
          </a:xfrm>
          <a:noFill/>
        </p:spPr>
        <p:txBody>
          <a:bodyPr>
            <a:normAutofit fontScale="90000"/>
          </a:bodyPr>
          <a:lstStyle/>
          <a:p>
            <a:r>
              <a:rPr lang="en-US" sz="1600" dirty="0">
                <a:latin typeface="Candara"/>
              </a:rPr>
              <a:t>1.1: </a:t>
            </a:r>
            <a:r>
              <a:rPr lang="en-US" sz="1400" dirty="0">
                <a:latin typeface="Candara"/>
              </a:rPr>
              <a:t>Object Types 						……</a:t>
            </a:r>
            <a:r>
              <a:rPr lang="en-US" sz="1400" dirty="0" err="1">
                <a:latin typeface="Candara"/>
              </a:rPr>
              <a:t>contd</a:t>
            </a:r>
            <a:br>
              <a:rPr lang="en-US" sz="1400" dirty="0">
                <a:latin typeface="Candara"/>
              </a:rPr>
            </a:br>
            <a:r>
              <a:rPr lang="en-US" sz="2400" dirty="0"/>
              <a:t> Example of Object-type Specification and Body </a:t>
            </a:r>
            <a:endParaRPr lang="en-US" sz="2400" b="1" dirty="0">
              <a:latin typeface="Candara"/>
            </a:endParaRPr>
          </a:p>
        </p:txBody>
      </p:sp>
    </p:spTree>
    <p:extLst>
      <p:ext uri="{BB962C8B-B14F-4D97-AF65-F5344CB8AC3E}">
        <p14:creationId xmlns:p14="http://schemas.microsoft.com/office/powerpoint/2010/main" val="11181558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0675" y="986588"/>
            <a:ext cx="8570662" cy="3711617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1200" dirty="0">
                <a:solidFill>
                  <a:srgbClr val="00B0F0"/>
                </a:solidFill>
              </a:rPr>
              <a:t>select </a:t>
            </a:r>
            <a:r>
              <a:rPr lang="en-US" sz="1200" dirty="0" err="1">
                <a:solidFill>
                  <a:srgbClr val="00B0F0"/>
                </a:solidFill>
              </a:rPr>
              <a:t>object_name</a:t>
            </a:r>
            <a:r>
              <a:rPr lang="en-US" sz="1200" dirty="0">
                <a:solidFill>
                  <a:srgbClr val="00B0F0"/>
                </a:solidFill>
              </a:rPr>
              <a:t>, </a:t>
            </a:r>
            <a:r>
              <a:rPr lang="en-US" sz="1200" dirty="0" err="1">
                <a:solidFill>
                  <a:srgbClr val="00B0F0"/>
                </a:solidFill>
              </a:rPr>
              <a:t>object_type</a:t>
            </a:r>
            <a:r>
              <a:rPr lang="en-US" sz="1200" dirty="0">
                <a:solidFill>
                  <a:srgbClr val="00B0F0"/>
                </a:solidFill>
              </a:rPr>
              <a:t> from </a:t>
            </a:r>
            <a:r>
              <a:rPr lang="en-US" sz="1200" dirty="0" err="1">
                <a:solidFill>
                  <a:srgbClr val="00B0F0"/>
                </a:solidFill>
              </a:rPr>
              <a:t>user_objects</a:t>
            </a:r>
            <a:r>
              <a:rPr lang="en-US" sz="1200" dirty="0">
                <a:solidFill>
                  <a:srgbClr val="00B0F0"/>
                </a:solidFill>
              </a:rPr>
              <a:t> where </a:t>
            </a:r>
            <a:r>
              <a:rPr lang="en-US" sz="1200" dirty="0" err="1">
                <a:solidFill>
                  <a:srgbClr val="00B0F0"/>
                </a:solidFill>
              </a:rPr>
              <a:t>object_name</a:t>
            </a:r>
            <a:r>
              <a:rPr lang="en-US" sz="1200" dirty="0">
                <a:solidFill>
                  <a:srgbClr val="00B0F0"/>
                </a:solidFill>
              </a:rPr>
              <a:t>='NAME_OBJ_TYPE'</a:t>
            </a:r>
            <a:r>
              <a:rPr lang="en-US" sz="1200" dirty="0"/>
              <a:t>		OBJECT_NAME			OBJECT_TYPE</a:t>
            </a:r>
          </a:p>
          <a:p>
            <a:pPr>
              <a:buNone/>
            </a:pPr>
            <a:r>
              <a:rPr lang="en-US" sz="1200" dirty="0"/>
              <a:t>		-------------------</a:t>
            </a:r>
          </a:p>
          <a:p>
            <a:pPr>
              <a:buNone/>
            </a:pPr>
            <a:r>
              <a:rPr lang="en-US" sz="1200" dirty="0"/>
              <a:t>		NAME_OBJ_TYPE			TYPE</a:t>
            </a:r>
          </a:p>
          <a:p>
            <a:pPr>
              <a:buNone/>
            </a:pPr>
            <a:r>
              <a:rPr lang="en-US" sz="1200" dirty="0"/>
              <a:t>		NAME_OBJ_TYPE			TYPE BODY</a:t>
            </a:r>
          </a:p>
          <a:p>
            <a:endParaRPr lang="en-US" sz="1200" dirty="0"/>
          </a:p>
          <a:p>
            <a:pPr>
              <a:lnSpc>
                <a:spcPct val="80000"/>
              </a:lnSpc>
              <a:buNone/>
            </a:pPr>
            <a:r>
              <a:rPr lang="en-US" sz="1200" dirty="0">
                <a:solidFill>
                  <a:srgbClr val="00B0F0"/>
                </a:solidFill>
              </a:rPr>
              <a:t>select line, text from </a:t>
            </a:r>
            <a:r>
              <a:rPr lang="en-US" sz="1200" dirty="0" err="1">
                <a:solidFill>
                  <a:srgbClr val="00B0F0"/>
                </a:solidFill>
              </a:rPr>
              <a:t>user_source</a:t>
            </a:r>
            <a:r>
              <a:rPr lang="en-US" sz="1200" dirty="0">
                <a:solidFill>
                  <a:srgbClr val="00B0F0"/>
                </a:solidFill>
              </a:rPr>
              <a:t> where name ='NAME_OBJ_TYPE' and type='TYPE’;</a:t>
            </a:r>
          </a:p>
          <a:p>
            <a:pPr>
              <a:lnSpc>
                <a:spcPct val="80000"/>
              </a:lnSpc>
              <a:buNone/>
            </a:pPr>
            <a:endParaRPr lang="en-IN" sz="1200" dirty="0">
              <a:solidFill>
                <a:srgbClr val="00B0F0"/>
              </a:solidFill>
            </a:endParaRPr>
          </a:p>
          <a:p>
            <a:pPr>
              <a:lnSpc>
                <a:spcPct val="80000"/>
              </a:lnSpc>
              <a:buNone/>
            </a:pPr>
            <a:r>
              <a:rPr lang="en-US" sz="1200" dirty="0">
                <a:solidFill>
                  <a:srgbClr val="00B0F0"/>
                </a:solidFill>
              </a:rPr>
              <a:t>select line, text from </a:t>
            </a:r>
            <a:r>
              <a:rPr lang="en-US" sz="1200" dirty="0" err="1">
                <a:solidFill>
                  <a:srgbClr val="00B0F0"/>
                </a:solidFill>
              </a:rPr>
              <a:t>user_source</a:t>
            </a:r>
            <a:r>
              <a:rPr lang="en-US" sz="1200" dirty="0">
                <a:solidFill>
                  <a:srgbClr val="00B0F0"/>
                </a:solidFill>
              </a:rPr>
              <a:t> where name ='NAME_OBJ_TYPE' and type='TYPE BODY'</a:t>
            </a:r>
          </a:p>
          <a:p>
            <a:pPr>
              <a:lnSpc>
                <a:spcPct val="80000"/>
              </a:lnSpc>
              <a:buNone/>
            </a:pPr>
            <a:endParaRPr lang="en-US" sz="1200" dirty="0">
              <a:solidFill>
                <a:srgbClr val="00B0F0"/>
              </a:solidFill>
            </a:endParaRPr>
          </a:p>
          <a:p>
            <a:pPr>
              <a:lnSpc>
                <a:spcPct val="80000"/>
              </a:lnSpc>
              <a:buNone/>
            </a:pPr>
            <a:r>
              <a:rPr lang="en-IN" sz="1200" dirty="0">
                <a:solidFill>
                  <a:srgbClr val="00B0F0"/>
                </a:solidFill>
              </a:rPr>
              <a:t>select </a:t>
            </a:r>
            <a:r>
              <a:rPr lang="en-IN" sz="1200" dirty="0" err="1">
                <a:solidFill>
                  <a:srgbClr val="00B0F0"/>
                </a:solidFill>
              </a:rPr>
              <a:t>type_name</a:t>
            </a:r>
            <a:r>
              <a:rPr lang="en-IN" sz="1200" dirty="0">
                <a:solidFill>
                  <a:srgbClr val="00B0F0"/>
                </a:solidFill>
              </a:rPr>
              <a:t> from </a:t>
            </a:r>
            <a:r>
              <a:rPr lang="en-IN" sz="1200" dirty="0" err="1">
                <a:solidFill>
                  <a:srgbClr val="00B0F0"/>
                </a:solidFill>
              </a:rPr>
              <a:t>user_types</a:t>
            </a:r>
            <a:r>
              <a:rPr lang="en-IN" sz="1200" dirty="0">
                <a:solidFill>
                  <a:srgbClr val="00B0F0"/>
                </a:solidFill>
              </a:rPr>
              <a:t>;</a:t>
            </a:r>
          </a:p>
          <a:p>
            <a:pPr>
              <a:lnSpc>
                <a:spcPct val="80000"/>
              </a:lnSpc>
              <a:buNone/>
            </a:pPr>
            <a:endParaRPr lang="en-US" sz="1200" dirty="0">
              <a:solidFill>
                <a:srgbClr val="00B0F0"/>
              </a:solidFill>
            </a:endParaRPr>
          </a:p>
          <a:p>
            <a:pPr>
              <a:lnSpc>
                <a:spcPct val="80000"/>
              </a:lnSpc>
              <a:buNone/>
            </a:pPr>
            <a:r>
              <a:rPr lang="en-IN" sz="1200" dirty="0">
                <a:solidFill>
                  <a:srgbClr val="00B0F0"/>
                </a:solidFill>
              </a:rPr>
              <a:t>drop type body </a:t>
            </a:r>
            <a:r>
              <a:rPr lang="en-IN" sz="1200" dirty="0" err="1">
                <a:solidFill>
                  <a:srgbClr val="00B0F0"/>
                </a:solidFill>
              </a:rPr>
              <a:t>name_obj_type</a:t>
            </a:r>
            <a:r>
              <a:rPr lang="en-IN" sz="1200" dirty="0">
                <a:solidFill>
                  <a:srgbClr val="00B0F0"/>
                </a:solidFill>
              </a:rPr>
              <a:t>;</a:t>
            </a:r>
          </a:p>
          <a:p>
            <a:pPr>
              <a:lnSpc>
                <a:spcPct val="80000"/>
              </a:lnSpc>
              <a:buNone/>
            </a:pPr>
            <a:endParaRPr lang="en-US" sz="1200" dirty="0">
              <a:solidFill>
                <a:srgbClr val="00B0F0"/>
              </a:solidFill>
            </a:endParaRPr>
          </a:p>
          <a:p>
            <a:pPr>
              <a:lnSpc>
                <a:spcPct val="80000"/>
              </a:lnSpc>
              <a:buNone/>
            </a:pPr>
            <a:r>
              <a:rPr lang="en-IN" sz="1200" dirty="0">
                <a:solidFill>
                  <a:srgbClr val="00B0F0"/>
                </a:solidFill>
              </a:rPr>
              <a:t>drop type </a:t>
            </a:r>
            <a:r>
              <a:rPr lang="en-IN" sz="1200" dirty="0" err="1">
                <a:solidFill>
                  <a:srgbClr val="00B0F0"/>
                </a:solidFill>
              </a:rPr>
              <a:t>name_obj_type</a:t>
            </a:r>
            <a:r>
              <a:rPr lang="en-IN" sz="1200" dirty="0">
                <a:solidFill>
                  <a:srgbClr val="00B0F0"/>
                </a:solidFill>
              </a:rPr>
              <a:t>;</a:t>
            </a:r>
          </a:p>
          <a:p>
            <a:pPr>
              <a:buNone/>
            </a:pPr>
            <a:endParaRPr lang="en-IN" sz="1200" dirty="0"/>
          </a:p>
          <a:p>
            <a:endParaRPr lang="en-US" b="1" dirty="0"/>
          </a:p>
        </p:txBody>
      </p:sp>
      <p:sp>
        <p:nvSpPr>
          <p:cNvPr id="6147" name="Rectangle 3"/>
          <p:cNvSpPr>
            <a:spLocks noGrp="1"/>
          </p:cNvSpPr>
          <p:nvPr>
            <p:ph type="title"/>
          </p:nvPr>
        </p:nvSpPr>
        <p:spPr>
          <a:xfrm>
            <a:off x="465138" y="98992"/>
            <a:ext cx="8153400" cy="536972"/>
          </a:xfrm>
          <a:noFill/>
        </p:spPr>
        <p:txBody>
          <a:bodyPr>
            <a:normAutofit fontScale="90000"/>
          </a:bodyPr>
          <a:lstStyle/>
          <a:p>
            <a:r>
              <a:rPr lang="en-US" sz="1600" dirty="0">
                <a:latin typeface="Candara"/>
              </a:rPr>
              <a:t>1.1: </a:t>
            </a:r>
            <a:r>
              <a:rPr lang="en-US" sz="1400" dirty="0">
                <a:latin typeface="Candara"/>
              </a:rPr>
              <a:t>Object Types 						……</a:t>
            </a:r>
            <a:r>
              <a:rPr lang="en-US" sz="1400" dirty="0" err="1">
                <a:latin typeface="Candara"/>
              </a:rPr>
              <a:t>contd</a:t>
            </a:r>
            <a:br>
              <a:rPr lang="en-US" sz="1400" dirty="0">
                <a:latin typeface="Candara"/>
              </a:rPr>
            </a:br>
            <a:r>
              <a:rPr lang="en-US" sz="2400" dirty="0"/>
              <a:t> Useful Data-Dictionaries </a:t>
            </a:r>
            <a:endParaRPr lang="en-US" sz="2400" b="1" dirty="0">
              <a:latin typeface="Candara"/>
            </a:endParaRPr>
          </a:p>
        </p:txBody>
      </p:sp>
    </p:spTree>
    <p:extLst>
      <p:ext uri="{BB962C8B-B14F-4D97-AF65-F5344CB8AC3E}">
        <p14:creationId xmlns:p14="http://schemas.microsoft.com/office/powerpoint/2010/main" val="11181558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0675" y="986588"/>
            <a:ext cx="8570662" cy="3711617"/>
          </a:xfrm>
        </p:spPr>
        <p:txBody>
          <a:bodyPr>
            <a:normAutofit/>
          </a:bodyPr>
          <a:lstStyle/>
          <a:p>
            <a:r>
              <a:rPr lang="en-US" sz="1800" dirty="0"/>
              <a:t>As a PL/SQL data type in an anonymous block: :</a:t>
            </a:r>
          </a:p>
          <a:p>
            <a:pPr>
              <a:buNone/>
            </a:pPr>
            <a:endParaRPr lang="en-US" sz="1800" dirty="0"/>
          </a:p>
          <a:p>
            <a:pPr lvl="1">
              <a:buNone/>
            </a:pPr>
            <a:r>
              <a:rPr lang="en-US" sz="1200" dirty="0">
                <a:solidFill>
                  <a:srgbClr val="00B0F0"/>
                </a:solidFill>
              </a:rPr>
              <a:t>DECLARE</a:t>
            </a:r>
          </a:p>
          <a:p>
            <a:pPr lvl="1">
              <a:buNone/>
            </a:pPr>
            <a:r>
              <a:rPr lang="en-US" sz="1200" dirty="0">
                <a:solidFill>
                  <a:srgbClr val="00B0F0"/>
                </a:solidFill>
              </a:rPr>
              <a:t>     v_name1 </a:t>
            </a:r>
            <a:r>
              <a:rPr lang="en-US" sz="1200" dirty="0" err="1">
                <a:solidFill>
                  <a:srgbClr val="00B0F0"/>
                </a:solidFill>
              </a:rPr>
              <a:t>name_obj_type</a:t>
            </a:r>
            <a:r>
              <a:rPr lang="en-US" sz="1200" dirty="0">
                <a:solidFill>
                  <a:srgbClr val="00B0F0"/>
                </a:solidFill>
              </a:rPr>
              <a:t> := </a:t>
            </a:r>
            <a:r>
              <a:rPr lang="en-US" sz="1200" dirty="0" err="1">
                <a:solidFill>
                  <a:srgbClr val="00B0F0"/>
                </a:solidFill>
              </a:rPr>
              <a:t>name_obj_type</a:t>
            </a:r>
            <a:r>
              <a:rPr lang="en-US" sz="1200" dirty="0">
                <a:solidFill>
                  <a:srgbClr val="00B0F0"/>
                </a:solidFill>
              </a:rPr>
              <a:t>('</a:t>
            </a:r>
            <a:r>
              <a:rPr lang="en-US" sz="1200" dirty="0" err="1">
                <a:solidFill>
                  <a:srgbClr val="00B0F0"/>
                </a:solidFill>
              </a:rPr>
              <a:t>Shivani','Majumdar</a:t>
            </a:r>
            <a:r>
              <a:rPr lang="en-US" sz="1200" dirty="0">
                <a:solidFill>
                  <a:srgbClr val="00B0F0"/>
                </a:solidFill>
              </a:rPr>
              <a:t>');</a:t>
            </a:r>
          </a:p>
          <a:p>
            <a:pPr lvl="1">
              <a:buNone/>
            </a:pPr>
            <a:r>
              <a:rPr lang="en-US" sz="1200" dirty="0">
                <a:solidFill>
                  <a:srgbClr val="00B0F0"/>
                </a:solidFill>
              </a:rPr>
              <a:t>     v_name2 </a:t>
            </a:r>
            <a:r>
              <a:rPr lang="en-US" sz="1200" dirty="0" err="1">
                <a:solidFill>
                  <a:srgbClr val="00B0F0"/>
                </a:solidFill>
              </a:rPr>
              <a:t>name_obj_type</a:t>
            </a:r>
            <a:r>
              <a:rPr lang="en-US" sz="1200" dirty="0">
                <a:solidFill>
                  <a:srgbClr val="00B0F0"/>
                </a:solidFill>
              </a:rPr>
              <a:t> := </a:t>
            </a:r>
            <a:r>
              <a:rPr lang="en-US" sz="1200" dirty="0" err="1">
                <a:solidFill>
                  <a:srgbClr val="00B0F0"/>
                </a:solidFill>
              </a:rPr>
              <a:t>name_obj_type</a:t>
            </a:r>
            <a:r>
              <a:rPr lang="en-US" sz="1200" dirty="0">
                <a:solidFill>
                  <a:srgbClr val="00B0F0"/>
                </a:solidFill>
              </a:rPr>
              <a:t>('</a:t>
            </a:r>
            <a:r>
              <a:rPr lang="en-US" sz="1200" dirty="0" err="1">
                <a:solidFill>
                  <a:srgbClr val="00B0F0"/>
                </a:solidFill>
              </a:rPr>
              <a:t>Sumit','Datta</a:t>
            </a:r>
            <a:r>
              <a:rPr lang="en-US" sz="1200" dirty="0">
                <a:solidFill>
                  <a:srgbClr val="00B0F0"/>
                </a:solidFill>
              </a:rPr>
              <a:t>');</a:t>
            </a:r>
          </a:p>
          <a:p>
            <a:pPr lvl="1">
              <a:buNone/>
            </a:pPr>
            <a:r>
              <a:rPr lang="en-US" sz="1200" dirty="0">
                <a:solidFill>
                  <a:srgbClr val="00B0F0"/>
                </a:solidFill>
              </a:rPr>
              <a:t>BEGIN</a:t>
            </a:r>
          </a:p>
          <a:p>
            <a:pPr lvl="1">
              <a:buNone/>
            </a:pPr>
            <a:r>
              <a:rPr lang="en-US" sz="1200" dirty="0">
                <a:solidFill>
                  <a:srgbClr val="00B0F0"/>
                </a:solidFill>
              </a:rPr>
              <a:t>     DBMS_OUTPUT.PUT_LINE('The name1 is :' ||  v_name1.full_name);</a:t>
            </a:r>
          </a:p>
          <a:p>
            <a:pPr lvl="1">
              <a:buNone/>
            </a:pPr>
            <a:r>
              <a:rPr lang="en-US" sz="1200" dirty="0">
                <a:solidFill>
                  <a:srgbClr val="00B0F0"/>
                </a:solidFill>
              </a:rPr>
              <a:t>     DBMS_OUTPUT.PUT_LINE('The name2 is :' ||  v_name2.full_name);</a:t>
            </a:r>
          </a:p>
          <a:p>
            <a:pPr lvl="1">
              <a:buNone/>
            </a:pPr>
            <a:r>
              <a:rPr lang="en-US" sz="1200" dirty="0">
                <a:solidFill>
                  <a:srgbClr val="00B0F0"/>
                </a:solidFill>
              </a:rPr>
              <a:t>END;</a:t>
            </a:r>
          </a:p>
          <a:p>
            <a:pPr lvl="1">
              <a:buNone/>
            </a:pPr>
            <a:r>
              <a:rPr lang="en-US" sz="1200" dirty="0">
                <a:solidFill>
                  <a:srgbClr val="00B0F0"/>
                </a:solidFill>
              </a:rPr>
              <a:t>/</a:t>
            </a:r>
          </a:p>
          <a:p>
            <a:pPr>
              <a:buNone/>
            </a:pPr>
            <a:r>
              <a:rPr lang="en-US" sz="1400" dirty="0"/>
              <a:t>Output :</a:t>
            </a:r>
          </a:p>
          <a:p>
            <a:pPr>
              <a:buNone/>
            </a:pPr>
            <a:r>
              <a:rPr lang="en-US" sz="1400" dirty="0"/>
              <a:t>	The name1 is : </a:t>
            </a:r>
            <a:r>
              <a:rPr lang="en-US" sz="1400" dirty="0" err="1"/>
              <a:t>Shivani</a:t>
            </a:r>
            <a:r>
              <a:rPr lang="en-US" sz="1400" dirty="0"/>
              <a:t> </a:t>
            </a:r>
            <a:r>
              <a:rPr lang="en-US" sz="1400" dirty="0" err="1"/>
              <a:t>Majumdar</a:t>
            </a:r>
            <a:endParaRPr lang="en-US" sz="1400" dirty="0"/>
          </a:p>
          <a:p>
            <a:pPr>
              <a:buNone/>
            </a:pPr>
            <a:r>
              <a:rPr lang="en-US" sz="1400" dirty="0"/>
              <a:t>	The name2 is : Sumit </a:t>
            </a:r>
            <a:r>
              <a:rPr lang="en-US" sz="1400" dirty="0" err="1"/>
              <a:t>Datta</a:t>
            </a:r>
            <a:endParaRPr lang="en-US" sz="1400" dirty="0"/>
          </a:p>
          <a:p>
            <a:pPr>
              <a:buNone/>
            </a:pPr>
            <a:endParaRPr lang="en-US" sz="1400" dirty="0"/>
          </a:p>
        </p:txBody>
      </p:sp>
      <p:sp>
        <p:nvSpPr>
          <p:cNvPr id="6147" name="Rectangle 3"/>
          <p:cNvSpPr>
            <a:spLocks noGrp="1"/>
          </p:cNvSpPr>
          <p:nvPr>
            <p:ph type="title"/>
          </p:nvPr>
        </p:nvSpPr>
        <p:spPr>
          <a:xfrm>
            <a:off x="465138" y="98992"/>
            <a:ext cx="8153400" cy="536972"/>
          </a:xfrm>
          <a:noFill/>
        </p:spPr>
        <p:txBody>
          <a:bodyPr>
            <a:normAutofit fontScale="90000"/>
          </a:bodyPr>
          <a:lstStyle/>
          <a:p>
            <a:r>
              <a:rPr lang="en-US" sz="1600" dirty="0">
                <a:latin typeface="Candara"/>
              </a:rPr>
              <a:t>1.2: PLSQL Variable of an </a:t>
            </a:r>
            <a:r>
              <a:rPr lang="en-US" sz="1400" dirty="0">
                <a:latin typeface="Candara"/>
              </a:rPr>
              <a:t>Object Type 						</a:t>
            </a:r>
            <a:br>
              <a:rPr lang="en-US" sz="1400" dirty="0">
                <a:latin typeface="Candara"/>
              </a:rPr>
            </a:br>
            <a:r>
              <a:rPr lang="en-US" sz="2400" dirty="0"/>
              <a:t> Use of Object-type in PLSQL  through Member Function</a:t>
            </a:r>
            <a:endParaRPr lang="en-US" sz="2400" b="1" dirty="0">
              <a:latin typeface="Candara"/>
            </a:endParaRPr>
          </a:p>
        </p:txBody>
      </p:sp>
    </p:spTree>
    <p:extLst>
      <p:ext uri="{BB962C8B-B14F-4D97-AF65-F5344CB8AC3E}">
        <p14:creationId xmlns:p14="http://schemas.microsoft.com/office/powerpoint/2010/main" val="11181558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0674" y="890649"/>
            <a:ext cx="8657071" cy="3883231"/>
          </a:xfrm>
        </p:spPr>
        <p:txBody>
          <a:bodyPr>
            <a:normAutofit fontScale="85000" lnSpcReduction="20000"/>
          </a:bodyPr>
          <a:lstStyle/>
          <a:p>
            <a:pPr lvl="1">
              <a:lnSpc>
                <a:spcPct val="110000"/>
              </a:lnSpc>
              <a:buNone/>
            </a:pPr>
            <a:r>
              <a:rPr lang="en-GB" dirty="0"/>
              <a:t>CREATE OR REPLACE TYPE </a:t>
            </a:r>
            <a:r>
              <a:rPr lang="en-GB" dirty="0" err="1"/>
              <a:t>ob_type</a:t>
            </a:r>
            <a:r>
              <a:rPr lang="en-GB" dirty="0"/>
              <a:t> AS OBJECT</a:t>
            </a:r>
          </a:p>
          <a:p>
            <a:pPr lvl="1">
              <a:lnSpc>
                <a:spcPct val="110000"/>
              </a:lnSpc>
              <a:buNone/>
            </a:pPr>
            <a:r>
              <a:rPr lang="en-GB" dirty="0"/>
              <a:t> 	(x number, </a:t>
            </a:r>
          </a:p>
          <a:p>
            <a:pPr lvl="1">
              <a:lnSpc>
                <a:spcPct val="110000"/>
              </a:lnSpc>
              <a:buNone/>
            </a:pPr>
            <a:r>
              <a:rPr lang="en-GB" dirty="0"/>
              <a:t>	y number,</a:t>
            </a:r>
          </a:p>
          <a:p>
            <a:pPr lvl="1">
              <a:lnSpc>
                <a:spcPct val="110000"/>
              </a:lnSpc>
              <a:buNone/>
            </a:pPr>
            <a:r>
              <a:rPr lang="en-GB" dirty="0"/>
              <a:t>   	MEMBER Procedure </a:t>
            </a:r>
            <a:r>
              <a:rPr lang="en-GB" dirty="0" err="1"/>
              <a:t>changex</a:t>
            </a:r>
            <a:r>
              <a:rPr lang="en-GB" dirty="0"/>
              <a:t>(</a:t>
            </a:r>
            <a:r>
              <a:rPr lang="en-GB" dirty="0" err="1"/>
              <a:t>newx</a:t>
            </a:r>
            <a:r>
              <a:rPr lang="en-GB" dirty="0"/>
              <a:t> in number)</a:t>
            </a:r>
          </a:p>
          <a:p>
            <a:pPr lvl="1">
              <a:lnSpc>
                <a:spcPct val="110000"/>
              </a:lnSpc>
              <a:buNone/>
            </a:pPr>
            <a:r>
              <a:rPr lang="en-GB" dirty="0"/>
              <a:t> );</a:t>
            </a:r>
          </a:p>
          <a:p>
            <a:pPr lvl="1">
              <a:lnSpc>
                <a:spcPct val="110000"/>
              </a:lnSpc>
              <a:buNone/>
            </a:pPr>
            <a:r>
              <a:rPr lang="en-GB" dirty="0"/>
              <a:t> /</a:t>
            </a:r>
          </a:p>
          <a:p>
            <a:pPr lvl="1">
              <a:lnSpc>
                <a:spcPct val="110000"/>
              </a:lnSpc>
              <a:buNone/>
            </a:pPr>
            <a:endParaRPr lang="en-GB" dirty="0"/>
          </a:p>
          <a:p>
            <a:pPr lvl="1">
              <a:lnSpc>
                <a:spcPct val="110000"/>
              </a:lnSpc>
              <a:buNone/>
            </a:pPr>
            <a:r>
              <a:rPr lang="en-GB" dirty="0"/>
              <a:t>	CREATE OR REPLACE TYPE BODY </a:t>
            </a:r>
            <a:r>
              <a:rPr lang="en-GB" dirty="0" err="1"/>
              <a:t>ob_type</a:t>
            </a:r>
            <a:r>
              <a:rPr lang="en-GB" dirty="0"/>
              <a:t> AS</a:t>
            </a:r>
          </a:p>
          <a:p>
            <a:pPr lvl="1">
              <a:lnSpc>
                <a:spcPct val="110000"/>
              </a:lnSpc>
              <a:buNone/>
            </a:pPr>
            <a:r>
              <a:rPr lang="en-GB" dirty="0"/>
              <a:t>   		MEMBER procedure </a:t>
            </a:r>
            <a:r>
              <a:rPr lang="en-GB" dirty="0" err="1"/>
              <a:t>changex</a:t>
            </a:r>
            <a:r>
              <a:rPr lang="en-GB" dirty="0"/>
              <a:t>(</a:t>
            </a:r>
            <a:r>
              <a:rPr lang="en-GB" dirty="0" err="1"/>
              <a:t>newx</a:t>
            </a:r>
            <a:r>
              <a:rPr lang="en-GB" dirty="0"/>
              <a:t> in number)</a:t>
            </a:r>
          </a:p>
          <a:p>
            <a:pPr lvl="1">
              <a:lnSpc>
                <a:spcPct val="110000"/>
              </a:lnSpc>
              <a:buNone/>
            </a:pPr>
            <a:r>
              <a:rPr lang="en-GB" dirty="0"/>
              <a:t>     	IS</a:t>
            </a:r>
          </a:p>
          <a:p>
            <a:pPr lvl="1">
              <a:lnSpc>
                <a:spcPct val="110000"/>
              </a:lnSpc>
              <a:buNone/>
            </a:pPr>
            <a:r>
              <a:rPr lang="en-GB" dirty="0"/>
              <a:t>     	BEGIN</a:t>
            </a:r>
          </a:p>
          <a:p>
            <a:pPr lvl="1">
              <a:lnSpc>
                <a:spcPct val="110000"/>
              </a:lnSpc>
              <a:buNone/>
            </a:pPr>
            <a:r>
              <a:rPr lang="en-GB" dirty="0"/>
              <a:t>            		x:=newx;</a:t>
            </a:r>
          </a:p>
          <a:p>
            <a:pPr lvl="1">
              <a:lnSpc>
                <a:spcPct val="110000"/>
              </a:lnSpc>
              <a:buNone/>
            </a:pPr>
            <a:r>
              <a:rPr lang="en-GB" dirty="0"/>
              <a:t>    	END </a:t>
            </a:r>
            <a:r>
              <a:rPr lang="en-GB" dirty="0" err="1"/>
              <a:t>changex</a:t>
            </a:r>
            <a:r>
              <a:rPr lang="en-GB" dirty="0"/>
              <a:t>;</a:t>
            </a:r>
          </a:p>
          <a:p>
            <a:pPr lvl="1">
              <a:lnSpc>
                <a:spcPct val="110000"/>
              </a:lnSpc>
              <a:buNone/>
            </a:pPr>
            <a:r>
              <a:rPr lang="en-GB" dirty="0"/>
              <a:t>     END;</a:t>
            </a:r>
          </a:p>
          <a:p>
            <a:pPr lvl="1">
              <a:lnSpc>
                <a:spcPct val="110000"/>
              </a:lnSpc>
              <a:buNone/>
            </a:pPr>
            <a:r>
              <a:rPr lang="en-GB" dirty="0"/>
              <a:t>  /</a:t>
            </a:r>
          </a:p>
          <a:p>
            <a:pPr>
              <a:buNone/>
            </a:pPr>
            <a:endParaRPr lang="en-GB" sz="1800" dirty="0"/>
          </a:p>
        </p:txBody>
      </p:sp>
      <p:sp>
        <p:nvSpPr>
          <p:cNvPr id="6147" name="Rectangle 3"/>
          <p:cNvSpPr>
            <a:spLocks noGrp="1"/>
          </p:cNvSpPr>
          <p:nvPr>
            <p:ph type="title"/>
          </p:nvPr>
        </p:nvSpPr>
        <p:spPr>
          <a:xfrm>
            <a:off x="465138" y="98992"/>
            <a:ext cx="8153400" cy="536972"/>
          </a:xfrm>
          <a:noFill/>
        </p:spPr>
        <p:txBody>
          <a:bodyPr>
            <a:normAutofit fontScale="90000"/>
          </a:bodyPr>
          <a:lstStyle/>
          <a:p>
            <a:r>
              <a:rPr lang="en-US" sz="1600" dirty="0">
                <a:latin typeface="Candara"/>
              </a:rPr>
              <a:t>1.2: PLSQL Variable of an </a:t>
            </a:r>
            <a:r>
              <a:rPr lang="en-US" sz="1400" dirty="0">
                <a:latin typeface="Candara"/>
              </a:rPr>
              <a:t>Object Type 						……</a:t>
            </a:r>
            <a:r>
              <a:rPr lang="en-US" sz="1400" dirty="0" err="1">
                <a:latin typeface="Candara"/>
              </a:rPr>
              <a:t>contd</a:t>
            </a:r>
            <a:br>
              <a:rPr lang="en-US" sz="1400" dirty="0">
                <a:latin typeface="Candara"/>
              </a:rPr>
            </a:br>
            <a:r>
              <a:rPr lang="en-US" sz="2400" dirty="0"/>
              <a:t> Use of Object-type in PLSQL  though Member Procedure</a:t>
            </a:r>
            <a:endParaRPr lang="en-US" sz="2400" b="1" dirty="0">
              <a:latin typeface="Candara"/>
            </a:endParaRPr>
          </a:p>
        </p:txBody>
      </p:sp>
    </p:spTree>
    <p:extLst>
      <p:ext uri="{BB962C8B-B14F-4D97-AF65-F5344CB8AC3E}">
        <p14:creationId xmlns:p14="http://schemas.microsoft.com/office/powerpoint/2010/main" val="11181558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3"/>
          <p:cNvSpPr>
            <a:spLocks noGrp="1"/>
          </p:cNvSpPr>
          <p:nvPr>
            <p:ph type="title"/>
          </p:nvPr>
        </p:nvSpPr>
        <p:spPr>
          <a:xfrm>
            <a:off x="-1" y="98992"/>
            <a:ext cx="8942119" cy="536972"/>
          </a:xfrm>
          <a:noFill/>
        </p:spPr>
        <p:txBody>
          <a:bodyPr>
            <a:normAutofit fontScale="90000"/>
          </a:bodyPr>
          <a:lstStyle/>
          <a:p>
            <a:r>
              <a:rPr lang="en-US" sz="1600" dirty="0">
                <a:latin typeface="Candara"/>
              </a:rPr>
              <a:t>1.2: PLSQL Variable of an </a:t>
            </a:r>
            <a:r>
              <a:rPr lang="en-US" sz="1400" dirty="0">
                <a:latin typeface="Candara"/>
              </a:rPr>
              <a:t>Object Type 						……</a:t>
            </a:r>
            <a:r>
              <a:rPr lang="en-US" sz="1400" dirty="0" err="1">
                <a:latin typeface="Candara"/>
              </a:rPr>
              <a:t>contd</a:t>
            </a:r>
            <a:br>
              <a:rPr lang="en-US" sz="1400" dirty="0">
                <a:latin typeface="Candara"/>
              </a:rPr>
            </a:br>
            <a:r>
              <a:rPr lang="en-US" sz="2300" dirty="0"/>
              <a:t>Use of Object-type in PLSQL  though Member Procedure…</a:t>
            </a:r>
            <a:r>
              <a:rPr lang="en-US" sz="2300" dirty="0" err="1"/>
              <a:t>contd</a:t>
            </a:r>
            <a:endParaRPr lang="en-US" sz="2300" b="1" dirty="0">
              <a:latin typeface="Candara"/>
            </a:endParaRPr>
          </a:p>
        </p:txBody>
      </p:sp>
      <p:sp>
        <p:nvSpPr>
          <p:cNvPr id="12292" name="Rectangle 3"/>
          <p:cNvSpPr>
            <a:spLocks noGrp="1" noChangeArrowheads="1"/>
          </p:cNvSpPr>
          <p:nvPr>
            <p:ph idx="1"/>
          </p:nvPr>
        </p:nvSpPr>
        <p:spPr>
          <a:xfrm>
            <a:off x="320675" y="878774"/>
            <a:ext cx="8570662" cy="3819431"/>
          </a:xfrm>
        </p:spPr>
        <p:txBody>
          <a:bodyPr>
            <a:normAutofit/>
          </a:bodyPr>
          <a:lstStyle/>
          <a:p>
            <a:pPr lvl="1">
              <a:lnSpc>
                <a:spcPct val="110000"/>
              </a:lnSpc>
              <a:buNone/>
            </a:pPr>
            <a:r>
              <a:rPr lang="en-GB" sz="1600" dirty="0">
                <a:solidFill>
                  <a:srgbClr val="00B0F0"/>
                </a:solidFill>
              </a:rPr>
              <a:t>declare</a:t>
            </a:r>
          </a:p>
          <a:p>
            <a:pPr lvl="1">
              <a:lnSpc>
                <a:spcPct val="110000"/>
              </a:lnSpc>
              <a:buNone/>
            </a:pPr>
            <a:r>
              <a:rPr lang="en-GB" sz="1600" dirty="0">
                <a:solidFill>
                  <a:srgbClr val="00B0F0"/>
                </a:solidFill>
              </a:rPr>
              <a:t> 		a </a:t>
            </a:r>
            <a:r>
              <a:rPr lang="en-GB" sz="1600" dirty="0" err="1">
                <a:solidFill>
                  <a:srgbClr val="00B0F0"/>
                </a:solidFill>
              </a:rPr>
              <a:t>ob_type</a:t>
            </a:r>
            <a:r>
              <a:rPr lang="en-GB" sz="1600" dirty="0">
                <a:solidFill>
                  <a:srgbClr val="00B0F0"/>
                </a:solidFill>
              </a:rPr>
              <a:t>:=</a:t>
            </a:r>
            <a:r>
              <a:rPr lang="en-GB" sz="1600" dirty="0" err="1">
                <a:solidFill>
                  <a:srgbClr val="00B0F0"/>
                </a:solidFill>
              </a:rPr>
              <a:t>ob_type</a:t>
            </a:r>
            <a:r>
              <a:rPr lang="en-GB" sz="1600" dirty="0">
                <a:solidFill>
                  <a:srgbClr val="00B0F0"/>
                </a:solidFill>
              </a:rPr>
              <a:t>(1,2);</a:t>
            </a:r>
          </a:p>
          <a:p>
            <a:pPr lvl="1">
              <a:lnSpc>
                <a:spcPct val="110000"/>
              </a:lnSpc>
              <a:buNone/>
            </a:pPr>
            <a:r>
              <a:rPr lang="en-GB" sz="1600" dirty="0">
                <a:solidFill>
                  <a:srgbClr val="00B0F0"/>
                </a:solidFill>
              </a:rPr>
              <a:t> begin</a:t>
            </a:r>
          </a:p>
          <a:p>
            <a:pPr lvl="1">
              <a:lnSpc>
                <a:spcPct val="110000"/>
              </a:lnSpc>
              <a:buNone/>
            </a:pPr>
            <a:r>
              <a:rPr lang="en-GB" sz="1600" dirty="0">
                <a:solidFill>
                  <a:srgbClr val="00B0F0"/>
                </a:solidFill>
              </a:rPr>
              <a:t> 		</a:t>
            </a:r>
            <a:r>
              <a:rPr lang="en-GB" sz="1600" dirty="0" err="1">
                <a:solidFill>
                  <a:srgbClr val="00B0F0"/>
                </a:solidFill>
              </a:rPr>
              <a:t>dbms_output.put_line</a:t>
            </a:r>
            <a:r>
              <a:rPr lang="en-GB" sz="1600" dirty="0">
                <a:solidFill>
                  <a:srgbClr val="00B0F0"/>
                </a:solidFill>
              </a:rPr>
              <a:t>(</a:t>
            </a:r>
            <a:r>
              <a:rPr lang="en-GB" sz="1600" dirty="0" err="1">
                <a:solidFill>
                  <a:srgbClr val="00B0F0"/>
                </a:solidFill>
              </a:rPr>
              <a:t>a.x</a:t>
            </a:r>
            <a:r>
              <a:rPr lang="en-GB" sz="1600" dirty="0">
                <a:solidFill>
                  <a:srgbClr val="00B0F0"/>
                </a:solidFill>
              </a:rPr>
              <a:t>||</a:t>
            </a:r>
            <a:r>
              <a:rPr lang="en-GB" sz="1600" dirty="0" err="1">
                <a:solidFill>
                  <a:srgbClr val="00B0F0"/>
                </a:solidFill>
              </a:rPr>
              <a:t>a.y</a:t>
            </a:r>
            <a:r>
              <a:rPr lang="en-GB" sz="1600" dirty="0">
                <a:solidFill>
                  <a:srgbClr val="00B0F0"/>
                </a:solidFill>
              </a:rPr>
              <a:t>);</a:t>
            </a:r>
          </a:p>
          <a:p>
            <a:pPr lvl="1">
              <a:lnSpc>
                <a:spcPct val="110000"/>
              </a:lnSpc>
              <a:buNone/>
            </a:pPr>
            <a:r>
              <a:rPr lang="en-GB" sz="1600" dirty="0">
                <a:solidFill>
                  <a:srgbClr val="00B0F0"/>
                </a:solidFill>
              </a:rPr>
              <a:t> 		</a:t>
            </a:r>
            <a:r>
              <a:rPr lang="en-GB" sz="1600" dirty="0" err="1">
                <a:solidFill>
                  <a:srgbClr val="00B0F0"/>
                </a:solidFill>
              </a:rPr>
              <a:t>a.changex</a:t>
            </a:r>
            <a:r>
              <a:rPr lang="en-GB" sz="1600" dirty="0">
                <a:solidFill>
                  <a:srgbClr val="00B0F0"/>
                </a:solidFill>
              </a:rPr>
              <a:t>(10);</a:t>
            </a:r>
          </a:p>
          <a:p>
            <a:pPr lvl="1">
              <a:lnSpc>
                <a:spcPct val="110000"/>
              </a:lnSpc>
              <a:buNone/>
            </a:pPr>
            <a:r>
              <a:rPr lang="en-GB" sz="1600" dirty="0">
                <a:solidFill>
                  <a:srgbClr val="00B0F0"/>
                </a:solidFill>
              </a:rPr>
              <a:t> 		</a:t>
            </a:r>
            <a:r>
              <a:rPr lang="en-GB" sz="1600" dirty="0" err="1">
                <a:solidFill>
                  <a:srgbClr val="00B0F0"/>
                </a:solidFill>
              </a:rPr>
              <a:t>dbms_output.put_line</a:t>
            </a:r>
            <a:r>
              <a:rPr lang="en-GB" sz="1600" dirty="0">
                <a:solidFill>
                  <a:srgbClr val="00B0F0"/>
                </a:solidFill>
              </a:rPr>
              <a:t>(</a:t>
            </a:r>
            <a:r>
              <a:rPr lang="en-GB" sz="1600" dirty="0" err="1">
                <a:solidFill>
                  <a:srgbClr val="00B0F0"/>
                </a:solidFill>
              </a:rPr>
              <a:t>a.x</a:t>
            </a:r>
            <a:r>
              <a:rPr lang="en-GB" sz="1600" dirty="0">
                <a:solidFill>
                  <a:srgbClr val="00B0F0"/>
                </a:solidFill>
              </a:rPr>
              <a:t>||</a:t>
            </a:r>
            <a:r>
              <a:rPr lang="en-GB" sz="1600" dirty="0" err="1">
                <a:solidFill>
                  <a:srgbClr val="00B0F0"/>
                </a:solidFill>
              </a:rPr>
              <a:t>a.y</a:t>
            </a:r>
            <a:r>
              <a:rPr lang="en-GB" sz="1600" dirty="0">
                <a:solidFill>
                  <a:srgbClr val="00B0F0"/>
                </a:solidFill>
              </a:rPr>
              <a:t>);</a:t>
            </a:r>
          </a:p>
          <a:p>
            <a:pPr lvl="1">
              <a:lnSpc>
                <a:spcPct val="110000"/>
              </a:lnSpc>
              <a:buNone/>
            </a:pPr>
            <a:r>
              <a:rPr lang="en-GB" sz="1600" dirty="0">
                <a:solidFill>
                  <a:srgbClr val="00B0F0"/>
                </a:solidFill>
              </a:rPr>
              <a:t> end;</a:t>
            </a:r>
          </a:p>
          <a:p>
            <a:pPr lvl="1">
              <a:lnSpc>
                <a:spcPct val="110000"/>
              </a:lnSpc>
              <a:buNone/>
            </a:pPr>
            <a:r>
              <a:rPr lang="en-GB" sz="1600" dirty="0">
                <a:solidFill>
                  <a:srgbClr val="00B0F0"/>
                </a:solidFill>
              </a:rPr>
              <a:t> /</a:t>
            </a:r>
          </a:p>
          <a:p>
            <a:pPr>
              <a:buNone/>
            </a:pPr>
            <a:endParaRPr lang="en-GB" sz="1200" dirty="0"/>
          </a:p>
          <a:p>
            <a:pPr>
              <a:buNone/>
            </a:pPr>
            <a:r>
              <a:rPr lang="en-GB" sz="1200" dirty="0"/>
              <a:t>Output :</a:t>
            </a:r>
          </a:p>
          <a:p>
            <a:pPr>
              <a:buNone/>
            </a:pPr>
            <a:r>
              <a:rPr lang="en-GB" sz="1200" dirty="0"/>
              <a:t>12</a:t>
            </a:r>
          </a:p>
          <a:p>
            <a:pPr>
              <a:buNone/>
            </a:pPr>
            <a:r>
              <a:rPr lang="en-GB" sz="1200" dirty="0"/>
              <a:t>102</a:t>
            </a:r>
            <a:endParaRPr lang="en-GB" sz="1800" dirty="0"/>
          </a:p>
        </p:txBody>
      </p:sp>
    </p:spTree>
    <p:extLst>
      <p:ext uri="{BB962C8B-B14F-4D97-AF65-F5344CB8AC3E}">
        <p14:creationId xmlns:p14="http://schemas.microsoft.com/office/powerpoint/2010/main" val="11181558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3"/>
          <p:cNvSpPr>
            <a:spLocks noGrp="1"/>
          </p:cNvSpPr>
          <p:nvPr>
            <p:ph type="title"/>
          </p:nvPr>
        </p:nvSpPr>
        <p:spPr>
          <a:xfrm>
            <a:off x="-1" y="98992"/>
            <a:ext cx="8942119" cy="536972"/>
          </a:xfrm>
          <a:noFill/>
        </p:spPr>
        <p:txBody>
          <a:bodyPr>
            <a:normAutofit fontScale="90000"/>
          </a:bodyPr>
          <a:lstStyle/>
          <a:p>
            <a:r>
              <a:rPr lang="en-US" sz="1600" dirty="0">
                <a:latin typeface="Candara"/>
              </a:rPr>
              <a:t>1.3: </a:t>
            </a:r>
            <a:r>
              <a:rPr lang="en-US" sz="1400" dirty="0">
                <a:latin typeface="Candara"/>
              </a:rPr>
              <a:t>Object Table 						</a:t>
            </a:r>
            <a:br>
              <a:rPr lang="en-US" sz="1400" dirty="0">
                <a:latin typeface="Candara"/>
              </a:rPr>
            </a:br>
            <a:r>
              <a:rPr lang="en-US" sz="2300" dirty="0"/>
              <a:t>Use of Object-type to create an Object Table</a:t>
            </a:r>
            <a:endParaRPr lang="en-US" sz="2300" b="1" dirty="0">
              <a:latin typeface="Candara"/>
            </a:endParaRPr>
          </a:p>
        </p:txBody>
      </p:sp>
      <p:sp>
        <p:nvSpPr>
          <p:cNvPr id="12292" name="Rectangle 3"/>
          <p:cNvSpPr>
            <a:spLocks noGrp="1" noChangeArrowheads="1"/>
          </p:cNvSpPr>
          <p:nvPr>
            <p:ph idx="1"/>
          </p:nvPr>
        </p:nvSpPr>
        <p:spPr>
          <a:xfrm>
            <a:off x="320675" y="986588"/>
            <a:ext cx="8570662" cy="3711617"/>
          </a:xfrm>
        </p:spPr>
        <p:txBody>
          <a:bodyPr>
            <a:normAutofit/>
          </a:bodyPr>
          <a:lstStyle/>
          <a:p>
            <a:pPr>
              <a:buNone/>
            </a:pPr>
            <a:endParaRPr lang="en-US" sz="1800" dirty="0">
              <a:solidFill>
                <a:srgbClr val="00B0F0"/>
              </a:solidFill>
            </a:endParaRPr>
          </a:p>
          <a:p>
            <a:pPr>
              <a:buNone/>
            </a:pPr>
            <a:r>
              <a:rPr lang="en-US" sz="1800" dirty="0">
                <a:solidFill>
                  <a:srgbClr val="00B0F0"/>
                </a:solidFill>
              </a:rPr>
              <a:t>CREATE TABLE </a:t>
            </a:r>
            <a:r>
              <a:rPr lang="en-US" sz="1800" dirty="0" err="1">
                <a:solidFill>
                  <a:srgbClr val="00B0F0"/>
                </a:solidFill>
              </a:rPr>
              <a:t>obj_type_table</a:t>
            </a:r>
            <a:r>
              <a:rPr lang="en-US" sz="1800" dirty="0">
                <a:solidFill>
                  <a:srgbClr val="00B0F0"/>
                </a:solidFill>
              </a:rPr>
              <a:t> OF </a:t>
            </a:r>
            <a:r>
              <a:rPr lang="en-US" sz="1800" dirty="0" err="1">
                <a:solidFill>
                  <a:srgbClr val="00B0F0"/>
                </a:solidFill>
              </a:rPr>
              <a:t>ob_type</a:t>
            </a:r>
            <a:r>
              <a:rPr lang="en-US" sz="1800" dirty="0">
                <a:solidFill>
                  <a:srgbClr val="00B0F0"/>
                </a:solidFill>
              </a:rPr>
              <a:t>;</a:t>
            </a:r>
          </a:p>
          <a:p>
            <a:pPr>
              <a:buNone/>
            </a:pPr>
            <a:r>
              <a:rPr lang="en-US" sz="1800" dirty="0">
                <a:solidFill>
                  <a:srgbClr val="00B0F0"/>
                </a:solidFill>
              </a:rPr>
              <a:t>insert into </a:t>
            </a:r>
            <a:r>
              <a:rPr lang="en-US" sz="1800" dirty="0" err="1">
                <a:solidFill>
                  <a:srgbClr val="00B0F0"/>
                </a:solidFill>
              </a:rPr>
              <a:t>obj_type_table</a:t>
            </a:r>
            <a:r>
              <a:rPr lang="en-US" sz="1800" dirty="0">
                <a:solidFill>
                  <a:srgbClr val="00B0F0"/>
                </a:solidFill>
              </a:rPr>
              <a:t> values(</a:t>
            </a:r>
            <a:r>
              <a:rPr lang="en-US" sz="1800" dirty="0" err="1">
                <a:solidFill>
                  <a:srgbClr val="00B0F0"/>
                </a:solidFill>
              </a:rPr>
              <a:t>ob_type</a:t>
            </a:r>
            <a:r>
              <a:rPr lang="en-US" sz="1800" dirty="0">
                <a:solidFill>
                  <a:srgbClr val="00B0F0"/>
                </a:solidFill>
              </a:rPr>
              <a:t>(1,1));</a:t>
            </a:r>
          </a:p>
          <a:p>
            <a:pPr>
              <a:buNone/>
            </a:pPr>
            <a:r>
              <a:rPr lang="en-US" sz="1800" dirty="0">
                <a:solidFill>
                  <a:srgbClr val="00B0F0"/>
                </a:solidFill>
              </a:rPr>
              <a:t>insert into </a:t>
            </a:r>
            <a:r>
              <a:rPr lang="en-US" sz="1800" dirty="0" err="1">
                <a:solidFill>
                  <a:srgbClr val="00B0F0"/>
                </a:solidFill>
              </a:rPr>
              <a:t>obj_type_table</a:t>
            </a:r>
            <a:r>
              <a:rPr lang="en-US" sz="1800" dirty="0">
                <a:solidFill>
                  <a:srgbClr val="00B0F0"/>
                </a:solidFill>
              </a:rPr>
              <a:t> values(</a:t>
            </a:r>
            <a:r>
              <a:rPr lang="en-US" sz="1800" dirty="0" err="1">
                <a:solidFill>
                  <a:srgbClr val="00B0F0"/>
                </a:solidFill>
              </a:rPr>
              <a:t>ob_type</a:t>
            </a:r>
            <a:r>
              <a:rPr lang="en-US" sz="1800" dirty="0">
                <a:solidFill>
                  <a:srgbClr val="00B0F0"/>
                </a:solidFill>
              </a:rPr>
              <a:t>(2,2));</a:t>
            </a:r>
          </a:p>
          <a:p>
            <a:pPr>
              <a:buNone/>
            </a:pPr>
            <a:r>
              <a:rPr lang="en-US" sz="1800" dirty="0">
                <a:solidFill>
                  <a:srgbClr val="00B0F0"/>
                </a:solidFill>
              </a:rPr>
              <a:t>insert into </a:t>
            </a:r>
            <a:r>
              <a:rPr lang="en-US" sz="1800" dirty="0" err="1">
                <a:solidFill>
                  <a:srgbClr val="00B0F0"/>
                </a:solidFill>
              </a:rPr>
              <a:t>obj_type_table</a:t>
            </a:r>
            <a:r>
              <a:rPr lang="en-US" sz="1800" dirty="0">
                <a:solidFill>
                  <a:srgbClr val="00B0F0"/>
                </a:solidFill>
              </a:rPr>
              <a:t> values(</a:t>
            </a:r>
            <a:r>
              <a:rPr lang="en-US" sz="1800" dirty="0" err="1">
                <a:solidFill>
                  <a:srgbClr val="00B0F0"/>
                </a:solidFill>
              </a:rPr>
              <a:t>ob_type</a:t>
            </a:r>
            <a:r>
              <a:rPr lang="en-US" sz="1800" dirty="0">
                <a:solidFill>
                  <a:srgbClr val="00B0F0"/>
                </a:solidFill>
              </a:rPr>
              <a:t>(3,3));</a:t>
            </a:r>
          </a:p>
          <a:p>
            <a:pPr>
              <a:buNone/>
            </a:pPr>
            <a:r>
              <a:rPr lang="en-US" sz="1800" dirty="0">
                <a:solidFill>
                  <a:srgbClr val="00B0F0"/>
                </a:solidFill>
              </a:rPr>
              <a:t>select * from </a:t>
            </a:r>
            <a:r>
              <a:rPr lang="en-US" sz="1800" dirty="0" err="1">
                <a:solidFill>
                  <a:srgbClr val="00B0F0"/>
                </a:solidFill>
              </a:rPr>
              <a:t>obj_type_table</a:t>
            </a:r>
            <a:r>
              <a:rPr lang="en-US" sz="1800" dirty="0">
                <a:solidFill>
                  <a:srgbClr val="00B0F0"/>
                </a:solidFill>
              </a:rPr>
              <a:t>;</a:t>
            </a:r>
          </a:p>
          <a:p>
            <a:pPr>
              <a:buNone/>
            </a:pPr>
            <a:endParaRPr lang="en-GB" dirty="0"/>
          </a:p>
          <a:p>
            <a:pPr>
              <a:buNone/>
            </a:pPr>
            <a:r>
              <a:rPr lang="en-US" sz="1200" dirty="0"/>
              <a:t>	 X          Y</a:t>
            </a:r>
          </a:p>
          <a:p>
            <a:pPr>
              <a:buNone/>
            </a:pPr>
            <a:r>
              <a:rPr lang="en-US" sz="1200" dirty="0"/>
              <a:t>----- ----------</a:t>
            </a:r>
          </a:p>
          <a:p>
            <a:pPr>
              <a:buNone/>
            </a:pPr>
            <a:r>
              <a:rPr lang="en-US" sz="1200" dirty="0"/>
              <a:t>    1          1</a:t>
            </a:r>
          </a:p>
          <a:p>
            <a:pPr>
              <a:buNone/>
            </a:pPr>
            <a:r>
              <a:rPr lang="en-US" sz="1200" dirty="0"/>
              <a:t>    2          2</a:t>
            </a:r>
          </a:p>
          <a:p>
            <a:pPr>
              <a:buNone/>
            </a:pPr>
            <a:r>
              <a:rPr lang="en-US" sz="1200" dirty="0"/>
              <a:t>    3          3</a:t>
            </a:r>
            <a:endParaRPr lang="en-GB" sz="1200" dirty="0"/>
          </a:p>
        </p:txBody>
      </p:sp>
    </p:spTree>
    <p:extLst>
      <p:ext uri="{BB962C8B-B14F-4D97-AF65-F5344CB8AC3E}">
        <p14:creationId xmlns:p14="http://schemas.microsoft.com/office/powerpoint/2010/main" val="11181558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3"/>
          <p:cNvSpPr>
            <a:spLocks noGrp="1"/>
          </p:cNvSpPr>
          <p:nvPr>
            <p:ph type="title"/>
          </p:nvPr>
        </p:nvSpPr>
        <p:spPr>
          <a:xfrm>
            <a:off x="-1" y="98992"/>
            <a:ext cx="8942119" cy="536972"/>
          </a:xfrm>
          <a:noFill/>
        </p:spPr>
        <p:txBody>
          <a:bodyPr>
            <a:normAutofit fontScale="90000"/>
          </a:bodyPr>
          <a:lstStyle/>
          <a:p>
            <a:r>
              <a:rPr lang="en-US" sz="1600" dirty="0">
                <a:latin typeface="Candara"/>
              </a:rPr>
              <a:t>1.3: </a:t>
            </a:r>
            <a:r>
              <a:rPr lang="en-US" sz="1400" dirty="0">
                <a:latin typeface="Candara"/>
              </a:rPr>
              <a:t>Object Table 								…..</a:t>
            </a:r>
            <a:r>
              <a:rPr lang="en-US" sz="1400" dirty="0" err="1">
                <a:latin typeface="Candara"/>
              </a:rPr>
              <a:t>contd</a:t>
            </a:r>
            <a:r>
              <a:rPr lang="en-US" sz="1400" dirty="0">
                <a:latin typeface="Candara"/>
              </a:rPr>
              <a:t>	</a:t>
            </a:r>
            <a:br>
              <a:rPr lang="en-US" sz="1400" dirty="0">
                <a:latin typeface="Candara"/>
              </a:rPr>
            </a:br>
            <a:r>
              <a:rPr lang="en-US" sz="2300" dirty="0"/>
              <a:t>Use of Object-table data through member procedure	</a:t>
            </a:r>
            <a:endParaRPr lang="en-US" sz="2300" b="1" dirty="0">
              <a:latin typeface="Candara"/>
            </a:endParaRPr>
          </a:p>
        </p:txBody>
      </p:sp>
      <p:sp>
        <p:nvSpPr>
          <p:cNvPr id="12292" name="Rectangle 3"/>
          <p:cNvSpPr>
            <a:spLocks noGrp="1" noChangeArrowheads="1"/>
          </p:cNvSpPr>
          <p:nvPr>
            <p:ph idx="1"/>
          </p:nvPr>
        </p:nvSpPr>
        <p:spPr>
          <a:xfrm>
            <a:off x="486888" y="783771"/>
            <a:ext cx="8657112" cy="397823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1300" dirty="0">
                <a:solidFill>
                  <a:srgbClr val="00B0F0"/>
                </a:solidFill>
              </a:rPr>
              <a:t>declare</a:t>
            </a:r>
          </a:p>
          <a:p>
            <a:pPr>
              <a:buNone/>
            </a:pPr>
            <a:r>
              <a:rPr lang="en-US" sz="1300" dirty="0">
                <a:solidFill>
                  <a:srgbClr val="00B0F0"/>
                </a:solidFill>
              </a:rPr>
              <a:t>  		</a:t>
            </a:r>
            <a:r>
              <a:rPr lang="en-US" sz="1300" dirty="0" err="1">
                <a:solidFill>
                  <a:srgbClr val="00B0F0"/>
                </a:solidFill>
              </a:rPr>
              <a:t>ldata</a:t>
            </a:r>
            <a:r>
              <a:rPr lang="en-US" sz="1300" dirty="0">
                <a:solidFill>
                  <a:srgbClr val="00B0F0"/>
                </a:solidFill>
              </a:rPr>
              <a:t> </a:t>
            </a:r>
            <a:r>
              <a:rPr lang="en-US" sz="1300" dirty="0" err="1">
                <a:solidFill>
                  <a:srgbClr val="00B0F0"/>
                </a:solidFill>
              </a:rPr>
              <a:t>ob_type</a:t>
            </a:r>
            <a:r>
              <a:rPr lang="en-US" sz="1300" dirty="0">
                <a:solidFill>
                  <a:srgbClr val="00B0F0"/>
                </a:solidFill>
              </a:rPr>
              <a:t>:=</a:t>
            </a:r>
            <a:r>
              <a:rPr lang="en-US" sz="1300" dirty="0" err="1">
                <a:solidFill>
                  <a:srgbClr val="00B0F0"/>
                </a:solidFill>
              </a:rPr>
              <a:t>ob_type</a:t>
            </a:r>
            <a:r>
              <a:rPr lang="en-US" sz="1300" dirty="0">
                <a:solidFill>
                  <a:srgbClr val="00B0F0"/>
                </a:solidFill>
              </a:rPr>
              <a:t>(0,0);</a:t>
            </a:r>
          </a:p>
          <a:p>
            <a:pPr>
              <a:buNone/>
            </a:pPr>
            <a:r>
              <a:rPr lang="en-US" sz="1300" dirty="0">
                <a:solidFill>
                  <a:srgbClr val="00B0F0"/>
                </a:solidFill>
              </a:rPr>
              <a:t> begin</a:t>
            </a:r>
          </a:p>
          <a:p>
            <a:pPr>
              <a:buNone/>
            </a:pPr>
            <a:r>
              <a:rPr lang="en-US" sz="1300" dirty="0">
                <a:solidFill>
                  <a:srgbClr val="00B0F0"/>
                </a:solidFill>
              </a:rPr>
              <a:t>		select </a:t>
            </a:r>
            <a:r>
              <a:rPr lang="en-US" sz="1300" dirty="0" err="1">
                <a:solidFill>
                  <a:srgbClr val="00B0F0"/>
                </a:solidFill>
              </a:rPr>
              <a:t>nt.x</a:t>
            </a:r>
            <a:r>
              <a:rPr lang="en-US" sz="1300" dirty="0">
                <a:solidFill>
                  <a:srgbClr val="00B0F0"/>
                </a:solidFill>
              </a:rPr>
              <a:t>, </a:t>
            </a:r>
            <a:r>
              <a:rPr lang="en-US" sz="1300" dirty="0" err="1">
                <a:solidFill>
                  <a:srgbClr val="00B0F0"/>
                </a:solidFill>
              </a:rPr>
              <a:t>nt.y</a:t>
            </a:r>
            <a:r>
              <a:rPr lang="en-US" sz="1300" dirty="0">
                <a:solidFill>
                  <a:srgbClr val="00B0F0"/>
                </a:solidFill>
              </a:rPr>
              <a:t> into </a:t>
            </a:r>
            <a:r>
              <a:rPr lang="en-US" sz="1300" dirty="0" err="1">
                <a:solidFill>
                  <a:srgbClr val="00B0F0"/>
                </a:solidFill>
              </a:rPr>
              <a:t>ldata.x</a:t>
            </a:r>
            <a:r>
              <a:rPr lang="en-US" sz="1300" dirty="0">
                <a:solidFill>
                  <a:srgbClr val="00B0F0"/>
                </a:solidFill>
              </a:rPr>
              <a:t>, </a:t>
            </a:r>
            <a:r>
              <a:rPr lang="en-US" sz="1300" dirty="0" err="1">
                <a:solidFill>
                  <a:srgbClr val="00B0F0"/>
                </a:solidFill>
              </a:rPr>
              <a:t>ldata.y</a:t>
            </a:r>
            <a:r>
              <a:rPr lang="en-US" sz="1300" dirty="0">
                <a:solidFill>
                  <a:srgbClr val="00B0F0"/>
                </a:solidFill>
              </a:rPr>
              <a:t> from </a:t>
            </a:r>
            <a:r>
              <a:rPr lang="en-US" sz="1300" dirty="0" err="1">
                <a:solidFill>
                  <a:srgbClr val="00B0F0"/>
                </a:solidFill>
              </a:rPr>
              <a:t>obj_type_table</a:t>
            </a:r>
            <a:r>
              <a:rPr lang="en-US" sz="1300" dirty="0">
                <a:solidFill>
                  <a:srgbClr val="00B0F0"/>
                </a:solidFill>
              </a:rPr>
              <a:t> </a:t>
            </a:r>
            <a:r>
              <a:rPr lang="en-US" sz="1300" dirty="0" err="1">
                <a:solidFill>
                  <a:srgbClr val="00B0F0"/>
                </a:solidFill>
              </a:rPr>
              <a:t>nt</a:t>
            </a:r>
            <a:r>
              <a:rPr lang="en-US" sz="1300" dirty="0">
                <a:solidFill>
                  <a:srgbClr val="00B0F0"/>
                </a:solidFill>
              </a:rPr>
              <a:t> where </a:t>
            </a:r>
            <a:r>
              <a:rPr lang="en-US" sz="1300" dirty="0" err="1">
                <a:solidFill>
                  <a:srgbClr val="00B0F0"/>
                </a:solidFill>
              </a:rPr>
              <a:t>nt.x</a:t>
            </a:r>
            <a:r>
              <a:rPr lang="en-US" sz="1300" dirty="0">
                <a:solidFill>
                  <a:srgbClr val="00B0F0"/>
                </a:solidFill>
              </a:rPr>
              <a:t>=1;</a:t>
            </a:r>
          </a:p>
          <a:p>
            <a:pPr>
              <a:buNone/>
            </a:pPr>
            <a:r>
              <a:rPr lang="en-US" sz="1300" dirty="0">
                <a:solidFill>
                  <a:srgbClr val="00B0F0"/>
                </a:solidFill>
              </a:rPr>
              <a:t> 		</a:t>
            </a:r>
            <a:r>
              <a:rPr lang="en-US" sz="1300" dirty="0" err="1">
                <a:solidFill>
                  <a:srgbClr val="00B0F0"/>
                </a:solidFill>
              </a:rPr>
              <a:t>ldata.changex</a:t>
            </a:r>
            <a:r>
              <a:rPr lang="en-US" sz="1300" dirty="0">
                <a:solidFill>
                  <a:srgbClr val="00B0F0"/>
                </a:solidFill>
              </a:rPr>
              <a:t>(10);</a:t>
            </a:r>
          </a:p>
          <a:p>
            <a:pPr>
              <a:buNone/>
            </a:pPr>
            <a:r>
              <a:rPr lang="en-US" sz="1300" dirty="0">
                <a:solidFill>
                  <a:srgbClr val="00B0F0"/>
                </a:solidFill>
              </a:rPr>
              <a:t> 		update </a:t>
            </a:r>
            <a:r>
              <a:rPr lang="en-US" sz="1300" dirty="0" err="1">
                <a:solidFill>
                  <a:srgbClr val="00B0F0"/>
                </a:solidFill>
              </a:rPr>
              <a:t>obj_type_table</a:t>
            </a:r>
            <a:r>
              <a:rPr lang="en-US" sz="1300" dirty="0">
                <a:solidFill>
                  <a:srgbClr val="00B0F0"/>
                </a:solidFill>
              </a:rPr>
              <a:t> </a:t>
            </a:r>
            <a:r>
              <a:rPr lang="en-US" sz="1300" dirty="0" err="1">
                <a:solidFill>
                  <a:srgbClr val="00B0F0"/>
                </a:solidFill>
              </a:rPr>
              <a:t>nt</a:t>
            </a:r>
            <a:r>
              <a:rPr lang="en-US" sz="1300" dirty="0">
                <a:solidFill>
                  <a:srgbClr val="00B0F0"/>
                </a:solidFill>
              </a:rPr>
              <a:t> set </a:t>
            </a:r>
            <a:r>
              <a:rPr lang="en-US" sz="1300" dirty="0" err="1">
                <a:solidFill>
                  <a:srgbClr val="00B0F0"/>
                </a:solidFill>
              </a:rPr>
              <a:t>nt.x</a:t>
            </a:r>
            <a:r>
              <a:rPr lang="en-US" sz="1300" dirty="0">
                <a:solidFill>
                  <a:srgbClr val="00B0F0"/>
                </a:solidFill>
              </a:rPr>
              <a:t>=</a:t>
            </a:r>
            <a:r>
              <a:rPr lang="en-US" sz="1300" dirty="0" err="1">
                <a:solidFill>
                  <a:srgbClr val="00B0F0"/>
                </a:solidFill>
              </a:rPr>
              <a:t>ldata.x</a:t>
            </a:r>
            <a:r>
              <a:rPr lang="en-US" sz="1300" dirty="0">
                <a:solidFill>
                  <a:srgbClr val="00B0F0"/>
                </a:solidFill>
              </a:rPr>
              <a:t> where </a:t>
            </a:r>
            <a:r>
              <a:rPr lang="en-US" sz="1300" dirty="0" err="1">
                <a:solidFill>
                  <a:srgbClr val="00B0F0"/>
                </a:solidFill>
              </a:rPr>
              <a:t>nt.x</a:t>
            </a:r>
            <a:r>
              <a:rPr lang="en-US" sz="1300" dirty="0">
                <a:solidFill>
                  <a:srgbClr val="00B0F0"/>
                </a:solidFill>
              </a:rPr>
              <a:t>=1;</a:t>
            </a:r>
          </a:p>
          <a:p>
            <a:pPr>
              <a:buNone/>
            </a:pPr>
            <a:r>
              <a:rPr lang="en-US" sz="1300" dirty="0">
                <a:solidFill>
                  <a:srgbClr val="00B0F0"/>
                </a:solidFill>
              </a:rPr>
              <a:t>end;</a:t>
            </a:r>
          </a:p>
          <a:p>
            <a:pPr>
              <a:buNone/>
            </a:pPr>
            <a:r>
              <a:rPr lang="en-US" sz="1300" dirty="0">
                <a:solidFill>
                  <a:srgbClr val="00B0F0"/>
                </a:solidFill>
              </a:rPr>
              <a:t>/</a:t>
            </a:r>
          </a:p>
          <a:p>
            <a:pPr>
              <a:buNone/>
            </a:pPr>
            <a:r>
              <a:rPr lang="en-US" sz="800" b="1" dirty="0">
                <a:solidFill>
                  <a:srgbClr val="00B0F0"/>
                </a:solidFill>
              </a:rPr>
              <a:t>Or</a:t>
            </a:r>
          </a:p>
          <a:p>
            <a:pPr>
              <a:buNone/>
            </a:pPr>
            <a:r>
              <a:rPr lang="en-US" sz="1300" dirty="0">
                <a:solidFill>
                  <a:srgbClr val="00B0F0"/>
                </a:solidFill>
              </a:rPr>
              <a:t> declare</a:t>
            </a:r>
          </a:p>
          <a:p>
            <a:pPr>
              <a:buNone/>
            </a:pPr>
            <a:r>
              <a:rPr lang="en-US" sz="1300" dirty="0">
                <a:solidFill>
                  <a:srgbClr val="00B0F0"/>
                </a:solidFill>
              </a:rPr>
              <a:t>    	</a:t>
            </a:r>
            <a:r>
              <a:rPr lang="en-US" sz="1300" dirty="0" err="1">
                <a:solidFill>
                  <a:srgbClr val="00B0F0"/>
                </a:solidFill>
              </a:rPr>
              <a:t>ldata</a:t>
            </a:r>
            <a:r>
              <a:rPr lang="en-US" sz="1300" dirty="0">
                <a:solidFill>
                  <a:srgbClr val="00B0F0"/>
                </a:solidFill>
              </a:rPr>
              <a:t> </a:t>
            </a:r>
            <a:r>
              <a:rPr lang="en-US" sz="1300" dirty="0" err="1">
                <a:solidFill>
                  <a:srgbClr val="00B0F0"/>
                </a:solidFill>
              </a:rPr>
              <a:t>ob_type</a:t>
            </a:r>
            <a:r>
              <a:rPr lang="en-US" sz="1300" dirty="0">
                <a:solidFill>
                  <a:srgbClr val="00B0F0"/>
                </a:solidFill>
              </a:rPr>
              <a:t>:=</a:t>
            </a:r>
            <a:r>
              <a:rPr lang="en-US" sz="1300" dirty="0" err="1">
                <a:solidFill>
                  <a:srgbClr val="00B0F0"/>
                </a:solidFill>
              </a:rPr>
              <a:t>ob_type</a:t>
            </a:r>
            <a:r>
              <a:rPr lang="en-US" sz="1300" dirty="0">
                <a:solidFill>
                  <a:srgbClr val="00B0F0"/>
                </a:solidFill>
              </a:rPr>
              <a:t>(0,0);</a:t>
            </a:r>
          </a:p>
          <a:p>
            <a:pPr>
              <a:buNone/>
            </a:pPr>
            <a:r>
              <a:rPr lang="en-US" sz="1300" dirty="0">
                <a:solidFill>
                  <a:srgbClr val="00B0F0"/>
                </a:solidFill>
              </a:rPr>
              <a:t>  begin</a:t>
            </a:r>
          </a:p>
          <a:p>
            <a:pPr>
              <a:buNone/>
            </a:pPr>
            <a:r>
              <a:rPr lang="en-US" sz="1300" dirty="0">
                <a:solidFill>
                  <a:srgbClr val="00B0F0"/>
                </a:solidFill>
              </a:rPr>
              <a:t> 		select x, y into </a:t>
            </a:r>
            <a:r>
              <a:rPr lang="en-US" sz="1300" dirty="0" err="1">
                <a:solidFill>
                  <a:srgbClr val="00B0F0"/>
                </a:solidFill>
              </a:rPr>
              <a:t>ldata.x</a:t>
            </a:r>
            <a:r>
              <a:rPr lang="en-US" sz="1300" dirty="0">
                <a:solidFill>
                  <a:srgbClr val="00B0F0"/>
                </a:solidFill>
              </a:rPr>
              <a:t>, </a:t>
            </a:r>
            <a:r>
              <a:rPr lang="en-US" sz="1300" dirty="0" err="1">
                <a:solidFill>
                  <a:srgbClr val="00B0F0"/>
                </a:solidFill>
              </a:rPr>
              <a:t>ldata.y</a:t>
            </a:r>
            <a:r>
              <a:rPr lang="en-US" sz="1300" dirty="0">
                <a:solidFill>
                  <a:srgbClr val="00B0F0"/>
                </a:solidFill>
              </a:rPr>
              <a:t> from </a:t>
            </a:r>
            <a:r>
              <a:rPr lang="en-US" sz="1300" dirty="0" err="1">
                <a:solidFill>
                  <a:srgbClr val="00B0F0"/>
                </a:solidFill>
              </a:rPr>
              <a:t>obj_type_table</a:t>
            </a:r>
            <a:r>
              <a:rPr lang="en-US" sz="1300" dirty="0">
                <a:solidFill>
                  <a:srgbClr val="00B0F0"/>
                </a:solidFill>
              </a:rPr>
              <a:t>  where x=1;</a:t>
            </a:r>
          </a:p>
          <a:p>
            <a:pPr>
              <a:buNone/>
            </a:pPr>
            <a:r>
              <a:rPr lang="en-US" sz="1300" dirty="0">
                <a:solidFill>
                  <a:srgbClr val="00B0F0"/>
                </a:solidFill>
              </a:rPr>
              <a:t>    	</a:t>
            </a:r>
            <a:r>
              <a:rPr lang="en-US" sz="1300" dirty="0" err="1">
                <a:solidFill>
                  <a:srgbClr val="00B0F0"/>
                </a:solidFill>
              </a:rPr>
              <a:t>ldata.changex</a:t>
            </a:r>
            <a:r>
              <a:rPr lang="en-US" sz="1300" dirty="0">
                <a:solidFill>
                  <a:srgbClr val="00B0F0"/>
                </a:solidFill>
              </a:rPr>
              <a:t>(10);</a:t>
            </a:r>
          </a:p>
          <a:p>
            <a:pPr>
              <a:buNone/>
            </a:pPr>
            <a:r>
              <a:rPr lang="en-US" sz="1300" dirty="0">
                <a:solidFill>
                  <a:srgbClr val="00B0F0"/>
                </a:solidFill>
              </a:rPr>
              <a:t>    	update </a:t>
            </a:r>
            <a:r>
              <a:rPr lang="en-US" sz="1300" dirty="0" err="1">
                <a:solidFill>
                  <a:srgbClr val="00B0F0"/>
                </a:solidFill>
              </a:rPr>
              <a:t>obj_type_table</a:t>
            </a:r>
            <a:r>
              <a:rPr lang="en-US" sz="1300" dirty="0">
                <a:solidFill>
                  <a:srgbClr val="00B0F0"/>
                </a:solidFill>
              </a:rPr>
              <a:t>  set x=</a:t>
            </a:r>
            <a:r>
              <a:rPr lang="en-US" sz="1300" dirty="0" err="1">
                <a:solidFill>
                  <a:srgbClr val="00B0F0"/>
                </a:solidFill>
              </a:rPr>
              <a:t>ldata.x</a:t>
            </a:r>
            <a:r>
              <a:rPr lang="en-US" sz="1300" dirty="0">
                <a:solidFill>
                  <a:srgbClr val="00B0F0"/>
                </a:solidFill>
              </a:rPr>
              <a:t> where x=1;</a:t>
            </a:r>
          </a:p>
          <a:p>
            <a:pPr>
              <a:buNone/>
            </a:pPr>
            <a:r>
              <a:rPr lang="en-US" sz="1300" dirty="0">
                <a:solidFill>
                  <a:srgbClr val="00B0F0"/>
                </a:solidFill>
              </a:rPr>
              <a:t> end;</a:t>
            </a:r>
          </a:p>
          <a:p>
            <a:pPr>
              <a:buNone/>
            </a:pPr>
            <a:r>
              <a:rPr lang="en-US" sz="1300" dirty="0">
                <a:solidFill>
                  <a:srgbClr val="00B0F0"/>
                </a:solidFill>
              </a:rPr>
              <a:t> /</a:t>
            </a:r>
          </a:p>
        </p:txBody>
      </p:sp>
    </p:spTree>
    <p:extLst>
      <p:ext uri="{BB962C8B-B14F-4D97-AF65-F5344CB8AC3E}">
        <p14:creationId xmlns:p14="http://schemas.microsoft.com/office/powerpoint/2010/main" val="11181558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3"/>
          <p:cNvSpPr>
            <a:spLocks noGrp="1"/>
          </p:cNvSpPr>
          <p:nvPr>
            <p:ph type="title"/>
          </p:nvPr>
        </p:nvSpPr>
        <p:spPr>
          <a:xfrm>
            <a:off x="-1" y="98992"/>
            <a:ext cx="8942119" cy="536972"/>
          </a:xfrm>
          <a:noFill/>
        </p:spPr>
        <p:txBody>
          <a:bodyPr>
            <a:normAutofit fontScale="90000"/>
          </a:bodyPr>
          <a:lstStyle/>
          <a:p>
            <a:r>
              <a:rPr lang="en-US" sz="1600" dirty="0">
                <a:latin typeface="Candara"/>
              </a:rPr>
              <a:t>1.3: </a:t>
            </a:r>
            <a:r>
              <a:rPr lang="en-US" sz="1400" dirty="0">
                <a:latin typeface="Candara"/>
              </a:rPr>
              <a:t>Object Table 								…..</a:t>
            </a:r>
            <a:r>
              <a:rPr lang="en-US" sz="1400" dirty="0" err="1">
                <a:latin typeface="Candara"/>
              </a:rPr>
              <a:t>contd</a:t>
            </a:r>
            <a:r>
              <a:rPr lang="en-US" sz="1400" dirty="0">
                <a:latin typeface="Candara"/>
              </a:rPr>
              <a:t>	</a:t>
            </a:r>
            <a:br>
              <a:rPr lang="en-US" sz="1400" dirty="0">
                <a:latin typeface="Candara"/>
              </a:rPr>
            </a:br>
            <a:r>
              <a:rPr lang="en-US" sz="2300" dirty="0"/>
              <a:t>Use of Object-table data through member procedure	…</a:t>
            </a:r>
            <a:r>
              <a:rPr lang="en-US" sz="2300" dirty="0" err="1"/>
              <a:t>contd</a:t>
            </a:r>
            <a:endParaRPr lang="en-US" sz="2300" b="1" dirty="0">
              <a:latin typeface="Candara"/>
            </a:endParaRPr>
          </a:p>
        </p:txBody>
      </p:sp>
      <p:sp>
        <p:nvSpPr>
          <p:cNvPr id="12292" name="Rectangle 3"/>
          <p:cNvSpPr>
            <a:spLocks noGrp="1" noChangeArrowheads="1"/>
          </p:cNvSpPr>
          <p:nvPr>
            <p:ph idx="1"/>
          </p:nvPr>
        </p:nvSpPr>
        <p:spPr>
          <a:xfrm>
            <a:off x="296924" y="855959"/>
            <a:ext cx="8570662" cy="3858545"/>
          </a:xfrm>
        </p:spPr>
        <p:txBody>
          <a:bodyPr>
            <a:noAutofit/>
          </a:bodyPr>
          <a:lstStyle/>
          <a:p>
            <a:pPr>
              <a:buNone/>
            </a:pPr>
            <a:endParaRPr lang="en-US" sz="1400" dirty="0"/>
          </a:p>
          <a:p>
            <a:pPr>
              <a:buNone/>
            </a:pPr>
            <a:r>
              <a:rPr lang="en-US" sz="1600" dirty="0">
                <a:solidFill>
                  <a:srgbClr val="00B0F0"/>
                </a:solidFill>
              </a:rPr>
              <a:t>select * from </a:t>
            </a:r>
            <a:r>
              <a:rPr lang="en-US" sz="1600" dirty="0" err="1">
                <a:solidFill>
                  <a:srgbClr val="00B0F0"/>
                </a:solidFill>
              </a:rPr>
              <a:t>obj_type_table</a:t>
            </a:r>
            <a:r>
              <a:rPr lang="en-US" sz="1600" dirty="0">
                <a:solidFill>
                  <a:srgbClr val="00B0F0"/>
                </a:solidFill>
              </a:rPr>
              <a:t>;</a:t>
            </a:r>
          </a:p>
          <a:p>
            <a:pPr>
              <a:buNone/>
            </a:pPr>
            <a:r>
              <a:rPr lang="en-US" sz="1400" dirty="0"/>
              <a:t>    X          Y</a:t>
            </a:r>
          </a:p>
          <a:p>
            <a:pPr>
              <a:buNone/>
            </a:pPr>
            <a:r>
              <a:rPr lang="en-US" sz="1400" dirty="0"/>
              <a:t>----- ----------</a:t>
            </a:r>
          </a:p>
          <a:p>
            <a:pPr>
              <a:buNone/>
            </a:pPr>
            <a:r>
              <a:rPr lang="en-US" sz="1400" dirty="0"/>
              <a:t>   10          1</a:t>
            </a:r>
          </a:p>
          <a:p>
            <a:pPr>
              <a:buNone/>
            </a:pPr>
            <a:r>
              <a:rPr lang="en-US" sz="1400" dirty="0"/>
              <a:t>    2          2</a:t>
            </a:r>
          </a:p>
          <a:p>
            <a:pPr>
              <a:buNone/>
            </a:pPr>
            <a:r>
              <a:rPr lang="en-US" sz="1400" dirty="0"/>
              <a:t>    3          3</a:t>
            </a:r>
          </a:p>
        </p:txBody>
      </p:sp>
    </p:spTree>
    <p:extLst>
      <p:ext uri="{BB962C8B-B14F-4D97-AF65-F5344CB8AC3E}">
        <p14:creationId xmlns:p14="http://schemas.microsoft.com/office/powerpoint/2010/main" val="11181558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3"/>
          <p:cNvSpPr>
            <a:spLocks noGrp="1"/>
          </p:cNvSpPr>
          <p:nvPr>
            <p:ph type="title"/>
          </p:nvPr>
        </p:nvSpPr>
        <p:spPr>
          <a:xfrm>
            <a:off x="-1" y="98992"/>
            <a:ext cx="8942119" cy="536972"/>
          </a:xfrm>
          <a:noFill/>
        </p:spPr>
        <p:txBody>
          <a:bodyPr>
            <a:normAutofit fontScale="90000"/>
          </a:bodyPr>
          <a:lstStyle/>
          <a:p>
            <a:r>
              <a:rPr lang="en-US" sz="1600" dirty="0">
                <a:latin typeface="Candara"/>
              </a:rPr>
              <a:t>1.3: </a:t>
            </a:r>
            <a:r>
              <a:rPr lang="en-US" sz="1400" dirty="0">
                <a:latin typeface="Candara"/>
              </a:rPr>
              <a:t>Object Table 								…..</a:t>
            </a:r>
            <a:r>
              <a:rPr lang="en-US" sz="1400" dirty="0" err="1">
                <a:latin typeface="Candara"/>
              </a:rPr>
              <a:t>contd</a:t>
            </a:r>
            <a:r>
              <a:rPr lang="en-US" sz="1400" dirty="0">
                <a:latin typeface="Candara"/>
              </a:rPr>
              <a:t>	</a:t>
            </a:r>
            <a:br>
              <a:rPr lang="en-US" sz="1400" dirty="0">
                <a:latin typeface="Candara"/>
              </a:rPr>
            </a:br>
            <a:r>
              <a:rPr lang="en-US" sz="2300" dirty="0"/>
              <a:t>Use of Object-table data through member function</a:t>
            </a:r>
            <a:endParaRPr lang="en-US" sz="2300" b="1" dirty="0">
              <a:latin typeface="Candara"/>
            </a:endParaRPr>
          </a:p>
        </p:txBody>
      </p:sp>
      <p:sp>
        <p:nvSpPr>
          <p:cNvPr id="12292" name="Rectangle 3"/>
          <p:cNvSpPr>
            <a:spLocks noGrp="1" noChangeArrowheads="1"/>
          </p:cNvSpPr>
          <p:nvPr>
            <p:ph idx="1"/>
          </p:nvPr>
        </p:nvSpPr>
        <p:spPr>
          <a:xfrm>
            <a:off x="296924" y="855959"/>
            <a:ext cx="8570662" cy="3858545"/>
          </a:xfrm>
        </p:spPr>
        <p:txBody>
          <a:bodyPr>
            <a:noAutofit/>
          </a:bodyPr>
          <a:lstStyle/>
          <a:p>
            <a:pPr>
              <a:buNone/>
            </a:pPr>
            <a:endParaRPr lang="en-IN" sz="1300" dirty="0">
              <a:solidFill>
                <a:srgbClr val="00B0F0"/>
              </a:solidFill>
            </a:endParaRPr>
          </a:p>
          <a:p>
            <a:pPr>
              <a:buNone/>
            </a:pPr>
            <a:r>
              <a:rPr lang="en-IN" sz="1300" dirty="0">
                <a:solidFill>
                  <a:srgbClr val="00B0F0"/>
                </a:solidFill>
              </a:rPr>
              <a:t>CREATE OR REPLACE TYPE ob_type11 AS OBJECT</a:t>
            </a:r>
          </a:p>
          <a:p>
            <a:pPr>
              <a:buNone/>
            </a:pPr>
            <a:r>
              <a:rPr lang="en-IN" sz="1300" dirty="0">
                <a:solidFill>
                  <a:srgbClr val="00B0F0"/>
                </a:solidFill>
              </a:rPr>
              <a:t> ( x number, y number,</a:t>
            </a:r>
          </a:p>
          <a:p>
            <a:pPr>
              <a:buNone/>
            </a:pPr>
            <a:r>
              <a:rPr lang="en-IN" sz="1300" dirty="0">
                <a:solidFill>
                  <a:srgbClr val="00B0F0"/>
                </a:solidFill>
              </a:rPr>
              <a:t>   MEMBER function </a:t>
            </a:r>
            <a:r>
              <a:rPr lang="en-IN" sz="1300" dirty="0" err="1">
                <a:solidFill>
                  <a:srgbClr val="00B0F0"/>
                </a:solidFill>
              </a:rPr>
              <a:t>changex</a:t>
            </a:r>
            <a:r>
              <a:rPr lang="en-IN" sz="1300" dirty="0">
                <a:solidFill>
                  <a:srgbClr val="00B0F0"/>
                </a:solidFill>
              </a:rPr>
              <a:t>(</a:t>
            </a:r>
            <a:r>
              <a:rPr lang="en-IN" sz="1300" dirty="0" err="1">
                <a:solidFill>
                  <a:srgbClr val="00B0F0"/>
                </a:solidFill>
              </a:rPr>
              <a:t>newx</a:t>
            </a:r>
            <a:r>
              <a:rPr lang="en-IN" sz="1300" dirty="0">
                <a:solidFill>
                  <a:srgbClr val="00B0F0"/>
                </a:solidFill>
              </a:rPr>
              <a:t> in number) return number</a:t>
            </a:r>
          </a:p>
          <a:p>
            <a:pPr>
              <a:buNone/>
            </a:pPr>
            <a:r>
              <a:rPr lang="en-IN" sz="1300" dirty="0">
                <a:solidFill>
                  <a:srgbClr val="00B0F0"/>
                </a:solidFill>
              </a:rPr>
              <a:t> );</a:t>
            </a:r>
          </a:p>
          <a:p>
            <a:pPr>
              <a:buNone/>
            </a:pPr>
            <a:r>
              <a:rPr lang="en-IN" sz="1300" dirty="0">
                <a:solidFill>
                  <a:srgbClr val="00B0F0"/>
                </a:solidFill>
              </a:rPr>
              <a:t> /</a:t>
            </a:r>
          </a:p>
          <a:p>
            <a:pPr>
              <a:buNone/>
            </a:pPr>
            <a:endParaRPr lang="en-US" sz="1300" dirty="0">
              <a:solidFill>
                <a:srgbClr val="00B0F0"/>
              </a:solidFill>
            </a:endParaRPr>
          </a:p>
          <a:p>
            <a:pPr>
              <a:buNone/>
            </a:pPr>
            <a:r>
              <a:rPr lang="en-IN" sz="1300" dirty="0">
                <a:solidFill>
                  <a:srgbClr val="00B0F0"/>
                </a:solidFill>
              </a:rPr>
              <a:t>CREATE OR REPLACE TYPE BODY ob_type11 AS</a:t>
            </a:r>
          </a:p>
          <a:p>
            <a:pPr>
              <a:buNone/>
            </a:pPr>
            <a:r>
              <a:rPr lang="en-IN" sz="1300" dirty="0">
                <a:solidFill>
                  <a:srgbClr val="00B0F0"/>
                </a:solidFill>
              </a:rPr>
              <a:t>     MEMBER function </a:t>
            </a:r>
            <a:r>
              <a:rPr lang="en-IN" sz="1300" dirty="0" err="1">
                <a:solidFill>
                  <a:srgbClr val="00B0F0"/>
                </a:solidFill>
              </a:rPr>
              <a:t>changex</a:t>
            </a:r>
            <a:r>
              <a:rPr lang="en-IN" sz="1300" dirty="0">
                <a:solidFill>
                  <a:srgbClr val="00B0F0"/>
                </a:solidFill>
              </a:rPr>
              <a:t>(</a:t>
            </a:r>
            <a:r>
              <a:rPr lang="en-IN" sz="1300" dirty="0" err="1">
                <a:solidFill>
                  <a:srgbClr val="00B0F0"/>
                </a:solidFill>
              </a:rPr>
              <a:t>newx</a:t>
            </a:r>
            <a:r>
              <a:rPr lang="en-IN" sz="1300" dirty="0">
                <a:solidFill>
                  <a:srgbClr val="00B0F0"/>
                </a:solidFill>
              </a:rPr>
              <a:t> in number) return number</a:t>
            </a:r>
          </a:p>
          <a:p>
            <a:pPr>
              <a:buNone/>
            </a:pPr>
            <a:r>
              <a:rPr lang="en-IN" sz="1300" dirty="0">
                <a:solidFill>
                  <a:srgbClr val="00B0F0"/>
                </a:solidFill>
              </a:rPr>
              <a:t>     IS</a:t>
            </a:r>
          </a:p>
          <a:p>
            <a:pPr>
              <a:buNone/>
            </a:pPr>
            <a:r>
              <a:rPr lang="en-IN" sz="1300" dirty="0">
                <a:solidFill>
                  <a:srgbClr val="00B0F0"/>
                </a:solidFill>
              </a:rPr>
              <a:t>     BEGIN</a:t>
            </a:r>
          </a:p>
          <a:p>
            <a:pPr>
              <a:buNone/>
            </a:pPr>
            <a:r>
              <a:rPr lang="en-IN" sz="1300" dirty="0">
                <a:solidFill>
                  <a:srgbClr val="00B0F0"/>
                </a:solidFill>
              </a:rPr>
              <a:t>            return </a:t>
            </a:r>
            <a:r>
              <a:rPr lang="en-IN" sz="1300" dirty="0" err="1">
                <a:solidFill>
                  <a:srgbClr val="00B0F0"/>
                </a:solidFill>
              </a:rPr>
              <a:t>newx</a:t>
            </a:r>
            <a:r>
              <a:rPr lang="en-IN" sz="1300" dirty="0">
                <a:solidFill>
                  <a:srgbClr val="00B0F0"/>
                </a:solidFill>
              </a:rPr>
              <a:t>;</a:t>
            </a:r>
          </a:p>
          <a:p>
            <a:pPr>
              <a:buNone/>
            </a:pPr>
            <a:r>
              <a:rPr lang="en-IN" sz="1300" dirty="0">
                <a:solidFill>
                  <a:srgbClr val="00B0F0"/>
                </a:solidFill>
              </a:rPr>
              <a:t>    END </a:t>
            </a:r>
            <a:r>
              <a:rPr lang="en-IN" sz="1300" dirty="0" err="1">
                <a:solidFill>
                  <a:srgbClr val="00B0F0"/>
                </a:solidFill>
              </a:rPr>
              <a:t>changex</a:t>
            </a:r>
            <a:r>
              <a:rPr lang="en-IN" sz="1300" dirty="0">
                <a:solidFill>
                  <a:srgbClr val="00B0F0"/>
                </a:solidFill>
              </a:rPr>
              <a:t>;</a:t>
            </a:r>
          </a:p>
          <a:p>
            <a:pPr>
              <a:buNone/>
            </a:pPr>
            <a:r>
              <a:rPr lang="en-IN" sz="1300" dirty="0">
                <a:solidFill>
                  <a:srgbClr val="00B0F0"/>
                </a:solidFill>
              </a:rPr>
              <a:t>    END;</a:t>
            </a:r>
          </a:p>
          <a:p>
            <a:pPr>
              <a:buNone/>
            </a:pPr>
            <a:r>
              <a:rPr lang="en-IN" sz="1300" dirty="0">
                <a:solidFill>
                  <a:srgbClr val="00B0F0"/>
                </a:solidFill>
              </a:rPr>
              <a:t> /</a:t>
            </a:r>
          </a:p>
        </p:txBody>
      </p:sp>
    </p:spTree>
    <p:extLst>
      <p:ext uri="{BB962C8B-B14F-4D97-AF65-F5344CB8AC3E}">
        <p14:creationId xmlns:p14="http://schemas.microsoft.com/office/powerpoint/2010/main" val="11181558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3"/>
          <p:cNvSpPr>
            <a:spLocks noGrp="1"/>
          </p:cNvSpPr>
          <p:nvPr>
            <p:ph type="title"/>
          </p:nvPr>
        </p:nvSpPr>
        <p:spPr>
          <a:xfrm>
            <a:off x="-1" y="98992"/>
            <a:ext cx="8942119" cy="536972"/>
          </a:xfrm>
          <a:noFill/>
        </p:spPr>
        <p:txBody>
          <a:bodyPr>
            <a:normAutofit fontScale="90000"/>
          </a:bodyPr>
          <a:lstStyle/>
          <a:p>
            <a:r>
              <a:rPr lang="en-US" sz="1600" dirty="0">
                <a:latin typeface="Candara"/>
              </a:rPr>
              <a:t>1.3: </a:t>
            </a:r>
            <a:r>
              <a:rPr lang="en-US" sz="1400" dirty="0">
                <a:latin typeface="Candara"/>
              </a:rPr>
              <a:t>Object Table 								…</a:t>
            </a:r>
            <a:r>
              <a:rPr lang="en-US" sz="1400" dirty="0" err="1">
                <a:latin typeface="Candara"/>
              </a:rPr>
              <a:t>contd</a:t>
            </a:r>
            <a:r>
              <a:rPr lang="en-US" sz="1400" dirty="0">
                <a:latin typeface="Candara"/>
              </a:rPr>
              <a:t>	</a:t>
            </a:r>
            <a:br>
              <a:rPr lang="en-US" sz="1400" dirty="0">
                <a:latin typeface="Candara"/>
              </a:rPr>
            </a:br>
            <a:r>
              <a:rPr lang="en-US" sz="2300" dirty="0"/>
              <a:t>Use of Object-table data through member function	…</a:t>
            </a:r>
            <a:r>
              <a:rPr lang="en-US" sz="2300" dirty="0" err="1"/>
              <a:t>contd</a:t>
            </a:r>
            <a:endParaRPr lang="en-US" sz="2300" b="1" dirty="0">
              <a:latin typeface="Candara"/>
            </a:endParaRPr>
          </a:p>
        </p:txBody>
      </p:sp>
      <p:sp>
        <p:nvSpPr>
          <p:cNvPr id="12292" name="Rectangle 3"/>
          <p:cNvSpPr>
            <a:spLocks noGrp="1" noChangeArrowheads="1"/>
          </p:cNvSpPr>
          <p:nvPr>
            <p:ph idx="1"/>
          </p:nvPr>
        </p:nvSpPr>
        <p:spPr>
          <a:xfrm>
            <a:off x="296924" y="855959"/>
            <a:ext cx="8570662" cy="3858545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1400" dirty="0">
                <a:solidFill>
                  <a:srgbClr val="00B0F0"/>
                </a:solidFill>
              </a:rPr>
              <a:t>CREATE TABLE obj_type_table1 OF ob_type11;</a:t>
            </a:r>
          </a:p>
          <a:p>
            <a:pPr>
              <a:buNone/>
            </a:pPr>
            <a:r>
              <a:rPr lang="en-US" sz="1400" dirty="0">
                <a:solidFill>
                  <a:srgbClr val="00B0F0"/>
                </a:solidFill>
              </a:rPr>
              <a:t>insert into obj_type_table1 values(ob_type11(1,1));</a:t>
            </a:r>
          </a:p>
          <a:p>
            <a:pPr>
              <a:buNone/>
            </a:pPr>
            <a:r>
              <a:rPr lang="en-US" sz="1400" dirty="0">
                <a:solidFill>
                  <a:srgbClr val="00B0F0"/>
                </a:solidFill>
              </a:rPr>
              <a:t>insert into obj_type_table1 values(ob_type11(2,2));</a:t>
            </a:r>
          </a:p>
          <a:p>
            <a:pPr>
              <a:buNone/>
            </a:pPr>
            <a:r>
              <a:rPr lang="en-US" sz="1400" dirty="0">
                <a:solidFill>
                  <a:srgbClr val="00B0F0"/>
                </a:solidFill>
              </a:rPr>
              <a:t>insert into obj_type_table1 values(ob_type11(3,3));</a:t>
            </a:r>
          </a:p>
          <a:p>
            <a:pPr>
              <a:buNone/>
            </a:pPr>
            <a:r>
              <a:rPr lang="en-US" sz="1400" dirty="0">
                <a:solidFill>
                  <a:srgbClr val="00B0F0"/>
                </a:solidFill>
              </a:rPr>
              <a:t>select * from obj_type_table1;</a:t>
            </a:r>
          </a:p>
          <a:p>
            <a:pPr>
              <a:buNone/>
            </a:pPr>
            <a:r>
              <a:rPr lang="en-US" sz="1400" dirty="0"/>
              <a:t>	X          Y</a:t>
            </a:r>
          </a:p>
          <a:p>
            <a:pPr>
              <a:buNone/>
            </a:pPr>
            <a:r>
              <a:rPr lang="en-US" sz="1400" dirty="0"/>
              <a:t>	----- 	----------</a:t>
            </a:r>
          </a:p>
          <a:p>
            <a:pPr>
              <a:buNone/>
            </a:pPr>
            <a:r>
              <a:rPr lang="en-US" sz="1400" dirty="0"/>
              <a:t>   1          1</a:t>
            </a:r>
          </a:p>
          <a:p>
            <a:pPr>
              <a:buNone/>
            </a:pPr>
            <a:r>
              <a:rPr lang="en-US" sz="1400" dirty="0"/>
              <a:t>    2           2</a:t>
            </a:r>
          </a:p>
          <a:p>
            <a:pPr>
              <a:buNone/>
            </a:pPr>
            <a:r>
              <a:rPr lang="en-US" sz="1400" dirty="0"/>
              <a:t>    3           3</a:t>
            </a:r>
          </a:p>
          <a:p>
            <a:pPr>
              <a:buNone/>
            </a:pPr>
            <a:r>
              <a:rPr lang="en-US" sz="1400" dirty="0">
                <a:solidFill>
                  <a:srgbClr val="00B0F0"/>
                </a:solidFill>
              </a:rPr>
              <a:t>update obj_type_table1 </a:t>
            </a:r>
            <a:r>
              <a:rPr lang="en-US" sz="1400" dirty="0" err="1">
                <a:solidFill>
                  <a:srgbClr val="00B0F0"/>
                </a:solidFill>
              </a:rPr>
              <a:t>nt</a:t>
            </a:r>
            <a:r>
              <a:rPr lang="en-US" sz="1400" dirty="0">
                <a:solidFill>
                  <a:srgbClr val="00B0F0"/>
                </a:solidFill>
              </a:rPr>
              <a:t> set </a:t>
            </a:r>
            <a:r>
              <a:rPr lang="en-US" sz="1400" dirty="0" err="1">
                <a:solidFill>
                  <a:srgbClr val="00B0F0"/>
                </a:solidFill>
              </a:rPr>
              <a:t>nt.x</a:t>
            </a:r>
            <a:r>
              <a:rPr lang="en-US" sz="1400" dirty="0">
                <a:solidFill>
                  <a:srgbClr val="00B0F0"/>
                </a:solidFill>
              </a:rPr>
              <a:t>=</a:t>
            </a:r>
            <a:r>
              <a:rPr lang="en-US" sz="1400" dirty="0" err="1">
                <a:solidFill>
                  <a:srgbClr val="00B0F0"/>
                </a:solidFill>
              </a:rPr>
              <a:t>nt.changex</a:t>
            </a:r>
            <a:r>
              <a:rPr lang="en-US" sz="1400" dirty="0">
                <a:solidFill>
                  <a:srgbClr val="00B0F0"/>
                </a:solidFill>
              </a:rPr>
              <a:t>(99) where </a:t>
            </a:r>
            <a:r>
              <a:rPr lang="en-US" sz="1400" dirty="0" err="1">
                <a:solidFill>
                  <a:srgbClr val="00B0F0"/>
                </a:solidFill>
              </a:rPr>
              <a:t>nt.x</a:t>
            </a:r>
            <a:r>
              <a:rPr lang="en-US" sz="1400" dirty="0">
                <a:solidFill>
                  <a:srgbClr val="00B0F0"/>
                </a:solidFill>
              </a:rPr>
              <a:t>=1;</a:t>
            </a:r>
          </a:p>
          <a:p>
            <a:pPr>
              <a:buNone/>
            </a:pPr>
            <a:r>
              <a:rPr lang="en-US" sz="1400" dirty="0">
                <a:solidFill>
                  <a:srgbClr val="00B0F0"/>
                </a:solidFill>
              </a:rPr>
              <a:t>select * from obj_type_table1;</a:t>
            </a:r>
          </a:p>
          <a:p>
            <a:pPr>
              <a:buNone/>
            </a:pPr>
            <a:r>
              <a:rPr lang="en-US" sz="1400" dirty="0"/>
              <a:t>But, the following will not work:</a:t>
            </a:r>
          </a:p>
          <a:p>
            <a:pPr>
              <a:buNone/>
            </a:pPr>
            <a:r>
              <a:rPr lang="en-IN" sz="1400" dirty="0">
                <a:solidFill>
                  <a:srgbClr val="00B0F0"/>
                </a:solidFill>
              </a:rPr>
              <a:t>update obj_type_table1 set x=obj_type_table1.changex(9) where x=2;</a:t>
            </a:r>
          </a:p>
          <a:p>
            <a:pPr>
              <a:buNone/>
            </a:pPr>
            <a:r>
              <a:rPr lang="en-US" sz="1400" dirty="0"/>
              <a:t>Hence table alias becomes compulsory</a:t>
            </a:r>
          </a:p>
          <a:p>
            <a:pPr>
              <a:buNone/>
            </a:pPr>
            <a:endParaRPr lang="en-US" sz="14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81558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3"/>
          <p:cNvSpPr>
            <a:spLocks noGrp="1"/>
          </p:cNvSpPr>
          <p:nvPr>
            <p:ph type="title"/>
          </p:nvPr>
        </p:nvSpPr>
        <p:spPr>
          <a:xfrm>
            <a:off x="-1" y="98992"/>
            <a:ext cx="8942119" cy="536972"/>
          </a:xfrm>
          <a:noFill/>
        </p:spPr>
        <p:txBody>
          <a:bodyPr>
            <a:normAutofit fontScale="90000"/>
          </a:bodyPr>
          <a:lstStyle/>
          <a:p>
            <a:r>
              <a:rPr lang="en-US" sz="1600" dirty="0">
                <a:latin typeface="Candara"/>
              </a:rPr>
              <a:t>1.3: </a:t>
            </a:r>
            <a:r>
              <a:rPr lang="en-US" sz="1400" dirty="0">
                <a:latin typeface="Candara"/>
              </a:rPr>
              <a:t>Object Table 								….</a:t>
            </a:r>
            <a:r>
              <a:rPr lang="en-US" sz="1400" dirty="0" err="1">
                <a:latin typeface="Candara"/>
              </a:rPr>
              <a:t>contd</a:t>
            </a:r>
            <a:r>
              <a:rPr lang="en-US" sz="1400" dirty="0">
                <a:latin typeface="Candara"/>
              </a:rPr>
              <a:t>					</a:t>
            </a:r>
            <a:br>
              <a:rPr lang="en-US" sz="1400" dirty="0">
                <a:latin typeface="Candara"/>
              </a:rPr>
            </a:br>
            <a:r>
              <a:rPr lang="en-US" sz="2300" dirty="0"/>
              <a:t>Use of Object-table jargons</a:t>
            </a:r>
            <a:endParaRPr lang="en-US" sz="2300" b="1" dirty="0">
              <a:latin typeface="Candara"/>
            </a:endParaRPr>
          </a:p>
        </p:txBody>
      </p:sp>
      <p:sp>
        <p:nvSpPr>
          <p:cNvPr id="12292" name="Rectangle 3"/>
          <p:cNvSpPr>
            <a:spLocks noGrp="1" noChangeArrowheads="1"/>
          </p:cNvSpPr>
          <p:nvPr>
            <p:ph idx="1"/>
          </p:nvPr>
        </p:nvSpPr>
        <p:spPr>
          <a:xfrm>
            <a:off x="296924" y="855959"/>
            <a:ext cx="8570662" cy="3858545"/>
          </a:xfrm>
        </p:spPr>
        <p:txBody>
          <a:bodyPr>
            <a:noAutofit/>
          </a:bodyPr>
          <a:lstStyle/>
          <a:p>
            <a:r>
              <a:rPr lang="en-US" dirty="0"/>
              <a:t>To create a table of the user defined data type  (OBJECT Table)       </a:t>
            </a:r>
          </a:p>
          <a:p>
            <a:pPr>
              <a:buNone/>
            </a:pPr>
            <a:r>
              <a:rPr lang="en-US" sz="1400" dirty="0">
                <a:solidFill>
                  <a:srgbClr val="00B0F0"/>
                </a:solidFill>
              </a:rPr>
              <a:t>CREATE TABLE </a:t>
            </a:r>
            <a:r>
              <a:rPr lang="en-US" sz="1400" dirty="0" err="1">
                <a:solidFill>
                  <a:srgbClr val="00B0F0"/>
                </a:solidFill>
              </a:rPr>
              <a:t>name_obj_table</a:t>
            </a:r>
            <a:r>
              <a:rPr lang="en-US" sz="1400" dirty="0">
                <a:solidFill>
                  <a:srgbClr val="00B0F0"/>
                </a:solidFill>
              </a:rPr>
              <a:t> OF </a:t>
            </a:r>
            <a:r>
              <a:rPr lang="en-US" sz="1400" dirty="0" err="1">
                <a:solidFill>
                  <a:srgbClr val="00B0F0"/>
                </a:solidFill>
              </a:rPr>
              <a:t>name_obj_type</a:t>
            </a:r>
            <a:r>
              <a:rPr lang="en-US" sz="1400" dirty="0">
                <a:solidFill>
                  <a:srgbClr val="00B0F0"/>
                </a:solidFill>
              </a:rPr>
              <a:t>;</a:t>
            </a:r>
          </a:p>
          <a:p>
            <a:pPr>
              <a:buNone/>
            </a:pPr>
            <a:endParaRPr lang="en-US" dirty="0"/>
          </a:p>
          <a:p>
            <a:r>
              <a:rPr lang="en-US" dirty="0"/>
              <a:t>Working with Object Tables: </a:t>
            </a:r>
            <a:r>
              <a:rPr lang="en-US" sz="1800" dirty="0"/>
              <a:t>DML operations on the object table</a:t>
            </a:r>
            <a:br>
              <a:rPr lang="en-US" sz="1800" dirty="0"/>
            </a:br>
            <a:endParaRPr lang="en-US" sz="1800" dirty="0"/>
          </a:p>
          <a:p>
            <a:pPr marL="141626" lvl="1" indent="-141626">
              <a:buClr>
                <a:schemeClr val="accent5"/>
              </a:buClr>
              <a:buNone/>
            </a:pPr>
            <a:r>
              <a:rPr lang="en-US" sz="1400" dirty="0">
                <a:solidFill>
                  <a:srgbClr val="00B0F0"/>
                </a:solidFill>
              </a:rPr>
              <a:t>INSERT INTO </a:t>
            </a:r>
            <a:r>
              <a:rPr lang="en-US" sz="1400" dirty="0" err="1">
                <a:solidFill>
                  <a:srgbClr val="00B0F0"/>
                </a:solidFill>
              </a:rPr>
              <a:t>name_obj_table</a:t>
            </a:r>
            <a:r>
              <a:rPr lang="en-US" sz="1400" dirty="0">
                <a:solidFill>
                  <a:srgbClr val="00B0F0"/>
                </a:solidFill>
              </a:rPr>
              <a:t> VALUES (</a:t>
            </a:r>
            <a:r>
              <a:rPr lang="en-US" sz="1400" dirty="0" err="1">
                <a:solidFill>
                  <a:srgbClr val="00B0F0"/>
                </a:solidFill>
              </a:rPr>
              <a:t>name_obj_type</a:t>
            </a:r>
            <a:r>
              <a:rPr lang="en-US" sz="1400" dirty="0">
                <a:solidFill>
                  <a:srgbClr val="00B0F0"/>
                </a:solidFill>
              </a:rPr>
              <a:t> ('Aamir', 'Khan'));</a:t>
            </a:r>
          </a:p>
          <a:p>
            <a:pPr marL="141626" lvl="1" indent="-141626">
              <a:buClr>
                <a:schemeClr val="accent5"/>
              </a:buClr>
              <a:buNone/>
            </a:pPr>
            <a:r>
              <a:rPr lang="en-US" sz="1400" dirty="0">
                <a:solidFill>
                  <a:srgbClr val="00B0F0"/>
                </a:solidFill>
              </a:rPr>
              <a:t>INSERT INTO </a:t>
            </a:r>
            <a:r>
              <a:rPr lang="en-US" sz="1400" dirty="0" err="1">
                <a:solidFill>
                  <a:srgbClr val="00B0F0"/>
                </a:solidFill>
              </a:rPr>
              <a:t>name_obj_table</a:t>
            </a:r>
            <a:r>
              <a:rPr lang="en-US" sz="1400" dirty="0">
                <a:solidFill>
                  <a:srgbClr val="00B0F0"/>
                </a:solidFill>
              </a:rPr>
              <a:t> VALUES (</a:t>
            </a:r>
            <a:r>
              <a:rPr lang="en-US" sz="1400" dirty="0" err="1">
                <a:solidFill>
                  <a:srgbClr val="00B0F0"/>
                </a:solidFill>
              </a:rPr>
              <a:t>name_obj_type</a:t>
            </a:r>
            <a:r>
              <a:rPr lang="en-US" sz="1400" dirty="0">
                <a:solidFill>
                  <a:srgbClr val="00B0F0"/>
                </a:solidFill>
              </a:rPr>
              <a:t> ('Sachin', 'Kumar'));</a:t>
            </a:r>
          </a:p>
          <a:p>
            <a:pPr marL="141626" lvl="1" indent="-141626">
              <a:buClr>
                <a:schemeClr val="accent5"/>
              </a:buClr>
              <a:buNone/>
            </a:pPr>
            <a:r>
              <a:rPr lang="en-US" sz="1400" dirty="0">
                <a:solidFill>
                  <a:srgbClr val="00B0F0"/>
                </a:solidFill>
              </a:rPr>
              <a:t>select * from </a:t>
            </a:r>
            <a:r>
              <a:rPr lang="en-US" sz="1400" dirty="0" err="1">
                <a:solidFill>
                  <a:srgbClr val="00B0F0"/>
                </a:solidFill>
              </a:rPr>
              <a:t>name_obj_table</a:t>
            </a:r>
            <a:r>
              <a:rPr lang="en-US" sz="1400" dirty="0">
                <a:solidFill>
                  <a:srgbClr val="00B0F0"/>
                </a:solidFill>
              </a:rPr>
              <a:t>;</a:t>
            </a:r>
          </a:p>
          <a:p>
            <a:pPr marL="141626" lvl="1" indent="-141626">
              <a:buClr>
                <a:schemeClr val="accent5"/>
              </a:buClr>
              <a:buNone/>
            </a:pPr>
            <a:r>
              <a:rPr lang="en-US" sz="1400" dirty="0">
                <a:solidFill>
                  <a:srgbClr val="00B0F0"/>
                </a:solidFill>
              </a:rPr>
              <a:t>DELETE  FROM </a:t>
            </a:r>
            <a:r>
              <a:rPr lang="en-US" sz="1400" dirty="0" err="1">
                <a:solidFill>
                  <a:srgbClr val="00B0F0"/>
                </a:solidFill>
              </a:rPr>
              <a:t>name_obj_table</a:t>
            </a:r>
            <a:r>
              <a:rPr lang="en-US" sz="1400" dirty="0">
                <a:solidFill>
                  <a:srgbClr val="00B0F0"/>
                </a:solidFill>
              </a:rPr>
              <a:t> WHERE </a:t>
            </a:r>
            <a:r>
              <a:rPr lang="en-US" sz="1400" dirty="0" err="1">
                <a:solidFill>
                  <a:srgbClr val="00B0F0"/>
                </a:solidFill>
              </a:rPr>
              <a:t>f_name</a:t>
            </a:r>
            <a:r>
              <a:rPr lang="en-US" sz="1400" dirty="0">
                <a:solidFill>
                  <a:srgbClr val="00B0F0"/>
                </a:solidFill>
              </a:rPr>
              <a:t> ='Sachin';</a:t>
            </a:r>
          </a:p>
          <a:p>
            <a:pPr marL="141626" lvl="1" indent="-141626">
              <a:buClr>
                <a:schemeClr val="accent5"/>
              </a:buClr>
              <a:buNone/>
            </a:pPr>
            <a:r>
              <a:rPr lang="en-US" sz="1400" dirty="0">
                <a:solidFill>
                  <a:srgbClr val="00B0F0"/>
                </a:solidFill>
              </a:rPr>
              <a:t>update </a:t>
            </a:r>
            <a:r>
              <a:rPr lang="en-US" sz="1400" dirty="0" err="1">
                <a:solidFill>
                  <a:srgbClr val="00B0F0"/>
                </a:solidFill>
              </a:rPr>
              <a:t>name_obj_table</a:t>
            </a:r>
            <a:r>
              <a:rPr lang="en-US" sz="1400" dirty="0">
                <a:solidFill>
                  <a:srgbClr val="00B0F0"/>
                </a:solidFill>
              </a:rPr>
              <a:t> </a:t>
            </a:r>
            <a:r>
              <a:rPr lang="en-US" sz="1400" dirty="0" err="1">
                <a:solidFill>
                  <a:srgbClr val="00B0F0"/>
                </a:solidFill>
              </a:rPr>
              <a:t>nt</a:t>
            </a:r>
            <a:r>
              <a:rPr lang="en-US" sz="1400" dirty="0">
                <a:solidFill>
                  <a:srgbClr val="00B0F0"/>
                </a:solidFill>
              </a:rPr>
              <a:t> set </a:t>
            </a:r>
            <a:r>
              <a:rPr lang="en-US" sz="1400" dirty="0" err="1">
                <a:solidFill>
                  <a:srgbClr val="00B0F0"/>
                </a:solidFill>
              </a:rPr>
              <a:t>nt.f_name</a:t>
            </a:r>
            <a:r>
              <a:rPr lang="en-US" sz="1400" dirty="0">
                <a:solidFill>
                  <a:srgbClr val="00B0F0"/>
                </a:solidFill>
              </a:rPr>
              <a:t>='</a:t>
            </a:r>
            <a:r>
              <a:rPr lang="en-US" sz="1400" dirty="0" err="1">
                <a:solidFill>
                  <a:srgbClr val="00B0F0"/>
                </a:solidFill>
              </a:rPr>
              <a:t>AAAmir</a:t>
            </a:r>
            <a:r>
              <a:rPr lang="en-US" sz="1400" dirty="0">
                <a:solidFill>
                  <a:srgbClr val="00B0F0"/>
                </a:solidFill>
              </a:rPr>
              <a:t>';</a:t>
            </a:r>
          </a:p>
          <a:p>
            <a:pPr marL="141626" lvl="1" indent="-141626">
              <a:buClr>
                <a:schemeClr val="accent5"/>
              </a:buClr>
              <a:buNone/>
            </a:pPr>
            <a:r>
              <a:rPr lang="en-US" sz="1400" dirty="0">
                <a:solidFill>
                  <a:srgbClr val="00B0F0"/>
                </a:solidFill>
              </a:rPr>
              <a:t>or</a:t>
            </a:r>
          </a:p>
          <a:p>
            <a:pPr marL="141626" lvl="1" indent="-141626">
              <a:buClr>
                <a:schemeClr val="accent5"/>
              </a:buClr>
              <a:buNone/>
            </a:pPr>
            <a:r>
              <a:rPr lang="en-US" sz="1400" dirty="0">
                <a:solidFill>
                  <a:srgbClr val="00B0F0"/>
                </a:solidFill>
              </a:rPr>
              <a:t> update </a:t>
            </a:r>
            <a:r>
              <a:rPr lang="en-US" sz="1400" dirty="0" err="1">
                <a:solidFill>
                  <a:srgbClr val="00B0F0"/>
                </a:solidFill>
              </a:rPr>
              <a:t>name_obj_table</a:t>
            </a:r>
            <a:r>
              <a:rPr lang="en-US" sz="1400" dirty="0">
                <a:solidFill>
                  <a:srgbClr val="00B0F0"/>
                </a:solidFill>
              </a:rPr>
              <a:t> set </a:t>
            </a:r>
            <a:r>
              <a:rPr lang="en-US" sz="1400" dirty="0" err="1">
                <a:solidFill>
                  <a:srgbClr val="00B0F0"/>
                </a:solidFill>
              </a:rPr>
              <a:t>f_name</a:t>
            </a:r>
            <a:r>
              <a:rPr lang="en-US" sz="1400" dirty="0">
                <a:solidFill>
                  <a:srgbClr val="00B0F0"/>
                </a:solidFill>
              </a:rPr>
              <a:t>='</a:t>
            </a:r>
            <a:r>
              <a:rPr lang="en-US" sz="1400" dirty="0" err="1">
                <a:solidFill>
                  <a:srgbClr val="00B0F0"/>
                </a:solidFill>
              </a:rPr>
              <a:t>Aaamir</a:t>
            </a:r>
            <a:r>
              <a:rPr lang="en-US" sz="1400" dirty="0">
                <a:solidFill>
                  <a:srgbClr val="00B0F0"/>
                </a:solidFill>
              </a:rPr>
              <a:t>' where </a:t>
            </a:r>
            <a:r>
              <a:rPr lang="en-US" sz="1400" dirty="0" err="1">
                <a:solidFill>
                  <a:srgbClr val="00B0F0"/>
                </a:solidFill>
              </a:rPr>
              <a:t>f_name</a:t>
            </a:r>
            <a:r>
              <a:rPr lang="en-US" sz="1400" dirty="0">
                <a:solidFill>
                  <a:srgbClr val="00B0F0"/>
                </a:solidFill>
              </a:rPr>
              <a:t>='Aamir';</a:t>
            </a:r>
          </a:p>
        </p:txBody>
      </p:sp>
    </p:spTree>
    <p:extLst>
      <p:ext uri="{BB962C8B-B14F-4D97-AF65-F5344CB8AC3E}">
        <p14:creationId xmlns:p14="http://schemas.microsoft.com/office/powerpoint/2010/main" val="11181558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3"/>
          <p:cNvSpPr>
            <a:spLocks noGrp="1"/>
          </p:cNvSpPr>
          <p:nvPr>
            <p:ph type="title"/>
          </p:nvPr>
        </p:nvSpPr>
        <p:spPr>
          <a:xfrm>
            <a:off x="-1" y="98992"/>
            <a:ext cx="8942119" cy="536972"/>
          </a:xfrm>
          <a:noFill/>
        </p:spPr>
        <p:txBody>
          <a:bodyPr>
            <a:normAutofit fontScale="90000"/>
          </a:bodyPr>
          <a:lstStyle/>
          <a:p>
            <a:r>
              <a:rPr lang="en-US" sz="1600" dirty="0">
                <a:latin typeface="Candara"/>
              </a:rPr>
              <a:t>1.3: </a:t>
            </a:r>
            <a:r>
              <a:rPr lang="en-US" sz="1400" dirty="0">
                <a:latin typeface="Candara"/>
              </a:rPr>
              <a:t>Object Table 								…..</a:t>
            </a:r>
            <a:r>
              <a:rPr lang="en-US" sz="1400" dirty="0" err="1">
                <a:latin typeface="Candara"/>
              </a:rPr>
              <a:t>contd</a:t>
            </a:r>
            <a:r>
              <a:rPr lang="en-US" sz="1400" dirty="0">
                <a:latin typeface="Candara"/>
              </a:rPr>
              <a:t>	</a:t>
            </a:r>
            <a:br>
              <a:rPr lang="en-US" sz="1400" dirty="0">
                <a:latin typeface="Candara"/>
              </a:rPr>
            </a:br>
            <a:r>
              <a:rPr lang="en-US" sz="2300" dirty="0"/>
              <a:t>Use of Object-table jargons					….</a:t>
            </a:r>
            <a:r>
              <a:rPr lang="en-US" sz="2300" dirty="0" err="1"/>
              <a:t>contd</a:t>
            </a:r>
            <a:endParaRPr lang="en-US" sz="2300" b="1" dirty="0">
              <a:latin typeface="Candara"/>
            </a:endParaRPr>
          </a:p>
        </p:txBody>
      </p:sp>
      <p:sp>
        <p:nvSpPr>
          <p:cNvPr id="12292" name="Rectangle 3"/>
          <p:cNvSpPr>
            <a:spLocks noGrp="1" noChangeArrowheads="1"/>
          </p:cNvSpPr>
          <p:nvPr>
            <p:ph idx="1"/>
          </p:nvPr>
        </p:nvSpPr>
        <p:spPr>
          <a:xfrm>
            <a:off x="0" y="855959"/>
            <a:ext cx="9144000" cy="3858545"/>
          </a:xfrm>
        </p:spPr>
        <p:txBody>
          <a:bodyPr>
            <a:noAutofit/>
          </a:bodyPr>
          <a:lstStyle/>
          <a:p>
            <a:pPr marL="228600" indent="-228600" algn="just"/>
            <a:r>
              <a:rPr lang="en-GB" dirty="0"/>
              <a:t>In an object table each row is termed as </a:t>
            </a:r>
            <a:r>
              <a:rPr lang="en-GB" b="1" dirty="0"/>
              <a:t>Object-Row</a:t>
            </a:r>
            <a:r>
              <a:rPr lang="en-GB" dirty="0"/>
              <a:t>.  These rows are like variables or objects of the object-type and on these objects we can give call to the methods of the object-type. Object tables help us to have closer integration to object oriented languages like C++, Java etc</a:t>
            </a:r>
          </a:p>
          <a:p>
            <a:pPr marL="228600" indent="-228600" algn="just">
              <a:buNone/>
            </a:pPr>
            <a:r>
              <a:rPr lang="en-IN" dirty="0"/>
              <a:t>	</a:t>
            </a:r>
            <a:r>
              <a:rPr lang="en-IN" sz="1400" dirty="0">
                <a:solidFill>
                  <a:srgbClr val="00B0F0"/>
                </a:solidFill>
              </a:rPr>
              <a:t>select </a:t>
            </a:r>
            <a:r>
              <a:rPr lang="en-IN" sz="1400" dirty="0" err="1">
                <a:solidFill>
                  <a:srgbClr val="00B0F0"/>
                </a:solidFill>
              </a:rPr>
              <a:t>object_name</a:t>
            </a:r>
            <a:r>
              <a:rPr lang="en-IN" sz="1400" dirty="0">
                <a:solidFill>
                  <a:srgbClr val="00B0F0"/>
                </a:solidFill>
              </a:rPr>
              <a:t>, </a:t>
            </a:r>
            <a:r>
              <a:rPr lang="en-IN" sz="1400" dirty="0" err="1">
                <a:solidFill>
                  <a:srgbClr val="00B0F0"/>
                </a:solidFill>
              </a:rPr>
              <a:t>object_type</a:t>
            </a:r>
            <a:r>
              <a:rPr lang="en-IN" sz="1400" dirty="0">
                <a:solidFill>
                  <a:srgbClr val="00B0F0"/>
                </a:solidFill>
              </a:rPr>
              <a:t> from </a:t>
            </a:r>
            <a:r>
              <a:rPr lang="en-IN" sz="1400" dirty="0" err="1">
                <a:solidFill>
                  <a:srgbClr val="00B0F0"/>
                </a:solidFill>
              </a:rPr>
              <a:t>user_objects</a:t>
            </a:r>
            <a:r>
              <a:rPr lang="en-IN" sz="1400" dirty="0">
                <a:solidFill>
                  <a:srgbClr val="00B0F0"/>
                </a:solidFill>
              </a:rPr>
              <a:t> where </a:t>
            </a:r>
            <a:r>
              <a:rPr lang="en-IN" sz="1400" dirty="0" err="1">
                <a:solidFill>
                  <a:srgbClr val="00B0F0"/>
                </a:solidFill>
              </a:rPr>
              <a:t>object_name</a:t>
            </a:r>
            <a:r>
              <a:rPr lang="en-IN" sz="1400" dirty="0">
                <a:solidFill>
                  <a:srgbClr val="00B0F0"/>
                </a:solidFill>
              </a:rPr>
              <a:t>='NAME_OBJ_TABLE';</a:t>
            </a:r>
          </a:p>
          <a:p>
            <a:pPr marL="228600" indent="-228600"/>
            <a:endParaRPr lang="en-US" dirty="0"/>
          </a:p>
          <a:p>
            <a:pPr marL="228600" indent="-228600">
              <a:buNone/>
            </a:pPr>
            <a:r>
              <a:rPr lang="en-GB" dirty="0"/>
              <a:t>	OBJECT_NAME		OBJECT_TYPE</a:t>
            </a:r>
          </a:p>
          <a:p>
            <a:pPr marL="228600" indent="-228600">
              <a:buNone/>
            </a:pPr>
            <a:r>
              <a:rPr lang="en-GB" dirty="0"/>
              <a:t>	-----------------------		----------------------</a:t>
            </a:r>
          </a:p>
          <a:p>
            <a:pPr marL="228600" indent="-228600">
              <a:buNone/>
            </a:pPr>
            <a:r>
              <a:rPr lang="en-GB" dirty="0"/>
              <a:t>	NAME_OBJ_TABLE	TABLE</a:t>
            </a:r>
          </a:p>
          <a:p>
            <a:pPr marL="228600" indent="-228600">
              <a:buNone/>
            </a:pPr>
            <a:endParaRPr lang="en-US" dirty="0"/>
          </a:p>
          <a:p>
            <a:pPr marL="228600" indent="-228600"/>
            <a:r>
              <a:rPr lang="en-US" dirty="0" err="1"/>
              <a:t>User_object_tables</a:t>
            </a:r>
            <a:r>
              <a:rPr lang="en-US" dirty="0"/>
              <a:t> : contains one row per Object table</a:t>
            </a:r>
          </a:p>
          <a:p>
            <a:pPr marL="228600" indent="-228600">
              <a:buNone/>
            </a:pPr>
            <a:r>
              <a:rPr lang="en-IN" dirty="0"/>
              <a:t>	</a:t>
            </a:r>
            <a:r>
              <a:rPr lang="en-IN" sz="1400" dirty="0">
                <a:solidFill>
                  <a:srgbClr val="00B0F0"/>
                </a:solidFill>
              </a:rPr>
              <a:t>select </a:t>
            </a:r>
            <a:r>
              <a:rPr lang="en-IN" sz="1400" dirty="0" err="1">
                <a:solidFill>
                  <a:srgbClr val="00B0F0"/>
                </a:solidFill>
              </a:rPr>
              <a:t>table_name</a:t>
            </a:r>
            <a:r>
              <a:rPr lang="en-IN" sz="1400" dirty="0">
                <a:solidFill>
                  <a:srgbClr val="00B0F0"/>
                </a:solidFill>
              </a:rPr>
              <a:t> from </a:t>
            </a:r>
            <a:r>
              <a:rPr lang="en-IN" sz="1400" dirty="0" err="1">
                <a:solidFill>
                  <a:srgbClr val="00B0F0"/>
                </a:solidFill>
              </a:rPr>
              <a:t>user_object_tables</a:t>
            </a:r>
            <a:r>
              <a:rPr lang="en-IN" sz="1400" dirty="0">
                <a:solidFill>
                  <a:srgbClr val="00B0F0"/>
                </a:solidFill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1181558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3"/>
          <p:cNvSpPr>
            <a:spLocks noGrp="1"/>
          </p:cNvSpPr>
          <p:nvPr>
            <p:ph type="title"/>
          </p:nvPr>
        </p:nvSpPr>
        <p:spPr>
          <a:xfrm>
            <a:off x="-1" y="98992"/>
            <a:ext cx="8942119" cy="536972"/>
          </a:xfrm>
          <a:noFill/>
        </p:spPr>
        <p:txBody>
          <a:bodyPr>
            <a:normAutofit fontScale="90000"/>
          </a:bodyPr>
          <a:lstStyle/>
          <a:p>
            <a:r>
              <a:rPr lang="en-US" sz="1600" dirty="0">
                <a:latin typeface="Candara"/>
              </a:rPr>
              <a:t>1.3: </a:t>
            </a:r>
            <a:r>
              <a:rPr lang="en-US" sz="1400" dirty="0">
                <a:latin typeface="Candara"/>
              </a:rPr>
              <a:t>Object Table 								…..</a:t>
            </a:r>
            <a:r>
              <a:rPr lang="en-US" sz="1400" dirty="0" err="1">
                <a:latin typeface="Candara"/>
              </a:rPr>
              <a:t>contd</a:t>
            </a:r>
            <a:r>
              <a:rPr lang="en-US" sz="1400" dirty="0">
                <a:latin typeface="Candara"/>
              </a:rPr>
              <a:t>	</a:t>
            </a:r>
            <a:br>
              <a:rPr lang="en-US" sz="1400" dirty="0">
                <a:latin typeface="Candara"/>
              </a:rPr>
            </a:br>
            <a:r>
              <a:rPr lang="en-US" sz="2300" dirty="0"/>
              <a:t>Use of Object-table jargons					….</a:t>
            </a:r>
            <a:r>
              <a:rPr lang="en-US" sz="2300" dirty="0" err="1"/>
              <a:t>contd</a:t>
            </a:r>
            <a:endParaRPr lang="en-US" sz="2300" b="1" dirty="0">
              <a:latin typeface="Candara"/>
            </a:endParaRPr>
          </a:p>
        </p:txBody>
      </p:sp>
      <p:sp>
        <p:nvSpPr>
          <p:cNvPr id="12292" name="Rectangle 3"/>
          <p:cNvSpPr>
            <a:spLocks noGrp="1" noChangeArrowheads="1"/>
          </p:cNvSpPr>
          <p:nvPr>
            <p:ph idx="1"/>
          </p:nvPr>
        </p:nvSpPr>
        <p:spPr>
          <a:xfrm>
            <a:off x="0" y="855959"/>
            <a:ext cx="9144000" cy="3858545"/>
          </a:xfrm>
        </p:spPr>
        <p:txBody>
          <a:bodyPr>
            <a:noAutofit/>
          </a:bodyPr>
          <a:lstStyle/>
          <a:p>
            <a:pPr marL="228600" indent="-228600"/>
            <a:r>
              <a:rPr lang="en-GB" sz="1400" dirty="0"/>
              <a:t>Here, to access the method </a:t>
            </a:r>
            <a:r>
              <a:rPr lang="en-GB" sz="1400" dirty="0" err="1"/>
              <a:t>full_name</a:t>
            </a:r>
            <a:r>
              <a:rPr lang="en-GB" sz="1400" dirty="0"/>
              <a:t>, the table alias becomes compulsory, 	or else the following errors :</a:t>
            </a:r>
            <a:r>
              <a:rPr lang="en-US" sz="1400" dirty="0">
                <a:solidFill>
                  <a:srgbClr val="00B0F0"/>
                </a:solidFill>
              </a:rPr>
              <a:t>	</a:t>
            </a:r>
          </a:p>
          <a:p>
            <a:pPr marL="228600" indent="-228600">
              <a:buNone/>
            </a:pPr>
            <a:r>
              <a:rPr lang="en-US" sz="1400" dirty="0">
                <a:solidFill>
                  <a:srgbClr val="00B0F0"/>
                </a:solidFill>
              </a:rPr>
              <a:t>	SELECT </a:t>
            </a:r>
            <a:r>
              <a:rPr lang="en-US" sz="1400" dirty="0" err="1">
                <a:solidFill>
                  <a:srgbClr val="00B0F0"/>
                </a:solidFill>
              </a:rPr>
              <a:t>nt.f_name</a:t>
            </a:r>
            <a:r>
              <a:rPr lang="en-US" sz="1400" dirty="0">
                <a:solidFill>
                  <a:srgbClr val="00B0F0"/>
                </a:solidFill>
              </a:rPr>
              <a:t>, </a:t>
            </a:r>
            <a:r>
              <a:rPr lang="en-US" sz="1400" dirty="0" err="1">
                <a:solidFill>
                  <a:srgbClr val="00B0F0"/>
                </a:solidFill>
              </a:rPr>
              <a:t>nt.full_name</a:t>
            </a:r>
            <a:r>
              <a:rPr lang="en-US" sz="1400" dirty="0">
                <a:solidFill>
                  <a:srgbClr val="00B0F0"/>
                </a:solidFill>
              </a:rPr>
              <a:t>() FROM </a:t>
            </a:r>
            <a:r>
              <a:rPr lang="en-US" sz="1400" dirty="0" err="1">
                <a:solidFill>
                  <a:srgbClr val="00B0F0"/>
                </a:solidFill>
              </a:rPr>
              <a:t>name_obj_table</a:t>
            </a:r>
            <a:r>
              <a:rPr lang="en-US" sz="1400" dirty="0">
                <a:solidFill>
                  <a:srgbClr val="00B0F0"/>
                </a:solidFill>
              </a:rPr>
              <a:t> </a:t>
            </a:r>
            <a:r>
              <a:rPr lang="en-US" sz="1400" dirty="0" err="1">
                <a:solidFill>
                  <a:srgbClr val="00B0F0"/>
                </a:solidFill>
              </a:rPr>
              <a:t>nt</a:t>
            </a:r>
            <a:r>
              <a:rPr lang="en-US" sz="1400" dirty="0">
                <a:solidFill>
                  <a:srgbClr val="00B0F0"/>
                </a:solidFill>
              </a:rPr>
              <a:t>;</a:t>
            </a:r>
          </a:p>
          <a:p>
            <a:pPr marL="228600" indent="-228600" algn="just"/>
            <a:endParaRPr lang="en-IN" sz="600" dirty="0"/>
          </a:p>
          <a:p>
            <a:pPr marL="228600" indent="-228600" algn="just"/>
            <a:r>
              <a:rPr lang="en-IN" sz="1400" dirty="0"/>
              <a:t>ORA-00904: "FULL_NAME": invalid identifier</a:t>
            </a:r>
          </a:p>
          <a:p>
            <a:pPr marL="228600" indent="-228600">
              <a:buNone/>
            </a:pPr>
            <a:r>
              <a:rPr lang="en-IN" dirty="0"/>
              <a:t>	</a:t>
            </a:r>
            <a:r>
              <a:rPr lang="en-IN" sz="1400" dirty="0">
                <a:solidFill>
                  <a:srgbClr val="00B0F0"/>
                </a:solidFill>
              </a:rPr>
              <a:t>SELECT </a:t>
            </a:r>
            <a:r>
              <a:rPr lang="en-IN" sz="1400" dirty="0" err="1">
                <a:solidFill>
                  <a:srgbClr val="00B0F0"/>
                </a:solidFill>
              </a:rPr>
              <a:t>f_name</a:t>
            </a:r>
            <a:r>
              <a:rPr lang="en-IN" sz="1400" dirty="0">
                <a:solidFill>
                  <a:srgbClr val="00B0F0"/>
                </a:solidFill>
              </a:rPr>
              <a:t>, </a:t>
            </a:r>
            <a:r>
              <a:rPr lang="en-IN" sz="1400" dirty="0" err="1">
                <a:solidFill>
                  <a:srgbClr val="00B0F0"/>
                </a:solidFill>
              </a:rPr>
              <a:t>full_name</a:t>
            </a:r>
            <a:r>
              <a:rPr lang="en-IN" sz="1400" dirty="0">
                <a:solidFill>
                  <a:srgbClr val="00B0F0"/>
                </a:solidFill>
              </a:rPr>
              <a:t>() FROM </a:t>
            </a:r>
            <a:r>
              <a:rPr lang="en-IN" sz="1400" dirty="0" err="1">
                <a:solidFill>
                  <a:srgbClr val="00B0F0"/>
                </a:solidFill>
              </a:rPr>
              <a:t>name_obj_table</a:t>
            </a:r>
            <a:r>
              <a:rPr lang="en-IN" sz="1400" dirty="0">
                <a:solidFill>
                  <a:srgbClr val="00B0F0"/>
                </a:solidFill>
              </a:rPr>
              <a:t>;</a:t>
            </a:r>
          </a:p>
          <a:p>
            <a:pPr marL="228600" indent="-228600">
              <a:buNone/>
            </a:pPr>
            <a:r>
              <a:rPr lang="en-IN" dirty="0"/>
              <a:t>	</a:t>
            </a:r>
            <a:endParaRPr lang="en-IN" sz="600" dirty="0"/>
          </a:p>
          <a:p>
            <a:pPr marL="228600" indent="-228600"/>
            <a:r>
              <a:rPr lang="en-GB" sz="1400" dirty="0"/>
              <a:t>ORA-00904: "NAME_OBJ_TABLE"."FULL_NAME": invalid identifier</a:t>
            </a:r>
          </a:p>
          <a:p>
            <a:pPr marL="228600" indent="-228600">
              <a:buNone/>
            </a:pPr>
            <a:r>
              <a:rPr lang="en-IN" dirty="0"/>
              <a:t>	</a:t>
            </a:r>
            <a:r>
              <a:rPr lang="en-GB" sz="1400" dirty="0">
                <a:solidFill>
                  <a:srgbClr val="00B0F0"/>
                </a:solidFill>
              </a:rPr>
              <a:t>SELECT </a:t>
            </a:r>
            <a:r>
              <a:rPr lang="en-GB" sz="1400" dirty="0" err="1">
                <a:solidFill>
                  <a:srgbClr val="00B0F0"/>
                </a:solidFill>
              </a:rPr>
              <a:t>f_name</a:t>
            </a:r>
            <a:r>
              <a:rPr lang="en-GB" sz="1400" dirty="0">
                <a:solidFill>
                  <a:srgbClr val="00B0F0"/>
                </a:solidFill>
              </a:rPr>
              <a:t>, </a:t>
            </a:r>
            <a:r>
              <a:rPr lang="en-GB" sz="1400" dirty="0" err="1">
                <a:solidFill>
                  <a:srgbClr val="00B0F0"/>
                </a:solidFill>
              </a:rPr>
              <a:t>name_obj_table.full_name</a:t>
            </a:r>
            <a:r>
              <a:rPr lang="en-GB" sz="1400" dirty="0">
                <a:solidFill>
                  <a:srgbClr val="00B0F0"/>
                </a:solidFill>
              </a:rPr>
              <a:t>() FROM </a:t>
            </a:r>
            <a:r>
              <a:rPr lang="en-GB" sz="1400" dirty="0" err="1">
                <a:solidFill>
                  <a:srgbClr val="00B0F0"/>
                </a:solidFill>
              </a:rPr>
              <a:t>name_obj_table</a:t>
            </a:r>
            <a:r>
              <a:rPr lang="en-GB" sz="1400" dirty="0">
                <a:solidFill>
                  <a:srgbClr val="00B0F0"/>
                </a:solidFill>
              </a:rPr>
              <a:t>;</a:t>
            </a:r>
          </a:p>
          <a:p>
            <a:pPr marL="228600" indent="-228600">
              <a:buNone/>
            </a:pPr>
            <a:r>
              <a:rPr lang="en-US" sz="600" dirty="0"/>
              <a:t>	</a:t>
            </a:r>
          </a:p>
          <a:p>
            <a:pPr marL="228600" indent="-228600"/>
            <a:r>
              <a:rPr lang="en-GB" sz="1400" dirty="0"/>
              <a:t>To know the object type on which the object table is based</a:t>
            </a:r>
          </a:p>
          <a:p>
            <a:pPr marL="228600" indent="-228600">
              <a:buNone/>
            </a:pPr>
            <a:r>
              <a:rPr lang="en-GB" dirty="0"/>
              <a:t>	</a:t>
            </a:r>
            <a:r>
              <a:rPr lang="en-US" sz="1400" dirty="0">
                <a:solidFill>
                  <a:srgbClr val="00B0F0"/>
                </a:solidFill>
              </a:rPr>
              <a:t>select </a:t>
            </a:r>
            <a:r>
              <a:rPr lang="en-US" sz="1400" dirty="0" err="1">
                <a:solidFill>
                  <a:srgbClr val="00B0F0"/>
                </a:solidFill>
              </a:rPr>
              <a:t>table_name</a:t>
            </a:r>
            <a:r>
              <a:rPr lang="en-US" sz="1400" dirty="0">
                <a:solidFill>
                  <a:srgbClr val="00B0F0"/>
                </a:solidFill>
              </a:rPr>
              <a:t>, </a:t>
            </a:r>
            <a:r>
              <a:rPr lang="en-US" sz="1400" dirty="0" err="1">
                <a:solidFill>
                  <a:srgbClr val="00B0F0"/>
                </a:solidFill>
              </a:rPr>
              <a:t>table_type</a:t>
            </a:r>
            <a:r>
              <a:rPr lang="en-US" sz="1400" dirty="0">
                <a:solidFill>
                  <a:srgbClr val="00B0F0"/>
                </a:solidFill>
              </a:rPr>
              <a:t> from </a:t>
            </a:r>
            <a:r>
              <a:rPr lang="en-US" sz="1400" dirty="0" err="1">
                <a:solidFill>
                  <a:srgbClr val="00B0F0"/>
                </a:solidFill>
              </a:rPr>
              <a:t>user_object_tables</a:t>
            </a:r>
            <a:endParaRPr lang="en-US" sz="1400" dirty="0">
              <a:solidFill>
                <a:srgbClr val="00B0F0"/>
              </a:solidFill>
            </a:endParaRPr>
          </a:p>
          <a:p>
            <a:pPr marL="228600" indent="-228600">
              <a:buNone/>
            </a:pPr>
            <a:endParaRPr lang="en-GB" sz="600" dirty="0"/>
          </a:p>
          <a:p>
            <a:pPr marL="228600" indent="-228600"/>
            <a:r>
              <a:rPr lang="en-GB" sz="1400" dirty="0"/>
              <a:t>And then describe that type to know the attributes and methods</a:t>
            </a:r>
          </a:p>
          <a:p>
            <a:pPr marL="228600" indent="-228600">
              <a:buNone/>
            </a:pPr>
            <a:r>
              <a:rPr lang="en-GB" dirty="0"/>
              <a:t>	</a:t>
            </a:r>
            <a:r>
              <a:rPr lang="en-GB" sz="1400" dirty="0" err="1">
                <a:solidFill>
                  <a:srgbClr val="00B0F0"/>
                </a:solidFill>
              </a:rPr>
              <a:t>desc</a:t>
            </a:r>
            <a:r>
              <a:rPr lang="en-GB" sz="1400" dirty="0">
                <a:solidFill>
                  <a:srgbClr val="00B0F0"/>
                </a:solidFill>
              </a:rPr>
              <a:t> </a:t>
            </a:r>
            <a:r>
              <a:rPr lang="en-GB" sz="1400" dirty="0" err="1">
                <a:solidFill>
                  <a:srgbClr val="00B0F0"/>
                </a:solidFill>
              </a:rPr>
              <a:t>ob_type</a:t>
            </a:r>
            <a:endParaRPr lang="en-GB" sz="1400" dirty="0">
              <a:solidFill>
                <a:srgbClr val="00B0F0"/>
              </a:solidFill>
            </a:endParaRPr>
          </a:p>
          <a:p>
            <a:pPr marL="228600" indent="-22860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181558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3"/>
          <p:cNvSpPr>
            <a:spLocks noGrp="1"/>
          </p:cNvSpPr>
          <p:nvPr>
            <p:ph type="title"/>
          </p:nvPr>
        </p:nvSpPr>
        <p:spPr>
          <a:xfrm>
            <a:off x="-1" y="98992"/>
            <a:ext cx="8942119" cy="536972"/>
          </a:xfrm>
          <a:noFill/>
        </p:spPr>
        <p:txBody>
          <a:bodyPr>
            <a:normAutofit fontScale="90000"/>
          </a:bodyPr>
          <a:lstStyle/>
          <a:p>
            <a:r>
              <a:rPr lang="en-US" sz="1600" dirty="0">
                <a:latin typeface="Candara"/>
              </a:rPr>
              <a:t>1.4: </a:t>
            </a:r>
            <a:r>
              <a:rPr lang="en-US" sz="1400" dirty="0">
                <a:latin typeface="Candara"/>
              </a:rPr>
              <a:t>Object -type as column’s data-type 						</a:t>
            </a:r>
            <a:br>
              <a:rPr lang="en-US" sz="1400" dirty="0">
                <a:latin typeface="Candara"/>
              </a:rPr>
            </a:br>
            <a:r>
              <a:rPr lang="en-US" sz="2300" dirty="0"/>
              <a:t>Use of Object-type as Relational-Table-column </a:t>
            </a:r>
            <a:r>
              <a:rPr lang="en-US" sz="2300" dirty="0" err="1"/>
              <a:t>datatype</a:t>
            </a:r>
            <a:endParaRPr lang="en-US" sz="2300" b="1" dirty="0">
              <a:latin typeface="Candara"/>
            </a:endParaRPr>
          </a:p>
        </p:txBody>
      </p:sp>
      <p:sp>
        <p:nvSpPr>
          <p:cNvPr id="12292" name="Rectangle 3"/>
          <p:cNvSpPr>
            <a:spLocks noGrp="1" noChangeArrowheads="1"/>
          </p:cNvSpPr>
          <p:nvPr>
            <p:ph idx="1"/>
          </p:nvPr>
        </p:nvSpPr>
        <p:spPr>
          <a:xfrm>
            <a:off x="0" y="855959"/>
            <a:ext cx="9144000" cy="3894171"/>
          </a:xfrm>
        </p:spPr>
        <p:txBody>
          <a:bodyPr>
            <a:noAutofit/>
          </a:bodyPr>
          <a:lstStyle/>
          <a:p>
            <a:pPr>
              <a:lnSpc>
                <a:spcPct val="70000"/>
              </a:lnSpc>
              <a:buNone/>
            </a:pPr>
            <a:endParaRPr lang="en-US" sz="1100" dirty="0">
              <a:solidFill>
                <a:srgbClr val="00B0F0"/>
              </a:solidFill>
            </a:endParaRPr>
          </a:p>
          <a:p>
            <a:pPr>
              <a:lnSpc>
                <a:spcPct val="70000"/>
              </a:lnSpc>
              <a:buNone/>
            </a:pPr>
            <a:r>
              <a:rPr lang="en-US" sz="1400" dirty="0">
                <a:solidFill>
                  <a:srgbClr val="00B0F0"/>
                </a:solidFill>
              </a:rPr>
              <a:t>CREATE TABLE </a:t>
            </a:r>
            <a:r>
              <a:rPr lang="en-US" sz="1400" dirty="0" err="1">
                <a:solidFill>
                  <a:srgbClr val="00B0F0"/>
                </a:solidFill>
              </a:rPr>
              <a:t>emp_obj_attr_tab</a:t>
            </a:r>
            <a:endParaRPr lang="en-US" sz="1400" dirty="0">
              <a:solidFill>
                <a:srgbClr val="00B0F0"/>
              </a:solidFill>
            </a:endParaRPr>
          </a:p>
          <a:p>
            <a:pPr>
              <a:lnSpc>
                <a:spcPct val="70000"/>
              </a:lnSpc>
              <a:buNone/>
            </a:pPr>
            <a:r>
              <a:rPr lang="en-US" sz="1400" dirty="0">
                <a:solidFill>
                  <a:srgbClr val="00B0F0"/>
                </a:solidFill>
              </a:rPr>
              <a:t>(</a:t>
            </a:r>
            <a:r>
              <a:rPr lang="en-US" sz="1400" dirty="0" err="1">
                <a:solidFill>
                  <a:srgbClr val="00B0F0"/>
                </a:solidFill>
              </a:rPr>
              <a:t>empno</a:t>
            </a:r>
            <a:r>
              <a:rPr lang="en-US" sz="1400" dirty="0">
                <a:solidFill>
                  <a:srgbClr val="00B0F0"/>
                </a:solidFill>
              </a:rPr>
              <a:t> NUMBER(4),</a:t>
            </a:r>
          </a:p>
          <a:p>
            <a:pPr>
              <a:lnSpc>
                <a:spcPct val="70000"/>
              </a:lnSpc>
              <a:buNone/>
            </a:pPr>
            <a:r>
              <a:rPr lang="en-US" sz="1400" dirty="0">
                <a:solidFill>
                  <a:srgbClr val="00B0F0"/>
                </a:solidFill>
              </a:rPr>
              <a:t> </a:t>
            </a:r>
            <a:r>
              <a:rPr lang="en-US" sz="1400" dirty="0" err="1">
                <a:solidFill>
                  <a:srgbClr val="00B0F0"/>
                </a:solidFill>
              </a:rPr>
              <a:t>ename</a:t>
            </a:r>
            <a:r>
              <a:rPr lang="en-US" sz="1400" dirty="0">
                <a:solidFill>
                  <a:srgbClr val="00B0F0"/>
                </a:solidFill>
              </a:rPr>
              <a:t>  </a:t>
            </a:r>
            <a:r>
              <a:rPr lang="en-US" sz="1400" dirty="0" err="1">
                <a:solidFill>
                  <a:srgbClr val="00B0F0"/>
                </a:solidFill>
              </a:rPr>
              <a:t>name_obj_type</a:t>
            </a:r>
            <a:r>
              <a:rPr lang="en-US" sz="1400" dirty="0">
                <a:solidFill>
                  <a:srgbClr val="00B0F0"/>
                </a:solidFill>
              </a:rPr>
              <a:t>, </a:t>
            </a:r>
          </a:p>
          <a:p>
            <a:pPr>
              <a:lnSpc>
                <a:spcPct val="70000"/>
              </a:lnSpc>
              <a:buNone/>
            </a:pPr>
            <a:r>
              <a:rPr lang="en-US" sz="1400" dirty="0">
                <a:solidFill>
                  <a:srgbClr val="00B0F0"/>
                </a:solidFill>
              </a:rPr>
              <a:t> </a:t>
            </a:r>
            <a:r>
              <a:rPr lang="en-US" sz="1400" dirty="0" err="1">
                <a:solidFill>
                  <a:srgbClr val="00B0F0"/>
                </a:solidFill>
              </a:rPr>
              <a:t>esal</a:t>
            </a:r>
            <a:r>
              <a:rPr lang="en-US" sz="1400" dirty="0">
                <a:solidFill>
                  <a:srgbClr val="00B0F0"/>
                </a:solidFill>
              </a:rPr>
              <a:t> NUMBER(9,2)</a:t>
            </a:r>
          </a:p>
          <a:p>
            <a:pPr>
              <a:lnSpc>
                <a:spcPct val="70000"/>
              </a:lnSpc>
              <a:buNone/>
            </a:pPr>
            <a:r>
              <a:rPr lang="en-US" sz="1400" dirty="0">
                <a:solidFill>
                  <a:srgbClr val="00B0F0"/>
                </a:solidFill>
              </a:rPr>
              <a:t>);</a:t>
            </a:r>
          </a:p>
          <a:p>
            <a:pPr>
              <a:lnSpc>
                <a:spcPct val="70000"/>
              </a:lnSpc>
              <a:buNone/>
            </a:pPr>
            <a:endParaRPr lang="en-US" sz="1400" dirty="0">
              <a:solidFill>
                <a:srgbClr val="00B0F0"/>
              </a:solidFill>
            </a:endParaRPr>
          </a:p>
          <a:p>
            <a:pPr>
              <a:lnSpc>
                <a:spcPct val="70000"/>
              </a:lnSpc>
              <a:buNone/>
            </a:pPr>
            <a:r>
              <a:rPr lang="en-US" sz="1400" dirty="0">
                <a:solidFill>
                  <a:srgbClr val="00B0F0"/>
                </a:solidFill>
              </a:rPr>
              <a:t>INSERT INTO </a:t>
            </a:r>
            <a:r>
              <a:rPr lang="en-US" sz="1400" dirty="0" err="1">
                <a:solidFill>
                  <a:srgbClr val="00B0F0"/>
                </a:solidFill>
              </a:rPr>
              <a:t>emp_obj_attr_tab</a:t>
            </a:r>
            <a:r>
              <a:rPr lang="en-US" sz="1400" dirty="0">
                <a:solidFill>
                  <a:srgbClr val="00B0F0"/>
                </a:solidFill>
              </a:rPr>
              <a:t> VALUES(1001,name_obj_type('Rahul', '</a:t>
            </a:r>
            <a:r>
              <a:rPr lang="en-US" sz="1400" dirty="0" err="1">
                <a:solidFill>
                  <a:srgbClr val="00B0F0"/>
                </a:solidFill>
              </a:rPr>
              <a:t>Vaidya</a:t>
            </a:r>
            <a:r>
              <a:rPr lang="en-US" sz="1400" dirty="0">
                <a:solidFill>
                  <a:srgbClr val="00B0F0"/>
                </a:solidFill>
              </a:rPr>
              <a:t>'), 10000);</a:t>
            </a:r>
          </a:p>
          <a:p>
            <a:pPr>
              <a:lnSpc>
                <a:spcPct val="70000"/>
              </a:lnSpc>
              <a:buNone/>
            </a:pPr>
            <a:endParaRPr lang="en-US" sz="1400" dirty="0">
              <a:solidFill>
                <a:srgbClr val="00B0F0"/>
              </a:solidFill>
            </a:endParaRPr>
          </a:p>
          <a:p>
            <a:pPr>
              <a:lnSpc>
                <a:spcPct val="70000"/>
              </a:lnSpc>
              <a:buNone/>
            </a:pPr>
            <a:r>
              <a:rPr lang="en-US" sz="1400" dirty="0">
                <a:solidFill>
                  <a:srgbClr val="00B0F0"/>
                </a:solidFill>
              </a:rPr>
              <a:t>SELECT </a:t>
            </a:r>
            <a:r>
              <a:rPr lang="en-US" sz="1400" dirty="0" err="1">
                <a:solidFill>
                  <a:srgbClr val="00B0F0"/>
                </a:solidFill>
              </a:rPr>
              <a:t>e.empno</a:t>
            </a:r>
            <a:r>
              <a:rPr lang="en-US" sz="1400" dirty="0">
                <a:solidFill>
                  <a:srgbClr val="00B0F0"/>
                </a:solidFill>
              </a:rPr>
              <a:t>, </a:t>
            </a:r>
            <a:r>
              <a:rPr lang="en-US" sz="1400" dirty="0" err="1">
                <a:solidFill>
                  <a:srgbClr val="00B0F0"/>
                </a:solidFill>
              </a:rPr>
              <a:t>e.ename.f_name</a:t>
            </a:r>
            <a:r>
              <a:rPr lang="en-US" sz="1400" dirty="0">
                <a:solidFill>
                  <a:srgbClr val="00B0F0"/>
                </a:solidFill>
              </a:rPr>
              <a:t>, </a:t>
            </a:r>
            <a:r>
              <a:rPr lang="en-US" sz="1400" dirty="0" err="1">
                <a:solidFill>
                  <a:srgbClr val="00B0F0"/>
                </a:solidFill>
              </a:rPr>
              <a:t>e.ename.l_name</a:t>
            </a:r>
            <a:r>
              <a:rPr lang="en-US" sz="1400" dirty="0">
                <a:solidFill>
                  <a:srgbClr val="00B0F0"/>
                </a:solidFill>
              </a:rPr>
              <a:t>, </a:t>
            </a:r>
            <a:r>
              <a:rPr lang="en-US" sz="1400" dirty="0" err="1">
                <a:solidFill>
                  <a:srgbClr val="00B0F0"/>
                </a:solidFill>
              </a:rPr>
              <a:t>e.esal</a:t>
            </a:r>
            <a:r>
              <a:rPr lang="en-US" sz="1400" dirty="0">
                <a:solidFill>
                  <a:srgbClr val="00B0F0"/>
                </a:solidFill>
              </a:rPr>
              <a:t> FROM </a:t>
            </a:r>
            <a:r>
              <a:rPr lang="en-US" sz="1400" dirty="0" err="1">
                <a:solidFill>
                  <a:srgbClr val="00B0F0"/>
                </a:solidFill>
              </a:rPr>
              <a:t>emp_obj_attr_tab</a:t>
            </a:r>
            <a:r>
              <a:rPr lang="en-US" sz="1400" dirty="0">
                <a:solidFill>
                  <a:srgbClr val="00B0F0"/>
                </a:solidFill>
              </a:rPr>
              <a:t> e;</a:t>
            </a:r>
          </a:p>
          <a:p>
            <a:pPr>
              <a:lnSpc>
                <a:spcPct val="70000"/>
              </a:lnSpc>
              <a:buNone/>
            </a:pPr>
            <a:endParaRPr lang="en-US" sz="1400" dirty="0">
              <a:solidFill>
                <a:srgbClr val="00B0F0"/>
              </a:solidFill>
            </a:endParaRPr>
          </a:p>
          <a:p>
            <a:pPr>
              <a:lnSpc>
                <a:spcPct val="70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Following wont work, as no alias used:</a:t>
            </a:r>
          </a:p>
          <a:p>
            <a:pPr>
              <a:lnSpc>
                <a:spcPct val="70000"/>
              </a:lnSpc>
              <a:buNone/>
            </a:pPr>
            <a:r>
              <a:rPr lang="en-US" sz="1400" dirty="0">
                <a:solidFill>
                  <a:srgbClr val="00B0F0"/>
                </a:solidFill>
              </a:rPr>
              <a:t>SELECT </a:t>
            </a:r>
            <a:r>
              <a:rPr lang="en-US" sz="1400" dirty="0" err="1">
                <a:solidFill>
                  <a:srgbClr val="00B0F0"/>
                </a:solidFill>
              </a:rPr>
              <a:t>empno</a:t>
            </a:r>
            <a:r>
              <a:rPr lang="en-US" sz="1400" dirty="0">
                <a:solidFill>
                  <a:srgbClr val="00B0F0"/>
                </a:solidFill>
              </a:rPr>
              <a:t>, </a:t>
            </a:r>
            <a:r>
              <a:rPr lang="en-US" sz="1400" dirty="0" err="1">
                <a:solidFill>
                  <a:srgbClr val="00B0F0"/>
                </a:solidFill>
              </a:rPr>
              <a:t>ename.f_name</a:t>
            </a:r>
            <a:r>
              <a:rPr lang="en-US" sz="1400" dirty="0">
                <a:solidFill>
                  <a:srgbClr val="00B0F0"/>
                </a:solidFill>
              </a:rPr>
              <a:t>, </a:t>
            </a:r>
            <a:r>
              <a:rPr lang="en-US" sz="1400" dirty="0" err="1">
                <a:solidFill>
                  <a:srgbClr val="00B0F0"/>
                </a:solidFill>
              </a:rPr>
              <a:t>ename.l_name</a:t>
            </a:r>
            <a:r>
              <a:rPr lang="en-US" sz="1400" dirty="0">
                <a:solidFill>
                  <a:srgbClr val="00B0F0"/>
                </a:solidFill>
              </a:rPr>
              <a:t>, </a:t>
            </a:r>
            <a:r>
              <a:rPr lang="en-US" sz="1400" dirty="0" err="1">
                <a:solidFill>
                  <a:srgbClr val="00B0F0"/>
                </a:solidFill>
              </a:rPr>
              <a:t>esal</a:t>
            </a:r>
            <a:r>
              <a:rPr lang="en-US" sz="1400" dirty="0">
                <a:solidFill>
                  <a:srgbClr val="00B0F0"/>
                </a:solidFill>
              </a:rPr>
              <a:t> FROM </a:t>
            </a:r>
            <a:r>
              <a:rPr lang="en-US" sz="1400" dirty="0" err="1">
                <a:solidFill>
                  <a:srgbClr val="00B0F0"/>
                </a:solidFill>
              </a:rPr>
              <a:t>emp_obj_attr_tab</a:t>
            </a:r>
            <a:r>
              <a:rPr lang="en-US" sz="1400" dirty="0">
                <a:solidFill>
                  <a:srgbClr val="00B0F0"/>
                </a:solidFill>
              </a:rPr>
              <a:t> ;</a:t>
            </a:r>
          </a:p>
          <a:p>
            <a:pPr>
              <a:lnSpc>
                <a:spcPct val="70000"/>
              </a:lnSpc>
              <a:buNone/>
            </a:pPr>
            <a:endParaRPr lang="en-US" sz="1400" dirty="0">
              <a:solidFill>
                <a:srgbClr val="00B0F0"/>
              </a:solidFill>
            </a:endParaRPr>
          </a:p>
          <a:p>
            <a:pPr>
              <a:lnSpc>
                <a:spcPct val="70000"/>
              </a:lnSpc>
              <a:buNone/>
            </a:pPr>
            <a:r>
              <a:rPr lang="en-US" sz="1400" dirty="0">
                <a:solidFill>
                  <a:srgbClr val="00B0F0"/>
                </a:solidFill>
              </a:rPr>
              <a:t>select * from </a:t>
            </a:r>
            <a:r>
              <a:rPr lang="en-US" sz="1400" dirty="0" err="1">
                <a:solidFill>
                  <a:srgbClr val="00B0F0"/>
                </a:solidFill>
              </a:rPr>
              <a:t>emp_obj_attr_tab</a:t>
            </a:r>
            <a:r>
              <a:rPr lang="en-US" sz="1400" dirty="0">
                <a:solidFill>
                  <a:srgbClr val="00B0F0"/>
                </a:solidFill>
              </a:rPr>
              <a:t>;</a:t>
            </a:r>
          </a:p>
          <a:p>
            <a:pPr>
              <a:lnSpc>
                <a:spcPct val="70000"/>
              </a:lnSpc>
              <a:buNone/>
            </a:pPr>
            <a:endParaRPr lang="en-US" sz="1400" dirty="0">
              <a:solidFill>
                <a:srgbClr val="00B0F0"/>
              </a:solidFill>
            </a:endParaRPr>
          </a:p>
          <a:p>
            <a:pPr>
              <a:lnSpc>
                <a:spcPct val="70000"/>
              </a:lnSpc>
              <a:buNone/>
            </a:pPr>
            <a:r>
              <a:rPr lang="en-US" sz="1400" dirty="0">
                <a:solidFill>
                  <a:srgbClr val="00B0F0"/>
                </a:solidFill>
              </a:rPr>
              <a:t>SELECT </a:t>
            </a:r>
            <a:r>
              <a:rPr lang="en-US" sz="1400" dirty="0" err="1">
                <a:solidFill>
                  <a:srgbClr val="00B0F0"/>
                </a:solidFill>
              </a:rPr>
              <a:t>e.empno</a:t>
            </a:r>
            <a:r>
              <a:rPr lang="en-US" sz="1400" dirty="0">
                <a:solidFill>
                  <a:srgbClr val="00B0F0"/>
                </a:solidFill>
              </a:rPr>
              <a:t>, </a:t>
            </a:r>
            <a:r>
              <a:rPr lang="en-US" sz="1400" dirty="0" err="1">
                <a:solidFill>
                  <a:srgbClr val="00B0F0"/>
                </a:solidFill>
              </a:rPr>
              <a:t>e.ename.f_name</a:t>
            </a:r>
            <a:r>
              <a:rPr lang="en-US" sz="1400" dirty="0">
                <a:solidFill>
                  <a:srgbClr val="00B0F0"/>
                </a:solidFill>
              </a:rPr>
              <a:t>, </a:t>
            </a:r>
            <a:r>
              <a:rPr lang="en-US" sz="1400" dirty="0" err="1">
                <a:solidFill>
                  <a:srgbClr val="00B0F0"/>
                </a:solidFill>
              </a:rPr>
              <a:t>e.ename.l_name</a:t>
            </a:r>
            <a:r>
              <a:rPr lang="en-US" sz="1400" dirty="0">
                <a:solidFill>
                  <a:srgbClr val="00B0F0"/>
                </a:solidFill>
              </a:rPr>
              <a:t>, </a:t>
            </a:r>
            <a:r>
              <a:rPr lang="en-US" sz="1400" dirty="0" err="1">
                <a:solidFill>
                  <a:srgbClr val="00B0F0"/>
                </a:solidFill>
              </a:rPr>
              <a:t>e.esal</a:t>
            </a:r>
            <a:r>
              <a:rPr lang="en-US" sz="1400" dirty="0">
                <a:solidFill>
                  <a:srgbClr val="00B0F0"/>
                </a:solidFill>
              </a:rPr>
              <a:t>, </a:t>
            </a:r>
            <a:r>
              <a:rPr lang="en-US" sz="1400" dirty="0" err="1">
                <a:solidFill>
                  <a:srgbClr val="00B0F0"/>
                </a:solidFill>
              </a:rPr>
              <a:t>e.ename.full_name</a:t>
            </a:r>
            <a:r>
              <a:rPr lang="en-US" sz="1400" dirty="0">
                <a:solidFill>
                  <a:srgbClr val="00B0F0"/>
                </a:solidFill>
              </a:rPr>
              <a:t>() FROM </a:t>
            </a:r>
            <a:r>
              <a:rPr lang="en-US" sz="1400" dirty="0" err="1">
                <a:solidFill>
                  <a:srgbClr val="00B0F0"/>
                </a:solidFill>
              </a:rPr>
              <a:t>emp_obj_attr_tab</a:t>
            </a:r>
            <a:r>
              <a:rPr lang="en-US" sz="1400" dirty="0">
                <a:solidFill>
                  <a:srgbClr val="00B0F0"/>
                </a:solidFill>
              </a:rPr>
              <a:t> e;</a:t>
            </a:r>
          </a:p>
          <a:p>
            <a:pPr marL="228600" indent="-22860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181558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3"/>
          <p:cNvSpPr>
            <a:spLocks noGrp="1"/>
          </p:cNvSpPr>
          <p:nvPr>
            <p:ph type="title"/>
          </p:nvPr>
        </p:nvSpPr>
        <p:spPr>
          <a:xfrm>
            <a:off x="-1" y="98992"/>
            <a:ext cx="8942119" cy="536972"/>
          </a:xfrm>
          <a:noFill/>
        </p:spPr>
        <p:txBody>
          <a:bodyPr>
            <a:normAutofit fontScale="90000"/>
          </a:bodyPr>
          <a:lstStyle/>
          <a:p>
            <a:r>
              <a:rPr lang="en-US" sz="1600" dirty="0">
                <a:latin typeface="Candara"/>
              </a:rPr>
              <a:t>1.4: </a:t>
            </a:r>
            <a:r>
              <a:rPr lang="en-US" sz="1400" dirty="0">
                <a:latin typeface="Candara"/>
              </a:rPr>
              <a:t>Object -type as column’s data-type 						…..</a:t>
            </a:r>
            <a:r>
              <a:rPr lang="en-US" sz="1400" dirty="0" err="1">
                <a:latin typeface="Candara"/>
              </a:rPr>
              <a:t>contd</a:t>
            </a:r>
            <a:r>
              <a:rPr lang="en-US" sz="1400" dirty="0">
                <a:latin typeface="Candara"/>
              </a:rPr>
              <a:t>	</a:t>
            </a:r>
            <a:br>
              <a:rPr lang="en-US" sz="1400" dirty="0">
                <a:latin typeface="Candara"/>
              </a:rPr>
            </a:br>
            <a:r>
              <a:rPr lang="en-US" sz="2300" dirty="0"/>
              <a:t>Use of Object-type as Relational-Table-column </a:t>
            </a:r>
            <a:r>
              <a:rPr lang="en-US" sz="2300" dirty="0" err="1"/>
              <a:t>datatype</a:t>
            </a:r>
            <a:r>
              <a:rPr lang="en-US" sz="2300" dirty="0"/>
              <a:t>    ….</a:t>
            </a:r>
            <a:r>
              <a:rPr lang="en-US" sz="2300" dirty="0" err="1"/>
              <a:t>contd</a:t>
            </a:r>
            <a:endParaRPr lang="en-US" sz="2300" b="1" dirty="0">
              <a:latin typeface="Candara"/>
            </a:endParaRPr>
          </a:p>
        </p:txBody>
      </p:sp>
      <p:sp>
        <p:nvSpPr>
          <p:cNvPr id="12292" name="Rectangle 3"/>
          <p:cNvSpPr>
            <a:spLocks noGrp="1" noChangeArrowheads="1"/>
          </p:cNvSpPr>
          <p:nvPr>
            <p:ph idx="1"/>
          </p:nvPr>
        </p:nvSpPr>
        <p:spPr>
          <a:xfrm>
            <a:off x="0" y="855959"/>
            <a:ext cx="9144000" cy="3858545"/>
          </a:xfrm>
        </p:spPr>
        <p:txBody>
          <a:bodyPr>
            <a:noAutofit/>
          </a:bodyPr>
          <a:lstStyle/>
          <a:p>
            <a:pPr>
              <a:lnSpc>
                <a:spcPct val="70000"/>
              </a:lnSpc>
              <a:buNone/>
            </a:pPr>
            <a:endParaRPr lang="en-US" sz="1100" dirty="0">
              <a:solidFill>
                <a:srgbClr val="00B0F0"/>
              </a:solidFill>
            </a:endParaRPr>
          </a:p>
          <a:p>
            <a:r>
              <a:rPr lang="en-US" sz="1200" dirty="0">
                <a:latin typeface="Courier New" pitchFamily="49" charset="0"/>
              </a:rPr>
              <a:t>Here, again the alias becomes compulsory, or else if you just say </a:t>
            </a:r>
            <a:r>
              <a:rPr lang="en-US" sz="1200" dirty="0" err="1">
                <a:latin typeface="Courier New" pitchFamily="49" charset="0"/>
              </a:rPr>
              <a:t>ename.f_name</a:t>
            </a:r>
            <a:r>
              <a:rPr lang="en-US" sz="1200" dirty="0">
                <a:latin typeface="Courier New" pitchFamily="49" charset="0"/>
              </a:rPr>
              <a:t>, it will treat as a </a:t>
            </a:r>
            <a:r>
              <a:rPr lang="en-US" sz="1200" dirty="0" err="1">
                <a:latin typeface="Courier New" pitchFamily="49" charset="0"/>
              </a:rPr>
              <a:t>tablename</a:t>
            </a:r>
            <a:r>
              <a:rPr lang="en-US" sz="1200" dirty="0">
                <a:latin typeface="Courier New" pitchFamily="49" charset="0"/>
              </a:rPr>
              <a:t> and give you following error :</a:t>
            </a:r>
          </a:p>
          <a:p>
            <a:pPr>
              <a:buNone/>
            </a:pPr>
            <a:r>
              <a:rPr lang="en-US" sz="1100" dirty="0">
                <a:solidFill>
                  <a:srgbClr val="00B0F0"/>
                </a:solidFill>
              </a:rPr>
              <a:t>	select </a:t>
            </a:r>
            <a:r>
              <a:rPr lang="en-US" sz="1100" dirty="0" err="1">
                <a:solidFill>
                  <a:srgbClr val="00B0F0"/>
                </a:solidFill>
              </a:rPr>
              <a:t>ename.f_name</a:t>
            </a:r>
            <a:r>
              <a:rPr lang="en-US" sz="1100" dirty="0">
                <a:solidFill>
                  <a:srgbClr val="00B0F0"/>
                </a:solidFill>
              </a:rPr>
              <a:t> from </a:t>
            </a:r>
            <a:r>
              <a:rPr lang="en-US" sz="1100" dirty="0" err="1">
                <a:solidFill>
                  <a:srgbClr val="00B0F0"/>
                </a:solidFill>
              </a:rPr>
              <a:t>emp_obj_attr_tab</a:t>
            </a:r>
            <a:endParaRPr lang="en-US" sz="1100" dirty="0">
              <a:solidFill>
                <a:srgbClr val="00B0F0"/>
              </a:solidFill>
            </a:endParaRPr>
          </a:p>
          <a:p>
            <a:pPr>
              <a:buNone/>
            </a:pPr>
            <a:r>
              <a:rPr lang="en-US" sz="1100" dirty="0"/>
              <a:t>		ORA-00904: "ENAME"."F_NAME": invalid identifier</a:t>
            </a:r>
          </a:p>
          <a:p>
            <a:pPr>
              <a:buNone/>
            </a:pPr>
            <a:endParaRPr lang="en-US" sz="1100" dirty="0"/>
          </a:p>
          <a:p>
            <a:r>
              <a:rPr lang="en-US" sz="1100" dirty="0"/>
              <a:t>Constraints on Object Tables :</a:t>
            </a:r>
          </a:p>
          <a:p>
            <a:pPr>
              <a:buNone/>
            </a:pPr>
            <a:r>
              <a:rPr lang="en-IN" sz="1100" dirty="0"/>
              <a:t> </a:t>
            </a:r>
            <a:r>
              <a:rPr lang="en-IN" sz="1100" dirty="0">
                <a:solidFill>
                  <a:srgbClr val="00B0F0"/>
                </a:solidFill>
              </a:rPr>
              <a:t>CREATE OR REPLACE TYPE name_obj_type1 AS OBJECT</a:t>
            </a:r>
          </a:p>
          <a:p>
            <a:pPr>
              <a:buNone/>
            </a:pPr>
            <a:r>
              <a:rPr lang="en-IN" sz="1100" dirty="0">
                <a:solidFill>
                  <a:srgbClr val="00B0F0"/>
                </a:solidFill>
              </a:rPr>
              <a:t> ( </a:t>
            </a:r>
            <a:r>
              <a:rPr lang="en-IN" sz="1100" dirty="0" err="1">
                <a:solidFill>
                  <a:srgbClr val="00B0F0"/>
                </a:solidFill>
              </a:rPr>
              <a:t>f_name</a:t>
            </a:r>
            <a:r>
              <a:rPr lang="en-IN" sz="1100" dirty="0">
                <a:solidFill>
                  <a:srgbClr val="00B0F0"/>
                </a:solidFill>
              </a:rPr>
              <a:t> VARCHAR2(20), </a:t>
            </a:r>
          </a:p>
          <a:p>
            <a:pPr>
              <a:buNone/>
            </a:pPr>
            <a:r>
              <a:rPr lang="en-IN" sz="1100" dirty="0">
                <a:solidFill>
                  <a:srgbClr val="00B0F0"/>
                </a:solidFill>
              </a:rPr>
              <a:t>   </a:t>
            </a:r>
            <a:r>
              <a:rPr lang="en-IN" sz="1100" dirty="0" err="1">
                <a:solidFill>
                  <a:srgbClr val="00B0F0"/>
                </a:solidFill>
              </a:rPr>
              <a:t>l_name</a:t>
            </a:r>
            <a:r>
              <a:rPr lang="en-IN" sz="1100" dirty="0">
                <a:solidFill>
                  <a:srgbClr val="00B0F0"/>
                </a:solidFill>
              </a:rPr>
              <a:t> VARCHAR2(20), </a:t>
            </a:r>
          </a:p>
          <a:p>
            <a:pPr>
              <a:buNone/>
            </a:pPr>
            <a:r>
              <a:rPr lang="en-IN" sz="1100" dirty="0">
                <a:solidFill>
                  <a:srgbClr val="00B0F0"/>
                </a:solidFill>
              </a:rPr>
              <a:t>   MEMBER FUNCTION </a:t>
            </a:r>
            <a:r>
              <a:rPr lang="en-IN" sz="1100" dirty="0" err="1">
                <a:solidFill>
                  <a:srgbClr val="00B0F0"/>
                </a:solidFill>
              </a:rPr>
              <a:t>full_name</a:t>
            </a:r>
            <a:r>
              <a:rPr lang="en-IN" sz="1100" dirty="0">
                <a:solidFill>
                  <a:srgbClr val="00B0F0"/>
                </a:solidFill>
              </a:rPr>
              <a:t> RETURN VARCHAR2</a:t>
            </a:r>
          </a:p>
          <a:p>
            <a:pPr>
              <a:buNone/>
            </a:pPr>
            <a:r>
              <a:rPr lang="en-IN" sz="1100" dirty="0">
                <a:solidFill>
                  <a:srgbClr val="00B0F0"/>
                </a:solidFill>
              </a:rPr>
              <a:t> );</a:t>
            </a:r>
          </a:p>
          <a:p>
            <a:pPr>
              <a:buNone/>
            </a:pPr>
            <a:r>
              <a:rPr lang="en-IN" sz="1100" dirty="0">
                <a:solidFill>
                  <a:srgbClr val="00B0F0"/>
                </a:solidFill>
              </a:rPr>
              <a:t> /</a:t>
            </a:r>
          </a:p>
          <a:p>
            <a:pPr>
              <a:buNone/>
            </a:pPr>
            <a:endParaRPr lang="en-IN" sz="1100" dirty="0">
              <a:solidFill>
                <a:srgbClr val="00B0F0"/>
              </a:solidFill>
            </a:endParaRPr>
          </a:p>
          <a:p>
            <a:pPr>
              <a:buNone/>
            </a:pPr>
            <a:r>
              <a:rPr lang="en-IN" sz="1100" dirty="0">
                <a:solidFill>
                  <a:srgbClr val="00B0F0"/>
                </a:solidFill>
              </a:rPr>
              <a:t> CREATE TABLE name_obj_table1 OF name_obj_type1;</a:t>
            </a:r>
          </a:p>
          <a:p>
            <a:pPr>
              <a:buNone/>
            </a:pPr>
            <a:endParaRPr lang="en-IN" sz="1100" dirty="0">
              <a:solidFill>
                <a:srgbClr val="00B0F0"/>
              </a:solidFill>
            </a:endParaRPr>
          </a:p>
          <a:p>
            <a:pPr>
              <a:buNone/>
            </a:pPr>
            <a:r>
              <a:rPr lang="en-IN" sz="1100" dirty="0">
                <a:solidFill>
                  <a:srgbClr val="00B0F0"/>
                </a:solidFill>
              </a:rPr>
              <a:t> alter table name_obj_table1 add primary key(</a:t>
            </a:r>
            <a:r>
              <a:rPr lang="en-IN" sz="1100" dirty="0" err="1">
                <a:solidFill>
                  <a:srgbClr val="00B0F0"/>
                </a:solidFill>
              </a:rPr>
              <a:t>f_name</a:t>
            </a:r>
            <a:r>
              <a:rPr lang="en-IN" sz="1100" dirty="0">
                <a:solidFill>
                  <a:srgbClr val="00B0F0"/>
                </a:solidFill>
              </a:rPr>
              <a:t>);</a:t>
            </a:r>
          </a:p>
          <a:p>
            <a:endParaRPr lang="en-US" sz="1100" dirty="0"/>
          </a:p>
          <a:p>
            <a:pPr>
              <a:buNone/>
            </a:pP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1181558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3"/>
          <p:cNvSpPr>
            <a:spLocks noGrp="1"/>
          </p:cNvSpPr>
          <p:nvPr>
            <p:ph type="title"/>
          </p:nvPr>
        </p:nvSpPr>
        <p:spPr>
          <a:xfrm>
            <a:off x="-1" y="98992"/>
            <a:ext cx="8942119" cy="536972"/>
          </a:xfrm>
          <a:noFill/>
        </p:spPr>
        <p:txBody>
          <a:bodyPr>
            <a:normAutofit fontScale="90000"/>
          </a:bodyPr>
          <a:lstStyle/>
          <a:p>
            <a:r>
              <a:rPr lang="en-US" sz="1600" dirty="0">
                <a:latin typeface="Candara"/>
              </a:rPr>
              <a:t>1.4: </a:t>
            </a:r>
            <a:r>
              <a:rPr lang="en-US" sz="1400" dirty="0">
                <a:latin typeface="Candara"/>
              </a:rPr>
              <a:t>Object  Tables v/s Relational Tables 						…..</a:t>
            </a:r>
            <a:r>
              <a:rPr lang="en-US" sz="1400" dirty="0" err="1">
                <a:latin typeface="Candara"/>
              </a:rPr>
              <a:t>contd</a:t>
            </a:r>
            <a:r>
              <a:rPr lang="en-US" sz="1400" dirty="0">
                <a:latin typeface="Candara"/>
              </a:rPr>
              <a:t>					</a:t>
            </a:r>
            <a:br>
              <a:rPr lang="en-US" sz="1400" dirty="0">
                <a:latin typeface="Candara"/>
              </a:rPr>
            </a:br>
            <a:r>
              <a:rPr lang="en-US" sz="2300" dirty="0"/>
              <a:t>Comparison of Object Tables with Relational Tables</a:t>
            </a:r>
            <a:endParaRPr lang="en-US" sz="2300" b="1" dirty="0">
              <a:latin typeface="Candara"/>
            </a:endParaRPr>
          </a:p>
        </p:txBody>
      </p:sp>
      <p:sp>
        <p:nvSpPr>
          <p:cNvPr id="12292" name="Rectangle 3"/>
          <p:cNvSpPr>
            <a:spLocks noGrp="1" noChangeArrowheads="1"/>
          </p:cNvSpPr>
          <p:nvPr>
            <p:ph idx="1"/>
          </p:nvPr>
        </p:nvSpPr>
        <p:spPr>
          <a:xfrm>
            <a:off x="0" y="855959"/>
            <a:ext cx="9144000" cy="3858545"/>
          </a:xfrm>
        </p:spPr>
        <p:txBody>
          <a:bodyPr>
            <a:noAutofit/>
          </a:bodyPr>
          <a:lstStyle/>
          <a:p>
            <a:pPr>
              <a:lnSpc>
                <a:spcPct val="70000"/>
              </a:lnSpc>
              <a:buNone/>
            </a:pPr>
            <a:endParaRPr lang="en-US" sz="1100" dirty="0">
              <a:solidFill>
                <a:srgbClr val="00B0F0"/>
              </a:solidFill>
            </a:endParaRPr>
          </a:p>
          <a:p>
            <a:pPr algn="just"/>
            <a:r>
              <a:rPr lang="en-GB" sz="1800" dirty="0"/>
              <a:t>Relational tables provide limited scope for description of an entity</a:t>
            </a:r>
          </a:p>
          <a:p>
            <a:pPr algn="just"/>
            <a:endParaRPr lang="en-GB" sz="1800" dirty="0"/>
          </a:p>
          <a:p>
            <a:pPr algn="just"/>
            <a:r>
              <a:rPr lang="en-GB" sz="1800" dirty="0"/>
              <a:t>However with object relational tables  </a:t>
            </a:r>
          </a:p>
          <a:p>
            <a:pPr algn="just"/>
            <a:endParaRPr lang="en-GB" sz="1800" dirty="0"/>
          </a:p>
          <a:p>
            <a:pPr lvl="1" algn="just"/>
            <a:r>
              <a:rPr lang="en-GB" sz="1600" dirty="0"/>
              <a:t>Columns, Rows or Tables can be represented as objects, and such objects like Object tables or Column-objects can now have their own methods</a:t>
            </a:r>
          </a:p>
          <a:p>
            <a:pPr lvl="1" algn="just"/>
            <a:endParaRPr lang="en-GB" sz="1600" dirty="0"/>
          </a:p>
          <a:p>
            <a:pPr lvl="1" algn="just"/>
            <a:r>
              <a:rPr lang="en-GB" sz="1600" dirty="0"/>
              <a:t>Closer integration to object oriented languages like C++, Java etc. can be provided</a:t>
            </a:r>
          </a:p>
          <a:p>
            <a:pPr lvl="1" algn="just"/>
            <a:endParaRPr lang="en-GB" sz="1600" dirty="0"/>
          </a:p>
          <a:p>
            <a:pPr lvl="1" algn="just"/>
            <a:r>
              <a:rPr lang="en-GB" sz="1600" dirty="0"/>
              <a:t>Multi-valued attributes can be represented in a better way</a:t>
            </a:r>
          </a:p>
          <a:p>
            <a:pPr lvl="1" algn="just"/>
            <a:endParaRPr lang="en-GB" sz="1600" dirty="0"/>
          </a:p>
          <a:p>
            <a:pPr lvl="1" algn="just"/>
            <a:r>
              <a:rPr lang="en-US" sz="1600" dirty="0"/>
              <a:t>It encapsulates a data structure along with the functions and procedures to manipulate the data</a:t>
            </a:r>
          </a:p>
          <a:p>
            <a:pPr>
              <a:buNone/>
            </a:pPr>
            <a:endParaRPr lang="en-IN" sz="1100" dirty="0">
              <a:solidFill>
                <a:srgbClr val="00B0F0"/>
              </a:solidFill>
            </a:endParaRPr>
          </a:p>
          <a:p>
            <a:endParaRPr lang="en-US" sz="1100" dirty="0"/>
          </a:p>
          <a:p>
            <a:pPr>
              <a:buNone/>
            </a:pP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1181558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3"/>
          <p:cNvSpPr>
            <a:spLocks noGrp="1"/>
          </p:cNvSpPr>
          <p:nvPr>
            <p:ph type="title"/>
          </p:nvPr>
        </p:nvSpPr>
        <p:spPr>
          <a:xfrm>
            <a:off x="-1" y="98992"/>
            <a:ext cx="8942119" cy="536972"/>
          </a:xfrm>
          <a:noFill/>
        </p:spPr>
        <p:txBody>
          <a:bodyPr>
            <a:normAutofit fontScale="90000"/>
          </a:bodyPr>
          <a:lstStyle/>
          <a:p>
            <a:r>
              <a:rPr lang="en-US" sz="1600" dirty="0">
                <a:latin typeface="Candara"/>
              </a:rPr>
              <a:t>1.5: </a:t>
            </a:r>
            <a:r>
              <a:rPr lang="en-US" sz="1400" dirty="0">
                <a:latin typeface="Candara"/>
              </a:rPr>
              <a:t>Collections 						</a:t>
            </a:r>
            <a:br>
              <a:rPr lang="en-US" sz="1400" dirty="0">
                <a:latin typeface="Candara"/>
              </a:rPr>
            </a:br>
            <a:r>
              <a:rPr lang="en-US" sz="2300" dirty="0" err="1"/>
              <a:t>Collections</a:t>
            </a:r>
            <a:r>
              <a:rPr lang="en-US" sz="2300" dirty="0"/>
              <a:t> in Oracle</a:t>
            </a:r>
            <a:endParaRPr lang="en-US" sz="2300" b="1" dirty="0">
              <a:latin typeface="Candara"/>
            </a:endParaRPr>
          </a:p>
        </p:txBody>
      </p:sp>
      <p:sp>
        <p:nvSpPr>
          <p:cNvPr id="12292" name="Rectangle 3"/>
          <p:cNvSpPr>
            <a:spLocks noGrp="1" noChangeArrowheads="1"/>
          </p:cNvSpPr>
          <p:nvPr>
            <p:ph idx="1"/>
          </p:nvPr>
        </p:nvSpPr>
        <p:spPr>
          <a:xfrm>
            <a:off x="0" y="855959"/>
            <a:ext cx="9144000" cy="3858545"/>
          </a:xfrm>
        </p:spPr>
        <p:txBody>
          <a:bodyPr>
            <a:noAutofit/>
          </a:bodyPr>
          <a:lstStyle/>
          <a:p>
            <a:pPr>
              <a:lnSpc>
                <a:spcPct val="70000"/>
              </a:lnSpc>
              <a:buNone/>
            </a:pPr>
            <a:endParaRPr lang="en-US" sz="1100" dirty="0">
              <a:solidFill>
                <a:srgbClr val="00B0F0"/>
              </a:solidFill>
            </a:endParaRPr>
          </a:p>
          <a:p>
            <a:pPr algn="just"/>
            <a:r>
              <a:rPr lang="en-US" dirty="0"/>
              <a:t>What Is a Collection?</a:t>
            </a:r>
          </a:p>
          <a:p>
            <a:pPr algn="just">
              <a:buNone/>
            </a:pPr>
            <a:r>
              <a:rPr lang="en-US" dirty="0"/>
              <a:t>	A collection is an ordered group of elements, all of the same type.</a:t>
            </a:r>
          </a:p>
          <a:p>
            <a:pPr algn="just">
              <a:buNone/>
            </a:pPr>
            <a:endParaRPr lang="en-US" dirty="0"/>
          </a:p>
          <a:p>
            <a:pPr algn="just"/>
            <a:r>
              <a:rPr lang="en-US" dirty="0"/>
              <a:t>Types of Collection: There are three type of Collections available in PLSQL</a:t>
            </a:r>
          </a:p>
          <a:p>
            <a:pPr lvl="1" algn="just"/>
            <a:r>
              <a:rPr lang="en-US" sz="1800" dirty="0"/>
              <a:t>PL/SQL TABLES</a:t>
            </a:r>
          </a:p>
          <a:p>
            <a:pPr lvl="1" algn="just"/>
            <a:r>
              <a:rPr lang="en-US" sz="1800" dirty="0"/>
              <a:t>NESTED TABLES</a:t>
            </a:r>
          </a:p>
          <a:p>
            <a:pPr lvl="1" algn="just"/>
            <a:r>
              <a:rPr lang="en-US" sz="1800" dirty="0"/>
              <a:t>VARRAYS</a:t>
            </a:r>
          </a:p>
          <a:p>
            <a:pPr>
              <a:buNone/>
            </a:pPr>
            <a:endParaRPr lang="en-IN" sz="1100" dirty="0">
              <a:solidFill>
                <a:srgbClr val="00B0F0"/>
              </a:solidFill>
            </a:endParaRPr>
          </a:p>
          <a:p>
            <a:endParaRPr lang="en-US" sz="1100" dirty="0"/>
          </a:p>
          <a:p>
            <a:pPr>
              <a:buNone/>
            </a:pP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1181558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3"/>
          <p:cNvSpPr>
            <a:spLocks noGrp="1"/>
          </p:cNvSpPr>
          <p:nvPr>
            <p:ph type="title"/>
          </p:nvPr>
        </p:nvSpPr>
        <p:spPr>
          <a:xfrm>
            <a:off x="-1" y="98992"/>
            <a:ext cx="8942119" cy="536972"/>
          </a:xfrm>
          <a:noFill/>
        </p:spPr>
        <p:txBody>
          <a:bodyPr>
            <a:normAutofit fontScale="90000"/>
          </a:bodyPr>
          <a:lstStyle/>
          <a:p>
            <a:r>
              <a:rPr lang="en-US" sz="1600" dirty="0">
                <a:latin typeface="Candara"/>
              </a:rPr>
              <a:t>1.5: </a:t>
            </a:r>
            <a:r>
              <a:rPr lang="en-US" sz="1400" dirty="0">
                <a:latin typeface="Candara"/>
              </a:rPr>
              <a:t>Collections 						</a:t>
            </a:r>
            <a:br>
              <a:rPr lang="en-US" sz="1400" dirty="0">
                <a:latin typeface="Candara"/>
              </a:rPr>
            </a:br>
            <a:r>
              <a:rPr lang="en-US" sz="2300" dirty="0"/>
              <a:t>PLSQL or Index-by Tables</a:t>
            </a:r>
            <a:endParaRPr lang="en-US" sz="2300" b="1" dirty="0">
              <a:latin typeface="Candara"/>
            </a:endParaRPr>
          </a:p>
        </p:txBody>
      </p:sp>
      <p:sp>
        <p:nvSpPr>
          <p:cNvPr id="12292" name="Rectangle 3"/>
          <p:cNvSpPr>
            <a:spLocks noGrp="1" noChangeArrowheads="1"/>
          </p:cNvSpPr>
          <p:nvPr>
            <p:ph idx="1"/>
          </p:nvPr>
        </p:nvSpPr>
        <p:spPr>
          <a:xfrm>
            <a:off x="0" y="855959"/>
            <a:ext cx="9144000" cy="3858545"/>
          </a:xfrm>
        </p:spPr>
        <p:txBody>
          <a:bodyPr>
            <a:noAutofit/>
          </a:bodyPr>
          <a:lstStyle/>
          <a:p>
            <a:pPr>
              <a:lnSpc>
                <a:spcPct val="70000"/>
              </a:lnSpc>
              <a:buNone/>
            </a:pPr>
            <a:endParaRPr lang="en-US" sz="1100" dirty="0">
              <a:solidFill>
                <a:srgbClr val="00B0F0"/>
              </a:solidFill>
            </a:endParaRPr>
          </a:p>
          <a:p>
            <a:pPr algn="just"/>
            <a:r>
              <a:rPr lang="en-US" dirty="0"/>
              <a:t>PLSQL Tables</a:t>
            </a:r>
          </a:p>
          <a:p>
            <a:pPr lvl="1" algn="just"/>
            <a:r>
              <a:rPr lang="en-US" sz="1800" dirty="0"/>
              <a:t>Local index tables in the form of an array</a:t>
            </a:r>
          </a:p>
          <a:p>
            <a:pPr lvl="1" algn="just"/>
            <a:r>
              <a:rPr lang="en-US" sz="1800" dirty="0"/>
              <a:t>Arbitrary numbers or strings can be used as subscript values</a:t>
            </a:r>
          </a:p>
          <a:p>
            <a:pPr lvl="1" algn="just"/>
            <a:r>
              <a:rPr lang="en-US" sz="1800" dirty="0"/>
              <a:t>These can not be stored inside the database</a:t>
            </a:r>
          </a:p>
          <a:p>
            <a:pPr lvl="1" algn="just"/>
            <a:r>
              <a:rPr lang="en-US" sz="1800" b="1" dirty="0"/>
              <a:t>Index-by tables</a:t>
            </a:r>
            <a:r>
              <a:rPr lang="en-US" sz="1800" dirty="0"/>
              <a:t>, also known as </a:t>
            </a:r>
            <a:r>
              <a:rPr lang="en-US" sz="1800" b="1" dirty="0"/>
              <a:t>associative arrays</a:t>
            </a:r>
            <a:r>
              <a:rPr lang="en-US" sz="1800" dirty="0"/>
              <a:t>.</a:t>
            </a:r>
          </a:p>
          <a:p>
            <a:pPr lvl="1"/>
            <a:endParaRPr lang="en-US" sz="1800" dirty="0"/>
          </a:p>
          <a:p>
            <a:r>
              <a:rPr lang="en-US" dirty="0"/>
              <a:t>Syntax</a:t>
            </a:r>
          </a:p>
          <a:p>
            <a:pPr>
              <a:buNone/>
            </a:pPr>
            <a:r>
              <a:rPr lang="en-US" dirty="0"/>
              <a:t>	</a:t>
            </a:r>
            <a:r>
              <a:rPr lang="en-US" dirty="0">
                <a:latin typeface="Courier New" pitchFamily="49" charset="0"/>
              </a:rPr>
              <a:t>TYPE </a:t>
            </a:r>
            <a:r>
              <a:rPr lang="en-US" dirty="0" err="1">
                <a:latin typeface="Courier New" pitchFamily="49" charset="0"/>
              </a:rPr>
              <a:t>type_name</a:t>
            </a:r>
            <a:r>
              <a:rPr lang="en-US" dirty="0">
                <a:latin typeface="Courier New" pitchFamily="49" charset="0"/>
              </a:rPr>
              <a:t> IS TABLE OF </a:t>
            </a:r>
            <a:r>
              <a:rPr lang="en-US" dirty="0" err="1">
                <a:latin typeface="Courier New" pitchFamily="49" charset="0"/>
              </a:rPr>
              <a:t>element_type</a:t>
            </a:r>
            <a:r>
              <a:rPr lang="en-US" dirty="0">
                <a:latin typeface="Courier New" pitchFamily="49" charset="0"/>
              </a:rPr>
              <a:t> [NOT NULL] INDEX BY [BINARY_INTEGER | PLS_INTEGER | VARCHAR2 (</a:t>
            </a:r>
            <a:r>
              <a:rPr lang="en-US" dirty="0" err="1">
                <a:latin typeface="Courier New" pitchFamily="49" charset="0"/>
              </a:rPr>
              <a:t>size_limit</a:t>
            </a:r>
            <a:r>
              <a:rPr lang="en-US" dirty="0">
                <a:latin typeface="Courier New" pitchFamily="49" charset="0"/>
              </a:rPr>
              <a:t>)] ;</a:t>
            </a:r>
          </a:p>
          <a:p>
            <a:pPr>
              <a:buNone/>
            </a:pPr>
            <a:endParaRPr lang="en-IN" sz="1100" dirty="0">
              <a:solidFill>
                <a:srgbClr val="00B0F0"/>
              </a:solidFill>
            </a:endParaRPr>
          </a:p>
          <a:p>
            <a:endParaRPr lang="en-US" sz="1100" dirty="0"/>
          </a:p>
          <a:p>
            <a:pPr>
              <a:buNone/>
            </a:pP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1181558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3"/>
          <p:cNvSpPr>
            <a:spLocks noGrp="1"/>
          </p:cNvSpPr>
          <p:nvPr>
            <p:ph type="title"/>
          </p:nvPr>
        </p:nvSpPr>
        <p:spPr>
          <a:xfrm>
            <a:off x="-1" y="98992"/>
            <a:ext cx="8942119" cy="536972"/>
          </a:xfrm>
          <a:noFill/>
        </p:spPr>
        <p:txBody>
          <a:bodyPr>
            <a:normAutofit fontScale="90000"/>
          </a:bodyPr>
          <a:lstStyle/>
          <a:p>
            <a:r>
              <a:rPr lang="en-US" sz="1600" dirty="0">
                <a:latin typeface="Candara"/>
              </a:rPr>
              <a:t>1.5: </a:t>
            </a:r>
            <a:r>
              <a:rPr lang="en-US" sz="1400" dirty="0">
                <a:latin typeface="Candara"/>
              </a:rPr>
              <a:t>Collections 						</a:t>
            </a:r>
            <a:br>
              <a:rPr lang="en-US" sz="1400" dirty="0">
                <a:latin typeface="Candara"/>
              </a:rPr>
            </a:br>
            <a:r>
              <a:rPr lang="en-US" sz="2300" dirty="0"/>
              <a:t>PLSQL or Index-by Tables					…..</a:t>
            </a:r>
            <a:r>
              <a:rPr lang="en-US" sz="2300" dirty="0" err="1"/>
              <a:t>contd</a:t>
            </a:r>
            <a:endParaRPr lang="en-US" sz="2300" b="1" dirty="0">
              <a:latin typeface="Candara"/>
            </a:endParaRPr>
          </a:p>
        </p:txBody>
      </p:sp>
      <p:sp>
        <p:nvSpPr>
          <p:cNvPr id="12292" name="Rectangle 3"/>
          <p:cNvSpPr>
            <a:spLocks noGrp="1" noChangeArrowheads="1"/>
          </p:cNvSpPr>
          <p:nvPr>
            <p:ph idx="1"/>
          </p:nvPr>
        </p:nvSpPr>
        <p:spPr>
          <a:xfrm>
            <a:off x="0" y="855959"/>
            <a:ext cx="9144000" cy="3858545"/>
          </a:xfrm>
        </p:spPr>
        <p:txBody>
          <a:bodyPr>
            <a:noAutofit/>
          </a:bodyPr>
          <a:lstStyle/>
          <a:p>
            <a:pPr>
              <a:lnSpc>
                <a:spcPct val="70000"/>
              </a:lnSpc>
              <a:buNone/>
            </a:pPr>
            <a:endParaRPr lang="en-US" sz="1100" dirty="0">
              <a:solidFill>
                <a:srgbClr val="00B0F0"/>
              </a:solidFill>
            </a:endParaRPr>
          </a:p>
          <a:p>
            <a:pPr>
              <a:lnSpc>
                <a:spcPct val="70000"/>
              </a:lnSpc>
              <a:buNone/>
            </a:pPr>
            <a:r>
              <a:rPr lang="en-IN" sz="1600" dirty="0">
                <a:solidFill>
                  <a:srgbClr val="00B0F0"/>
                </a:solidFill>
              </a:rPr>
              <a:t>DECLARE</a:t>
            </a:r>
          </a:p>
          <a:p>
            <a:pPr>
              <a:lnSpc>
                <a:spcPct val="70000"/>
              </a:lnSpc>
              <a:buNone/>
            </a:pPr>
            <a:r>
              <a:rPr lang="en-IN" sz="1600" dirty="0">
                <a:solidFill>
                  <a:srgbClr val="00B0F0"/>
                </a:solidFill>
              </a:rPr>
              <a:t>         TYPE </a:t>
            </a:r>
            <a:r>
              <a:rPr lang="en-IN" sz="1600" dirty="0" err="1">
                <a:solidFill>
                  <a:srgbClr val="00B0F0"/>
                </a:solidFill>
              </a:rPr>
              <a:t>t_type</a:t>
            </a:r>
            <a:r>
              <a:rPr lang="en-IN" sz="1600" dirty="0">
                <a:solidFill>
                  <a:srgbClr val="00B0F0"/>
                </a:solidFill>
              </a:rPr>
              <a:t>  IS  TABLE  OF  NUMBER   INDEX  BY  BINARY_INTEGER;</a:t>
            </a:r>
          </a:p>
          <a:p>
            <a:pPr>
              <a:lnSpc>
                <a:spcPct val="70000"/>
              </a:lnSpc>
              <a:buNone/>
            </a:pPr>
            <a:r>
              <a:rPr lang="en-IN" sz="1600" dirty="0">
                <a:solidFill>
                  <a:srgbClr val="00B0F0"/>
                </a:solidFill>
              </a:rPr>
              <a:t>	       </a:t>
            </a:r>
            <a:r>
              <a:rPr lang="en-IN" sz="1600" dirty="0" err="1">
                <a:solidFill>
                  <a:srgbClr val="00B0F0"/>
                </a:solidFill>
              </a:rPr>
              <a:t>my_tab</a:t>
            </a:r>
            <a:r>
              <a:rPr lang="en-IN" sz="1600" dirty="0">
                <a:solidFill>
                  <a:srgbClr val="00B0F0"/>
                </a:solidFill>
              </a:rPr>
              <a:t> </a:t>
            </a:r>
            <a:r>
              <a:rPr lang="en-IN" sz="1600" dirty="0" err="1">
                <a:solidFill>
                  <a:srgbClr val="00B0F0"/>
                </a:solidFill>
              </a:rPr>
              <a:t>t_type</a:t>
            </a:r>
            <a:r>
              <a:rPr lang="en-IN" sz="1600" dirty="0">
                <a:solidFill>
                  <a:srgbClr val="00B0F0"/>
                </a:solidFill>
              </a:rPr>
              <a:t>;</a:t>
            </a:r>
          </a:p>
          <a:p>
            <a:pPr>
              <a:lnSpc>
                <a:spcPct val="70000"/>
              </a:lnSpc>
              <a:buNone/>
            </a:pPr>
            <a:r>
              <a:rPr lang="en-IN" sz="1600" dirty="0">
                <a:solidFill>
                  <a:srgbClr val="00B0F0"/>
                </a:solidFill>
              </a:rPr>
              <a:t>BEGIN</a:t>
            </a:r>
          </a:p>
          <a:p>
            <a:pPr>
              <a:lnSpc>
                <a:spcPct val="70000"/>
              </a:lnSpc>
              <a:buNone/>
            </a:pPr>
            <a:r>
              <a:rPr lang="en-IN" sz="1600" dirty="0">
                <a:solidFill>
                  <a:srgbClr val="00B0F0"/>
                </a:solidFill>
              </a:rPr>
              <a:t>         	FOR  </a:t>
            </a:r>
            <a:r>
              <a:rPr lang="en-IN" sz="1600" dirty="0" err="1">
                <a:solidFill>
                  <a:srgbClr val="00B0F0"/>
                </a:solidFill>
              </a:rPr>
              <a:t>i</a:t>
            </a:r>
            <a:r>
              <a:rPr lang="en-IN" sz="1600" dirty="0">
                <a:solidFill>
                  <a:srgbClr val="00B0F0"/>
                </a:solidFill>
              </a:rPr>
              <a:t>  IN 1..10</a:t>
            </a:r>
          </a:p>
          <a:p>
            <a:pPr>
              <a:lnSpc>
                <a:spcPct val="70000"/>
              </a:lnSpc>
              <a:buNone/>
            </a:pPr>
            <a:r>
              <a:rPr lang="en-IN" sz="1600" dirty="0">
                <a:solidFill>
                  <a:srgbClr val="00B0F0"/>
                </a:solidFill>
              </a:rPr>
              <a:t>         	LOOP</a:t>
            </a:r>
          </a:p>
          <a:p>
            <a:pPr>
              <a:lnSpc>
                <a:spcPct val="70000"/>
              </a:lnSpc>
              <a:buNone/>
            </a:pPr>
            <a:r>
              <a:rPr lang="en-IN" sz="1600" dirty="0">
                <a:solidFill>
                  <a:srgbClr val="00B0F0"/>
                </a:solidFill>
              </a:rPr>
              <a:t>             		</a:t>
            </a:r>
            <a:r>
              <a:rPr lang="en-IN" sz="1600" dirty="0" err="1">
                <a:solidFill>
                  <a:srgbClr val="00B0F0"/>
                </a:solidFill>
              </a:rPr>
              <a:t>my_tab</a:t>
            </a:r>
            <a:r>
              <a:rPr lang="en-IN" sz="1600" dirty="0">
                <a:solidFill>
                  <a:srgbClr val="00B0F0"/>
                </a:solidFill>
              </a:rPr>
              <a:t>(i) := i+20;</a:t>
            </a:r>
          </a:p>
          <a:p>
            <a:pPr>
              <a:lnSpc>
                <a:spcPct val="70000"/>
              </a:lnSpc>
              <a:buNone/>
            </a:pPr>
            <a:r>
              <a:rPr lang="en-IN" sz="1600" dirty="0">
                <a:solidFill>
                  <a:srgbClr val="00B0F0"/>
                </a:solidFill>
              </a:rPr>
              <a:t> 		END LOOP;</a:t>
            </a:r>
          </a:p>
          <a:p>
            <a:pPr>
              <a:lnSpc>
                <a:spcPct val="70000"/>
              </a:lnSpc>
              <a:buNone/>
            </a:pPr>
            <a:r>
              <a:rPr lang="en-IN" sz="1600" dirty="0">
                <a:solidFill>
                  <a:srgbClr val="00B0F0"/>
                </a:solidFill>
              </a:rPr>
              <a:t>	</a:t>
            </a:r>
          </a:p>
          <a:p>
            <a:pPr>
              <a:lnSpc>
                <a:spcPct val="70000"/>
              </a:lnSpc>
              <a:buNone/>
            </a:pPr>
            <a:r>
              <a:rPr lang="en-IN" sz="1600" dirty="0">
                <a:solidFill>
                  <a:srgbClr val="00B0F0"/>
                </a:solidFill>
              </a:rPr>
              <a:t>		For </a:t>
            </a:r>
            <a:r>
              <a:rPr lang="en-IN" sz="1600" dirty="0" err="1">
                <a:solidFill>
                  <a:srgbClr val="00B0F0"/>
                </a:solidFill>
              </a:rPr>
              <a:t>i</a:t>
            </a:r>
            <a:r>
              <a:rPr lang="en-IN" sz="1600" dirty="0">
                <a:solidFill>
                  <a:srgbClr val="00B0F0"/>
                </a:solidFill>
              </a:rPr>
              <a:t> in 1..10</a:t>
            </a:r>
          </a:p>
          <a:p>
            <a:pPr>
              <a:lnSpc>
                <a:spcPct val="70000"/>
              </a:lnSpc>
              <a:buNone/>
            </a:pPr>
            <a:r>
              <a:rPr lang="en-IN" sz="1600" dirty="0">
                <a:solidFill>
                  <a:srgbClr val="00B0F0"/>
                </a:solidFill>
              </a:rPr>
              <a:t>         	LOOP</a:t>
            </a:r>
          </a:p>
          <a:p>
            <a:pPr>
              <a:lnSpc>
                <a:spcPct val="70000"/>
              </a:lnSpc>
              <a:buNone/>
            </a:pPr>
            <a:r>
              <a:rPr lang="en-IN" sz="1600" dirty="0">
                <a:solidFill>
                  <a:srgbClr val="00B0F0"/>
                </a:solidFill>
              </a:rPr>
              <a:t>             		DBMS_OUTPUT.PUT_LINE(</a:t>
            </a:r>
            <a:r>
              <a:rPr lang="en-IN" sz="1600" dirty="0" err="1">
                <a:solidFill>
                  <a:srgbClr val="00B0F0"/>
                </a:solidFill>
              </a:rPr>
              <a:t>my_tab</a:t>
            </a:r>
            <a:r>
              <a:rPr lang="en-IN" sz="1600" dirty="0">
                <a:solidFill>
                  <a:srgbClr val="00B0F0"/>
                </a:solidFill>
              </a:rPr>
              <a:t>(i));</a:t>
            </a:r>
          </a:p>
          <a:p>
            <a:pPr>
              <a:lnSpc>
                <a:spcPct val="70000"/>
              </a:lnSpc>
              <a:buNone/>
            </a:pPr>
            <a:r>
              <a:rPr lang="en-IN" sz="1600" dirty="0">
                <a:solidFill>
                  <a:srgbClr val="00B0F0"/>
                </a:solidFill>
              </a:rPr>
              <a:t>         	END LOOP;</a:t>
            </a:r>
          </a:p>
          <a:p>
            <a:pPr>
              <a:lnSpc>
                <a:spcPct val="70000"/>
              </a:lnSpc>
              <a:buNone/>
            </a:pPr>
            <a:r>
              <a:rPr lang="en-IN" sz="1600" dirty="0">
                <a:solidFill>
                  <a:srgbClr val="00B0F0"/>
                </a:solidFill>
              </a:rPr>
              <a:t>END;</a:t>
            </a:r>
          </a:p>
          <a:p>
            <a:pPr>
              <a:lnSpc>
                <a:spcPct val="70000"/>
              </a:lnSpc>
              <a:buNone/>
            </a:pPr>
            <a:r>
              <a:rPr lang="en-IN" sz="1600" dirty="0">
                <a:solidFill>
                  <a:srgbClr val="00B0F0"/>
                </a:solidFill>
              </a:rPr>
              <a:t>/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181558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3"/>
          <p:cNvSpPr>
            <a:spLocks noGrp="1"/>
          </p:cNvSpPr>
          <p:nvPr>
            <p:ph type="title"/>
          </p:nvPr>
        </p:nvSpPr>
        <p:spPr>
          <a:xfrm>
            <a:off x="-1" y="98992"/>
            <a:ext cx="8942119" cy="536972"/>
          </a:xfrm>
          <a:noFill/>
        </p:spPr>
        <p:txBody>
          <a:bodyPr>
            <a:normAutofit fontScale="90000"/>
          </a:bodyPr>
          <a:lstStyle/>
          <a:p>
            <a:r>
              <a:rPr lang="en-US" sz="1600" dirty="0">
                <a:latin typeface="Candara"/>
              </a:rPr>
              <a:t>1.5: </a:t>
            </a:r>
            <a:r>
              <a:rPr lang="en-US" sz="1400" dirty="0">
                <a:latin typeface="Candara"/>
              </a:rPr>
              <a:t>Collections 						</a:t>
            </a:r>
            <a:br>
              <a:rPr lang="en-US" sz="1400" dirty="0">
                <a:latin typeface="Candara"/>
              </a:rPr>
            </a:br>
            <a:r>
              <a:rPr lang="en-US" sz="2300" dirty="0"/>
              <a:t>PLSQL or Index-by Tables				 	…..</a:t>
            </a:r>
            <a:r>
              <a:rPr lang="en-US" sz="2300" dirty="0" err="1"/>
              <a:t>contd</a:t>
            </a:r>
            <a:endParaRPr lang="en-US" sz="2300" b="1" dirty="0">
              <a:latin typeface="Candara"/>
            </a:endParaRPr>
          </a:p>
        </p:txBody>
      </p:sp>
      <p:sp>
        <p:nvSpPr>
          <p:cNvPr id="12292" name="Rectangle 3"/>
          <p:cNvSpPr>
            <a:spLocks noGrp="1" noChangeArrowheads="1"/>
          </p:cNvSpPr>
          <p:nvPr>
            <p:ph idx="1"/>
          </p:nvPr>
        </p:nvSpPr>
        <p:spPr>
          <a:xfrm>
            <a:off x="0" y="855959"/>
            <a:ext cx="9144000" cy="3858545"/>
          </a:xfrm>
        </p:spPr>
        <p:txBody>
          <a:bodyPr>
            <a:noAutofit/>
          </a:bodyPr>
          <a:lstStyle/>
          <a:p>
            <a:pPr>
              <a:lnSpc>
                <a:spcPct val="70000"/>
              </a:lnSpc>
              <a:buNone/>
            </a:pPr>
            <a:endParaRPr lang="en-US" sz="1100" dirty="0">
              <a:solidFill>
                <a:srgbClr val="00B0F0"/>
              </a:solidFill>
            </a:endParaRPr>
          </a:p>
          <a:p>
            <a:pPr>
              <a:buNone/>
            </a:pPr>
            <a:r>
              <a:rPr lang="en-IN" sz="1600" dirty="0">
                <a:solidFill>
                  <a:srgbClr val="00B0F0"/>
                </a:solidFill>
              </a:rPr>
              <a:t>DECLARE</a:t>
            </a:r>
          </a:p>
          <a:p>
            <a:pPr>
              <a:buNone/>
            </a:pPr>
            <a:r>
              <a:rPr lang="en-IN" sz="1600" dirty="0">
                <a:solidFill>
                  <a:srgbClr val="00B0F0"/>
                </a:solidFill>
              </a:rPr>
              <a:t>         	TYPE  </a:t>
            </a:r>
            <a:r>
              <a:rPr lang="en-IN" sz="1600" dirty="0" err="1">
                <a:solidFill>
                  <a:srgbClr val="00B0F0"/>
                </a:solidFill>
              </a:rPr>
              <a:t>t_type</a:t>
            </a:r>
            <a:r>
              <a:rPr lang="en-IN" sz="1600" dirty="0">
                <a:solidFill>
                  <a:srgbClr val="00B0F0"/>
                </a:solidFill>
              </a:rPr>
              <a:t> IS  TABLE  OF  NUMBER   INDEX  BY  varchar2(4);</a:t>
            </a:r>
          </a:p>
          <a:p>
            <a:pPr>
              <a:buNone/>
            </a:pPr>
            <a:r>
              <a:rPr lang="en-IN" sz="1600" dirty="0">
                <a:solidFill>
                  <a:srgbClr val="00B0F0"/>
                </a:solidFill>
              </a:rPr>
              <a:t>         	</a:t>
            </a:r>
            <a:r>
              <a:rPr lang="en-IN" sz="1600" dirty="0" err="1">
                <a:solidFill>
                  <a:srgbClr val="00B0F0"/>
                </a:solidFill>
              </a:rPr>
              <a:t>my_tab</a:t>
            </a:r>
            <a:r>
              <a:rPr lang="en-IN" sz="1600" dirty="0">
                <a:solidFill>
                  <a:srgbClr val="00B0F0"/>
                </a:solidFill>
              </a:rPr>
              <a:t> </a:t>
            </a:r>
            <a:r>
              <a:rPr lang="en-IN" sz="1600" dirty="0" err="1">
                <a:solidFill>
                  <a:srgbClr val="00B0F0"/>
                </a:solidFill>
              </a:rPr>
              <a:t>t_type</a:t>
            </a:r>
            <a:r>
              <a:rPr lang="en-IN" sz="1600" dirty="0">
                <a:solidFill>
                  <a:srgbClr val="00B0F0"/>
                </a:solidFill>
              </a:rPr>
              <a:t>;</a:t>
            </a:r>
          </a:p>
          <a:p>
            <a:pPr>
              <a:buNone/>
            </a:pPr>
            <a:r>
              <a:rPr lang="en-IN" sz="1600" dirty="0">
                <a:solidFill>
                  <a:srgbClr val="00B0F0"/>
                </a:solidFill>
              </a:rPr>
              <a:t>BEGIN</a:t>
            </a:r>
          </a:p>
          <a:p>
            <a:pPr>
              <a:buNone/>
            </a:pPr>
            <a:r>
              <a:rPr lang="en-IN" sz="1600" dirty="0">
                <a:solidFill>
                  <a:srgbClr val="00B0F0"/>
                </a:solidFill>
              </a:rPr>
              <a:t>	FOR  </a:t>
            </a:r>
            <a:r>
              <a:rPr lang="en-IN" sz="1600" dirty="0" err="1">
                <a:solidFill>
                  <a:srgbClr val="00B0F0"/>
                </a:solidFill>
              </a:rPr>
              <a:t>i</a:t>
            </a:r>
            <a:r>
              <a:rPr lang="en-IN" sz="1600" dirty="0">
                <a:solidFill>
                  <a:srgbClr val="00B0F0"/>
                </a:solidFill>
              </a:rPr>
              <a:t>  IN 1..10</a:t>
            </a:r>
          </a:p>
          <a:p>
            <a:pPr>
              <a:buNone/>
            </a:pPr>
            <a:r>
              <a:rPr lang="en-IN" sz="1600" dirty="0">
                <a:solidFill>
                  <a:srgbClr val="00B0F0"/>
                </a:solidFill>
              </a:rPr>
              <a:t>        	LOOP</a:t>
            </a:r>
          </a:p>
          <a:p>
            <a:pPr>
              <a:buNone/>
            </a:pPr>
            <a:r>
              <a:rPr lang="en-IN" sz="1600" dirty="0">
                <a:solidFill>
                  <a:srgbClr val="00B0F0"/>
                </a:solidFill>
              </a:rPr>
              <a:t>             		</a:t>
            </a:r>
            <a:r>
              <a:rPr lang="en-IN" sz="1600" dirty="0" err="1">
                <a:solidFill>
                  <a:srgbClr val="00B0F0"/>
                </a:solidFill>
              </a:rPr>
              <a:t>my_tab</a:t>
            </a:r>
            <a:r>
              <a:rPr lang="en-IN" sz="1600" dirty="0">
                <a:solidFill>
                  <a:srgbClr val="00B0F0"/>
                </a:solidFill>
              </a:rPr>
              <a:t>('my'||i):= i;</a:t>
            </a:r>
          </a:p>
          <a:p>
            <a:pPr>
              <a:buNone/>
            </a:pPr>
            <a:r>
              <a:rPr lang="en-IN" sz="1600" dirty="0">
                <a:solidFill>
                  <a:srgbClr val="00B0F0"/>
                </a:solidFill>
              </a:rPr>
              <a:t> 	END LOOP;</a:t>
            </a:r>
          </a:p>
          <a:p>
            <a:pPr>
              <a:buNone/>
            </a:pPr>
            <a:r>
              <a:rPr lang="en-IN" sz="1600" dirty="0">
                <a:solidFill>
                  <a:srgbClr val="00B0F0"/>
                </a:solidFill>
              </a:rPr>
              <a:t>	For </a:t>
            </a:r>
            <a:r>
              <a:rPr lang="en-IN" sz="1600" dirty="0" err="1">
                <a:solidFill>
                  <a:srgbClr val="00B0F0"/>
                </a:solidFill>
              </a:rPr>
              <a:t>i</a:t>
            </a:r>
            <a:r>
              <a:rPr lang="en-IN" sz="1600" dirty="0">
                <a:solidFill>
                  <a:srgbClr val="00B0F0"/>
                </a:solidFill>
              </a:rPr>
              <a:t> in 1..10</a:t>
            </a:r>
          </a:p>
          <a:p>
            <a:pPr>
              <a:buNone/>
            </a:pPr>
            <a:r>
              <a:rPr lang="en-IN" sz="1600" dirty="0">
                <a:solidFill>
                  <a:srgbClr val="00B0F0"/>
                </a:solidFill>
              </a:rPr>
              <a:t>         	LOOP</a:t>
            </a:r>
          </a:p>
          <a:p>
            <a:pPr>
              <a:buNone/>
            </a:pPr>
            <a:r>
              <a:rPr lang="en-IN" sz="1600" dirty="0">
                <a:solidFill>
                  <a:srgbClr val="00B0F0"/>
                </a:solidFill>
              </a:rPr>
              <a:t>             		DBMS_OUTPUT.PUT_LINE(</a:t>
            </a:r>
            <a:r>
              <a:rPr lang="en-IN" sz="1600" dirty="0" err="1">
                <a:solidFill>
                  <a:srgbClr val="00B0F0"/>
                </a:solidFill>
              </a:rPr>
              <a:t>my_tab</a:t>
            </a:r>
            <a:r>
              <a:rPr lang="en-IN" sz="1600" dirty="0">
                <a:solidFill>
                  <a:srgbClr val="00B0F0"/>
                </a:solidFill>
              </a:rPr>
              <a:t>('my'||i));</a:t>
            </a:r>
          </a:p>
          <a:p>
            <a:pPr>
              <a:buNone/>
            </a:pPr>
            <a:r>
              <a:rPr lang="en-IN" sz="1600" dirty="0">
                <a:solidFill>
                  <a:srgbClr val="00B0F0"/>
                </a:solidFill>
              </a:rPr>
              <a:t>         	END LOOP;</a:t>
            </a:r>
          </a:p>
          <a:p>
            <a:pPr>
              <a:buNone/>
            </a:pPr>
            <a:r>
              <a:rPr lang="en-IN" sz="1600" dirty="0">
                <a:solidFill>
                  <a:srgbClr val="00B0F0"/>
                </a:solidFill>
              </a:rPr>
              <a:t>END;</a:t>
            </a:r>
          </a:p>
          <a:p>
            <a:pPr>
              <a:buNone/>
            </a:pPr>
            <a:r>
              <a:rPr lang="en-IN" sz="1600" dirty="0">
                <a:solidFill>
                  <a:srgbClr val="00B0F0"/>
                </a:solidFill>
              </a:rPr>
              <a:t>/</a:t>
            </a:r>
          </a:p>
          <a:p>
            <a:pPr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181558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3"/>
          <p:cNvSpPr>
            <a:spLocks noGrp="1"/>
          </p:cNvSpPr>
          <p:nvPr>
            <p:ph type="title"/>
          </p:nvPr>
        </p:nvSpPr>
        <p:spPr>
          <a:xfrm>
            <a:off x="-1" y="98992"/>
            <a:ext cx="8942119" cy="536972"/>
          </a:xfrm>
          <a:noFill/>
        </p:spPr>
        <p:txBody>
          <a:bodyPr>
            <a:normAutofit fontScale="90000"/>
          </a:bodyPr>
          <a:lstStyle/>
          <a:p>
            <a:r>
              <a:rPr lang="en-US" sz="1600" dirty="0">
                <a:latin typeface="Candara"/>
              </a:rPr>
              <a:t>1.5: </a:t>
            </a:r>
            <a:r>
              <a:rPr lang="en-US" sz="1400" dirty="0">
                <a:latin typeface="Candara"/>
              </a:rPr>
              <a:t>Collections 						</a:t>
            </a:r>
            <a:br>
              <a:rPr lang="en-US" sz="1400" dirty="0">
                <a:latin typeface="Candara"/>
              </a:rPr>
            </a:br>
            <a:r>
              <a:rPr lang="en-US" sz="2300" dirty="0"/>
              <a:t>PLSQL or Index-by Tables				 	…..</a:t>
            </a:r>
            <a:r>
              <a:rPr lang="en-US" sz="2300" dirty="0" err="1"/>
              <a:t>contd</a:t>
            </a:r>
            <a:endParaRPr lang="en-US" sz="2300" b="1" dirty="0">
              <a:latin typeface="Candara"/>
            </a:endParaRPr>
          </a:p>
        </p:txBody>
      </p:sp>
      <p:sp>
        <p:nvSpPr>
          <p:cNvPr id="12292" name="Rectangle 3"/>
          <p:cNvSpPr>
            <a:spLocks noGrp="1" noChangeArrowheads="1"/>
          </p:cNvSpPr>
          <p:nvPr>
            <p:ph idx="1"/>
          </p:nvPr>
        </p:nvSpPr>
        <p:spPr>
          <a:xfrm>
            <a:off x="0" y="855959"/>
            <a:ext cx="9144000" cy="3858545"/>
          </a:xfrm>
        </p:spPr>
        <p:txBody>
          <a:bodyPr>
            <a:noAutofit/>
          </a:bodyPr>
          <a:lstStyle/>
          <a:p>
            <a:r>
              <a:rPr lang="en-US" sz="1100" dirty="0"/>
              <a:t>Here, the subscript values are 5,10,15…., and hence they are said to be </a:t>
            </a:r>
            <a:r>
              <a:rPr lang="en-US" sz="1100" dirty="0" err="1"/>
              <a:t>arbitary</a:t>
            </a:r>
            <a:r>
              <a:rPr lang="en-US" sz="1100" dirty="0"/>
              <a:t> and decided by the code itself</a:t>
            </a:r>
            <a:endParaRPr lang="en-IN" sz="1100" dirty="0"/>
          </a:p>
          <a:p>
            <a:pPr>
              <a:buNone/>
            </a:pPr>
            <a:r>
              <a:rPr lang="en-IN" sz="1100" dirty="0">
                <a:solidFill>
                  <a:srgbClr val="00B0F0"/>
                </a:solidFill>
              </a:rPr>
              <a:t>	DECLARE</a:t>
            </a:r>
          </a:p>
          <a:p>
            <a:pPr>
              <a:buNone/>
            </a:pPr>
            <a:r>
              <a:rPr lang="en-IN" sz="1100" dirty="0">
                <a:solidFill>
                  <a:srgbClr val="00B0F0"/>
                </a:solidFill>
              </a:rPr>
              <a:t>   		TYPE  </a:t>
            </a:r>
            <a:r>
              <a:rPr lang="en-IN" sz="1100" dirty="0" err="1">
                <a:solidFill>
                  <a:srgbClr val="00B0F0"/>
                </a:solidFill>
              </a:rPr>
              <a:t>t_type</a:t>
            </a:r>
            <a:r>
              <a:rPr lang="en-IN" sz="1100" dirty="0">
                <a:solidFill>
                  <a:srgbClr val="00B0F0"/>
                </a:solidFill>
              </a:rPr>
              <a:t>  IS  TABLE  OF  NUMBER   INDEX  BY  </a:t>
            </a:r>
            <a:r>
              <a:rPr lang="en-IN" sz="1100" dirty="0" err="1">
                <a:solidFill>
                  <a:srgbClr val="00B0F0"/>
                </a:solidFill>
              </a:rPr>
              <a:t>binary_integer</a:t>
            </a:r>
            <a:r>
              <a:rPr lang="en-IN" sz="1100" dirty="0">
                <a:solidFill>
                  <a:srgbClr val="00B0F0"/>
                </a:solidFill>
              </a:rPr>
              <a:t>;</a:t>
            </a:r>
          </a:p>
          <a:p>
            <a:pPr>
              <a:buNone/>
            </a:pPr>
            <a:r>
              <a:rPr lang="en-IN" sz="1100" dirty="0">
                <a:solidFill>
                  <a:srgbClr val="00B0F0"/>
                </a:solidFill>
              </a:rPr>
              <a:t>           	</a:t>
            </a:r>
            <a:r>
              <a:rPr lang="en-IN" sz="1100" dirty="0" err="1">
                <a:solidFill>
                  <a:srgbClr val="00B0F0"/>
                </a:solidFill>
              </a:rPr>
              <a:t>my_tab</a:t>
            </a:r>
            <a:r>
              <a:rPr lang="en-IN" sz="1100" dirty="0">
                <a:solidFill>
                  <a:srgbClr val="00B0F0"/>
                </a:solidFill>
              </a:rPr>
              <a:t> </a:t>
            </a:r>
            <a:r>
              <a:rPr lang="en-IN" sz="1100" dirty="0" err="1">
                <a:solidFill>
                  <a:srgbClr val="00B0F0"/>
                </a:solidFill>
              </a:rPr>
              <a:t>t_type</a:t>
            </a:r>
            <a:r>
              <a:rPr lang="en-IN" sz="1100" dirty="0">
                <a:solidFill>
                  <a:srgbClr val="00B0F0"/>
                </a:solidFill>
              </a:rPr>
              <a:t> ;</a:t>
            </a:r>
          </a:p>
          <a:p>
            <a:pPr>
              <a:buNone/>
            </a:pPr>
            <a:r>
              <a:rPr lang="en-IN" sz="1100" dirty="0">
                <a:solidFill>
                  <a:srgbClr val="00B0F0"/>
                </a:solidFill>
              </a:rPr>
              <a:t>           	</a:t>
            </a:r>
            <a:r>
              <a:rPr lang="en-IN" sz="1100" dirty="0" err="1">
                <a:solidFill>
                  <a:srgbClr val="00B0F0"/>
                </a:solidFill>
              </a:rPr>
              <a:t>ctr</a:t>
            </a:r>
            <a:r>
              <a:rPr lang="en-IN" sz="1100" dirty="0">
                <a:solidFill>
                  <a:srgbClr val="00B0F0"/>
                </a:solidFill>
              </a:rPr>
              <a:t> number :=5;</a:t>
            </a:r>
          </a:p>
          <a:p>
            <a:pPr>
              <a:buNone/>
            </a:pPr>
            <a:r>
              <a:rPr lang="en-IN" sz="1100" dirty="0">
                <a:solidFill>
                  <a:srgbClr val="00B0F0"/>
                </a:solidFill>
              </a:rPr>
              <a:t>	BEGIN</a:t>
            </a:r>
          </a:p>
          <a:p>
            <a:pPr>
              <a:buNone/>
            </a:pPr>
            <a:r>
              <a:rPr lang="en-IN" sz="1100" dirty="0">
                <a:solidFill>
                  <a:srgbClr val="00B0F0"/>
                </a:solidFill>
              </a:rPr>
              <a:t>   		while </a:t>
            </a:r>
            <a:r>
              <a:rPr lang="en-IN" sz="1100" dirty="0" err="1">
                <a:solidFill>
                  <a:srgbClr val="00B0F0"/>
                </a:solidFill>
              </a:rPr>
              <a:t>ctr</a:t>
            </a:r>
            <a:r>
              <a:rPr lang="en-IN" sz="1100" dirty="0">
                <a:solidFill>
                  <a:srgbClr val="00B0F0"/>
                </a:solidFill>
              </a:rPr>
              <a:t>&lt;=50 loop</a:t>
            </a:r>
          </a:p>
          <a:p>
            <a:pPr>
              <a:buNone/>
            </a:pPr>
            <a:r>
              <a:rPr lang="en-IN" sz="1100" dirty="0">
                <a:solidFill>
                  <a:srgbClr val="00B0F0"/>
                </a:solidFill>
              </a:rPr>
              <a:t>           		</a:t>
            </a:r>
            <a:r>
              <a:rPr lang="en-IN" sz="1100" dirty="0" err="1">
                <a:solidFill>
                  <a:srgbClr val="00B0F0"/>
                </a:solidFill>
              </a:rPr>
              <a:t>my_tab</a:t>
            </a:r>
            <a:r>
              <a:rPr lang="en-IN" sz="1100" dirty="0">
                <a:solidFill>
                  <a:srgbClr val="00B0F0"/>
                </a:solidFill>
              </a:rPr>
              <a:t>(</a:t>
            </a:r>
            <a:r>
              <a:rPr lang="en-IN" sz="1100" dirty="0" err="1">
                <a:solidFill>
                  <a:srgbClr val="00B0F0"/>
                </a:solidFill>
              </a:rPr>
              <a:t>ctr</a:t>
            </a:r>
            <a:r>
              <a:rPr lang="en-IN" sz="1100" dirty="0">
                <a:solidFill>
                  <a:srgbClr val="00B0F0"/>
                </a:solidFill>
              </a:rPr>
              <a:t>):=</a:t>
            </a:r>
            <a:r>
              <a:rPr lang="en-IN" sz="1100" dirty="0" err="1">
                <a:solidFill>
                  <a:srgbClr val="00B0F0"/>
                </a:solidFill>
              </a:rPr>
              <a:t>ctr</a:t>
            </a:r>
            <a:r>
              <a:rPr lang="en-IN" sz="1100" dirty="0">
                <a:solidFill>
                  <a:srgbClr val="00B0F0"/>
                </a:solidFill>
              </a:rPr>
              <a:t>;</a:t>
            </a:r>
          </a:p>
          <a:p>
            <a:pPr>
              <a:buNone/>
            </a:pPr>
            <a:r>
              <a:rPr lang="en-IN" sz="1100" dirty="0">
                <a:solidFill>
                  <a:srgbClr val="00B0F0"/>
                </a:solidFill>
              </a:rPr>
              <a:t>           		</a:t>
            </a:r>
            <a:r>
              <a:rPr lang="en-IN" sz="1100" dirty="0" err="1">
                <a:solidFill>
                  <a:srgbClr val="00B0F0"/>
                </a:solidFill>
              </a:rPr>
              <a:t>ctr</a:t>
            </a:r>
            <a:r>
              <a:rPr lang="en-IN" sz="1100" dirty="0">
                <a:solidFill>
                  <a:srgbClr val="00B0F0"/>
                </a:solidFill>
              </a:rPr>
              <a:t>:=ctr+5;</a:t>
            </a:r>
          </a:p>
          <a:p>
            <a:pPr>
              <a:buNone/>
            </a:pPr>
            <a:r>
              <a:rPr lang="en-IN" sz="1100" dirty="0">
                <a:solidFill>
                  <a:srgbClr val="00B0F0"/>
                </a:solidFill>
              </a:rPr>
              <a:t>   		end loop;</a:t>
            </a:r>
          </a:p>
          <a:p>
            <a:pPr>
              <a:buNone/>
            </a:pPr>
            <a:r>
              <a:rPr lang="en-IN" sz="1100" dirty="0">
                <a:solidFill>
                  <a:srgbClr val="00B0F0"/>
                </a:solidFill>
              </a:rPr>
              <a:t>   		</a:t>
            </a:r>
            <a:r>
              <a:rPr lang="en-IN" sz="1100" dirty="0" err="1">
                <a:solidFill>
                  <a:srgbClr val="00B0F0"/>
                </a:solidFill>
              </a:rPr>
              <a:t>dbms_output.put_line</a:t>
            </a:r>
            <a:r>
              <a:rPr lang="en-IN" sz="1100" dirty="0">
                <a:solidFill>
                  <a:srgbClr val="00B0F0"/>
                </a:solidFill>
              </a:rPr>
              <a:t>('Hi'||</a:t>
            </a:r>
            <a:r>
              <a:rPr lang="en-IN" sz="1100" dirty="0" err="1">
                <a:solidFill>
                  <a:srgbClr val="00B0F0"/>
                </a:solidFill>
              </a:rPr>
              <a:t>my_tab.count</a:t>
            </a:r>
            <a:r>
              <a:rPr lang="en-IN" sz="1100" dirty="0">
                <a:solidFill>
                  <a:srgbClr val="00B0F0"/>
                </a:solidFill>
              </a:rPr>
              <a:t>);</a:t>
            </a:r>
          </a:p>
          <a:p>
            <a:pPr>
              <a:buNone/>
            </a:pPr>
            <a:r>
              <a:rPr lang="en-IN" sz="1100" dirty="0">
                <a:solidFill>
                  <a:srgbClr val="00B0F0"/>
                </a:solidFill>
              </a:rPr>
              <a:t>   		</a:t>
            </a:r>
            <a:r>
              <a:rPr lang="en-IN" sz="1100" dirty="0" err="1">
                <a:solidFill>
                  <a:srgbClr val="00B0F0"/>
                </a:solidFill>
              </a:rPr>
              <a:t>ctr</a:t>
            </a:r>
            <a:r>
              <a:rPr lang="en-IN" sz="1100" dirty="0">
                <a:solidFill>
                  <a:srgbClr val="00B0F0"/>
                </a:solidFill>
              </a:rPr>
              <a:t>:=5;</a:t>
            </a:r>
          </a:p>
          <a:p>
            <a:pPr>
              <a:buNone/>
            </a:pPr>
            <a:r>
              <a:rPr lang="en-IN" sz="1100" dirty="0">
                <a:solidFill>
                  <a:srgbClr val="00B0F0"/>
                </a:solidFill>
              </a:rPr>
              <a:t>   		while </a:t>
            </a:r>
            <a:r>
              <a:rPr lang="en-IN" sz="1100" dirty="0" err="1">
                <a:solidFill>
                  <a:srgbClr val="00B0F0"/>
                </a:solidFill>
              </a:rPr>
              <a:t>ctr</a:t>
            </a:r>
            <a:r>
              <a:rPr lang="en-IN" sz="1100" dirty="0">
                <a:solidFill>
                  <a:srgbClr val="00B0F0"/>
                </a:solidFill>
              </a:rPr>
              <a:t>&lt;=50 loop</a:t>
            </a:r>
          </a:p>
          <a:p>
            <a:pPr>
              <a:buNone/>
            </a:pPr>
            <a:r>
              <a:rPr lang="en-IN" sz="1100" dirty="0">
                <a:solidFill>
                  <a:srgbClr val="00B0F0"/>
                </a:solidFill>
              </a:rPr>
              <a:t>           		</a:t>
            </a:r>
            <a:r>
              <a:rPr lang="en-IN" sz="1100" dirty="0" err="1">
                <a:solidFill>
                  <a:srgbClr val="00B0F0"/>
                </a:solidFill>
              </a:rPr>
              <a:t>dbms_output.put_line</a:t>
            </a:r>
            <a:r>
              <a:rPr lang="en-IN" sz="1100" dirty="0">
                <a:solidFill>
                  <a:srgbClr val="00B0F0"/>
                </a:solidFill>
              </a:rPr>
              <a:t>(</a:t>
            </a:r>
            <a:r>
              <a:rPr lang="en-IN" sz="1100" dirty="0" err="1">
                <a:solidFill>
                  <a:srgbClr val="00B0F0"/>
                </a:solidFill>
              </a:rPr>
              <a:t>my_tab</a:t>
            </a:r>
            <a:r>
              <a:rPr lang="en-IN" sz="1100" dirty="0">
                <a:solidFill>
                  <a:srgbClr val="00B0F0"/>
                </a:solidFill>
              </a:rPr>
              <a:t>(</a:t>
            </a:r>
            <a:r>
              <a:rPr lang="en-IN" sz="1100" dirty="0" err="1">
                <a:solidFill>
                  <a:srgbClr val="00B0F0"/>
                </a:solidFill>
              </a:rPr>
              <a:t>ctr</a:t>
            </a:r>
            <a:r>
              <a:rPr lang="en-IN" sz="1100" dirty="0">
                <a:solidFill>
                  <a:srgbClr val="00B0F0"/>
                </a:solidFill>
              </a:rPr>
              <a:t>));</a:t>
            </a:r>
          </a:p>
          <a:p>
            <a:pPr>
              <a:buNone/>
            </a:pPr>
            <a:r>
              <a:rPr lang="en-IN" sz="1100" dirty="0">
                <a:solidFill>
                  <a:srgbClr val="00B0F0"/>
                </a:solidFill>
              </a:rPr>
              <a:t>           		</a:t>
            </a:r>
            <a:r>
              <a:rPr lang="en-IN" sz="1100" dirty="0" err="1">
                <a:solidFill>
                  <a:srgbClr val="00B0F0"/>
                </a:solidFill>
              </a:rPr>
              <a:t>ctr</a:t>
            </a:r>
            <a:r>
              <a:rPr lang="en-IN" sz="1100" dirty="0">
                <a:solidFill>
                  <a:srgbClr val="00B0F0"/>
                </a:solidFill>
              </a:rPr>
              <a:t>:=ctr+5;</a:t>
            </a:r>
          </a:p>
          <a:p>
            <a:pPr>
              <a:buNone/>
            </a:pPr>
            <a:r>
              <a:rPr lang="en-IN" sz="1100" dirty="0">
                <a:solidFill>
                  <a:srgbClr val="00B0F0"/>
                </a:solidFill>
              </a:rPr>
              <a:t>   		end loop;</a:t>
            </a:r>
          </a:p>
          <a:p>
            <a:pPr>
              <a:buNone/>
            </a:pPr>
            <a:r>
              <a:rPr lang="en-IN" sz="1100" dirty="0">
                <a:solidFill>
                  <a:srgbClr val="00B0F0"/>
                </a:solidFill>
              </a:rPr>
              <a:t>END;</a:t>
            </a:r>
          </a:p>
          <a:p>
            <a:pPr>
              <a:buNone/>
            </a:pPr>
            <a:r>
              <a:rPr lang="en-IN" sz="1100" dirty="0">
                <a:solidFill>
                  <a:srgbClr val="00B0F0"/>
                </a:solidFill>
              </a:rPr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111815586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3"/>
          <p:cNvSpPr>
            <a:spLocks noGrp="1"/>
          </p:cNvSpPr>
          <p:nvPr>
            <p:ph type="title"/>
          </p:nvPr>
        </p:nvSpPr>
        <p:spPr>
          <a:xfrm>
            <a:off x="-1" y="98992"/>
            <a:ext cx="8942119" cy="536972"/>
          </a:xfrm>
          <a:noFill/>
        </p:spPr>
        <p:txBody>
          <a:bodyPr>
            <a:normAutofit fontScale="90000"/>
          </a:bodyPr>
          <a:lstStyle/>
          <a:p>
            <a:r>
              <a:rPr lang="en-US" sz="1600" dirty="0">
                <a:latin typeface="Candara"/>
              </a:rPr>
              <a:t>1.5: </a:t>
            </a:r>
            <a:r>
              <a:rPr lang="en-US" sz="1400" dirty="0">
                <a:latin typeface="Candara"/>
              </a:rPr>
              <a:t>Collections 						</a:t>
            </a:r>
            <a:br>
              <a:rPr lang="en-US" sz="1400" dirty="0">
                <a:latin typeface="Candara"/>
              </a:rPr>
            </a:br>
            <a:r>
              <a:rPr lang="en-US" sz="2300" dirty="0"/>
              <a:t>Nested Tables				 		</a:t>
            </a:r>
            <a:endParaRPr lang="en-US" sz="2300" b="1" dirty="0">
              <a:latin typeface="Candara"/>
            </a:endParaRPr>
          </a:p>
        </p:txBody>
      </p:sp>
      <p:sp>
        <p:nvSpPr>
          <p:cNvPr id="12292" name="Rectangle 3"/>
          <p:cNvSpPr>
            <a:spLocks noGrp="1" noChangeArrowheads="1"/>
          </p:cNvSpPr>
          <p:nvPr>
            <p:ph idx="1"/>
          </p:nvPr>
        </p:nvSpPr>
        <p:spPr>
          <a:xfrm>
            <a:off x="0" y="855959"/>
            <a:ext cx="9144000" cy="3858545"/>
          </a:xfrm>
        </p:spPr>
        <p:txBody>
          <a:bodyPr>
            <a:noAutofit/>
          </a:bodyPr>
          <a:lstStyle/>
          <a:p>
            <a:endParaRPr lang="en-US" dirty="0"/>
          </a:p>
          <a:p>
            <a:r>
              <a:rPr lang="en-US" dirty="0"/>
              <a:t>Nested tables </a:t>
            </a:r>
          </a:p>
          <a:p>
            <a:pPr lvl="1"/>
            <a:r>
              <a:rPr lang="en-US" sz="1800" dirty="0"/>
              <a:t>Hold an arbitrary number of elements</a:t>
            </a:r>
          </a:p>
          <a:p>
            <a:pPr lvl="1"/>
            <a:r>
              <a:rPr lang="en-US" sz="1800" dirty="0"/>
              <a:t>They use sequential numbers as subscripts</a:t>
            </a:r>
          </a:p>
          <a:p>
            <a:pPr lvl="1"/>
            <a:r>
              <a:rPr lang="en-US" sz="1800" dirty="0"/>
              <a:t>Can be stored in database tables</a:t>
            </a:r>
          </a:p>
          <a:p>
            <a:pPr lvl="1"/>
            <a:r>
              <a:rPr lang="en-US" sz="1800" dirty="0"/>
              <a:t>Can be manipulated through SQL</a:t>
            </a:r>
          </a:p>
          <a:p>
            <a:pPr lvl="1"/>
            <a:endParaRPr lang="en-US" sz="1800" dirty="0"/>
          </a:p>
          <a:p>
            <a:r>
              <a:rPr lang="en-US" dirty="0"/>
              <a:t>SYNTAX :</a:t>
            </a:r>
          </a:p>
          <a:p>
            <a:pPr>
              <a:buNone/>
            </a:pPr>
            <a:r>
              <a:rPr lang="en-US" dirty="0"/>
              <a:t>		</a:t>
            </a:r>
            <a:r>
              <a:rPr lang="en-US" sz="1800" dirty="0">
                <a:solidFill>
                  <a:srgbClr val="00B0F0"/>
                </a:solidFill>
              </a:rPr>
              <a:t>TYPE </a:t>
            </a:r>
            <a:r>
              <a:rPr lang="en-US" sz="1800" dirty="0" err="1">
                <a:solidFill>
                  <a:srgbClr val="00B0F0"/>
                </a:solidFill>
              </a:rPr>
              <a:t>type_name</a:t>
            </a:r>
            <a:r>
              <a:rPr lang="en-US" sz="1800" dirty="0">
                <a:solidFill>
                  <a:srgbClr val="00B0F0"/>
                </a:solidFill>
              </a:rPr>
              <a:t> IS TABLE OF </a:t>
            </a:r>
            <a:r>
              <a:rPr lang="en-US" sz="1800" dirty="0" err="1">
                <a:solidFill>
                  <a:srgbClr val="00B0F0"/>
                </a:solidFill>
              </a:rPr>
              <a:t>element_type</a:t>
            </a:r>
            <a:r>
              <a:rPr lang="en-US" sz="1800" dirty="0">
                <a:solidFill>
                  <a:srgbClr val="00B0F0"/>
                </a:solidFill>
              </a:rPr>
              <a:t> [NOT NULL];</a:t>
            </a:r>
          </a:p>
        </p:txBody>
      </p:sp>
    </p:spTree>
    <p:extLst>
      <p:ext uri="{BB962C8B-B14F-4D97-AF65-F5344CB8AC3E}">
        <p14:creationId xmlns:p14="http://schemas.microsoft.com/office/powerpoint/2010/main" val="111815586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3"/>
          <p:cNvSpPr>
            <a:spLocks noGrp="1"/>
          </p:cNvSpPr>
          <p:nvPr>
            <p:ph type="title"/>
          </p:nvPr>
        </p:nvSpPr>
        <p:spPr>
          <a:xfrm>
            <a:off x="-1" y="98992"/>
            <a:ext cx="8942119" cy="536972"/>
          </a:xfrm>
          <a:noFill/>
        </p:spPr>
        <p:txBody>
          <a:bodyPr>
            <a:normAutofit fontScale="90000"/>
          </a:bodyPr>
          <a:lstStyle/>
          <a:p>
            <a:r>
              <a:rPr lang="en-US" sz="1600" dirty="0">
                <a:latin typeface="Candara"/>
              </a:rPr>
              <a:t>1.5: </a:t>
            </a:r>
            <a:r>
              <a:rPr lang="en-US" sz="1400" dirty="0">
                <a:latin typeface="Candara"/>
              </a:rPr>
              <a:t>Collections 						</a:t>
            </a:r>
            <a:br>
              <a:rPr lang="en-US" sz="1400" dirty="0">
                <a:latin typeface="Candara"/>
              </a:rPr>
            </a:br>
            <a:r>
              <a:rPr lang="en-US" sz="2300" dirty="0" err="1"/>
              <a:t>NestedTables</a:t>
            </a:r>
            <a:r>
              <a:rPr lang="en-US" sz="2300" dirty="0"/>
              <a:t>				 			…..</a:t>
            </a:r>
            <a:r>
              <a:rPr lang="en-US" sz="2300" dirty="0" err="1"/>
              <a:t>contd</a:t>
            </a:r>
            <a:endParaRPr lang="en-US" sz="2300" b="1" dirty="0">
              <a:latin typeface="Candara"/>
            </a:endParaRPr>
          </a:p>
        </p:txBody>
      </p:sp>
      <p:sp>
        <p:nvSpPr>
          <p:cNvPr id="12292" name="Rectangle 3"/>
          <p:cNvSpPr>
            <a:spLocks noGrp="1" noChangeArrowheads="1"/>
          </p:cNvSpPr>
          <p:nvPr>
            <p:ph idx="1"/>
          </p:nvPr>
        </p:nvSpPr>
        <p:spPr>
          <a:xfrm>
            <a:off x="0" y="855959"/>
            <a:ext cx="9144000" cy="3858545"/>
          </a:xfrm>
        </p:spPr>
        <p:txBody>
          <a:bodyPr>
            <a:noAutofit/>
          </a:bodyPr>
          <a:lstStyle/>
          <a:p>
            <a:pPr>
              <a:lnSpc>
                <a:spcPct val="80000"/>
              </a:lnSpc>
              <a:buNone/>
            </a:pPr>
            <a:endParaRPr lang="en-US" sz="1100" dirty="0">
              <a:solidFill>
                <a:srgbClr val="00B0F0"/>
              </a:solidFill>
            </a:endParaRPr>
          </a:p>
          <a:p>
            <a:pPr>
              <a:lnSpc>
                <a:spcPct val="80000"/>
              </a:lnSpc>
              <a:buNone/>
            </a:pPr>
            <a:r>
              <a:rPr lang="en-US" sz="1400" dirty="0">
                <a:solidFill>
                  <a:srgbClr val="00B0F0"/>
                </a:solidFill>
              </a:rPr>
              <a:t>DECLARE</a:t>
            </a:r>
          </a:p>
          <a:p>
            <a:pPr>
              <a:lnSpc>
                <a:spcPct val="80000"/>
              </a:lnSpc>
              <a:buNone/>
            </a:pPr>
            <a:r>
              <a:rPr lang="en-US" sz="1400" dirty="0">
                <a:solidFill>
                  <a:srgbClr val="00B0F0"/>
                </a:solidFill>
              </a:rPr>
              <a:t> 		-- Declaring a local nested table type</a:t>
            </a:r>
          </a:p>
          <a:p>
            <a:pPr>
              <a:lnSpc>
                <a:spcPct val="80000"/>
              </a:lnSpc>
              <a:buNone/>
            </a:pPr>
            <a:r>
              <a:rPr lang="en-US" sz="1400" dirty="0">
                <a:solidFill>
                  <a:srgbClr val="00B0F0"/>
                </a:solidFill>
              </a:rPr>
              <a:t>    	TYPE </a:t>
            </a:r>
            <a:r>
              <a:rPr lang="en-US" sz="1400" dirty="0" err="1">
                <a:solidFill>
                  <a:srgbClr val="00B0F0"/>
                </a:solidFill>
              </a:rPr>
              <a:t>nested_table_type</a:t>
            </a:r>
            <a:r>
              <a:rPr lang="en-US" sz="1400" dirty="0">
                <a:solidFill>
                  <a:srgbClr val="00B0F0"/>
                </a:solidFill>
              </a:rPr>
              <a:t> IS TABLE OF VARCHAR2(20);</a:t>
            </a:r>
          </a:p>
          <a:p>
            <a:pPr>
              <a:lnSpc>
                <a:spcPct val="80000"/>
              </a:lnSpc>
              <a:buNone/>
            </a:pPr>
            <a:r>
              <a:rPr lang="en-US" sz="1400" dirty="0">
                <a:solidFill>
                  <a:srgbClr val="00B0F0"/>
                </a:solidFill>
              </a:rPr>
              <a:t> 		-- Declaring a variable of nested table type</a:t>
            </a:r>
          </a:p>
          <a:p>
            <a:pPr>
              <a:lnSpc>
                <a:spcPct val="80000"/>
              </a:lnSpc>
              <a:buNone/>
            </a:pPr>
            <a:r>
              <a:rPr lang="en-US" sz="1400" dirty="0">
                <a:solidFill>
                  <a:srgbClr val="00B0F0"/>
                </a:solidFill>
              </a:rPr>
              <a:t>		</a:t>
            </a:r>
            <a:r>
              <a:rPr lang="en-US" sz="1400" dirty="0" err="1">
                <a:solidFill>
                  <a:srgbClr val="00B0F0"/>
                </a:solidFill>
              </a:rPr>
              <a:t>t_nt_var</a:t>
            </a:r>
            <a:r>
              <a:rPr lang="en-US" sz="1400" dirty="0">
                <a:solidFill>
                  <a:srgbClr val="00B0F0"/>
                </a:solidFill>
              </a:rPr>
              <a:t>  </a:t>
            </a:r>
            <a:r>
              <a:rPr lang="en-US" sz="1400" dirty="0" err="1">
                <a:solidFill>
                  <a:srgbClr val="00B0F0"/>
                </a:solidFill>
              </a:rPr>
              <a:t>nested_table_type</a:t>
            </a:r>
            <a:r>
              <a:rPr lang="en-US" sz="1400" dirty="0">
                <a:solidFill>
                  <a:srgbClr val="00B0F0"/>
                </a:solidFill>
              </a:rPr>
              <a:t> := </a:t>
            </a:r>
            <a:r>
              <a:rPr lang="en-US" sz="1400" dirty="0" err="1">
                <a:solidFill>
                  <a:srgbClr val="00B0F0"/>
                </a:solidFill>
              </a:rPr>
              <a:t>nested_table_type</a:t>
            </a:r>
            <a:r>
              <a:rPr lang="en-US" sz="1400" dirty="0">
                <a:solidFill>
                  <a:srgbClr val="00B0F0"/>
                </a:solidFill>
              </a:rPr>
              <a:t>();</a:t>
            </a:r>
          </a:p>
          <a:p>
            <a:pPr>
              <a:lnSpc>
                <a:spcPct val="80000"/>
              </a:lnSpc>
              <a:buNone/>
            </a:pPr>
            <a:r>
              <a:rPr lang="en-US" sz="1400" dirty="0">
                <a:solidFill>
                  <a:srgbClr val="00B0F0"/>
                </a:solidFill>
              </a:rPr>
              <a:t>BEGIN</a:t>
            </a:r>
          </a:p>
          <a:p>
            <a:pPr>
              <a:lnSpc>
                <a:spcPct val="80000"/>
              </a:lnSpc>
              <a:buNone/>
            </a:pPr>
            <a:r>
              <a:rPr lang="en-US" sz="1400" dirty="0">
                <a:solidFill>
                  <a:srgbClr val="00B0F0"/>
                </a:solidFill>
              </a:rPr>
              <a:t>  		-- Initializing Array</a:t>
            </a:r>
          </a:p>
          <a:p>
            <a:pPr>
              <a:lnSpc>
                <a:spcPct val="80000"/>
              </a:lnSpc>
              <a:buNone/>
            </a:pPr>
            <a:r>
              <a:rPr lang="en-US" sz="1400" dirty="0">
                <a:solidFill>
                  <a:srgbClr val="00B0F0"/>
                </a:solidFill>
              </a:rPr>
              <a:t>		DBMS_OUTPUT.PUT_LINE(</a:t>
            </a:r>
            <a:r>
              <a:rPr lang="en-US" sz="1400" dirty="0" err="1">
                <a:solidFill>
                  <a:srgbClr val="00B0F0"/>
                </a:solidFill>
              </a:rPr>
              <a:t>t_nt_var.count</a:t>
            </a:r>
            <a:r>
              <a:rPr lang="en-US" sz="1400" dirty="0">
                <a:solidFill>
                  <a:srgbClr val="00B0F0"/>
                </a:solidFill>
              </a:rPr>
              <a:t>);</a:t>
            </a:r>
          </a:p>
          <a:p>
            <a:pPr>
              <a:lnSpc>
                <a:spcPct val="80000"/>
              </a:lnSpc>
              <a:buNone/>
            </a:pPr>
            <a:r>
              <a:rPr lang="en-US" sz="1400" dirty="0">
                <a:solidFill>
                  <a:srgbClr val="00B0F0"/>
                </a:solidFill>
              </a:rPr>
              <a:t>		</a:t>
            </a:r>
            <a:r>
              <a:rPr lang="en-US" sz="1400" dirty="0" err="1">
                <a:solidFill>
                  <a:srgbClr val="00B0F0"/>
                </a:solidFill>
              </a:rPr>
              <a:t>t_nt_var</a:t>
            </a:r>
            <a:r>
              <a:rPr lang="en-US" sz="1400" dirty="0">
                <a:solidFill>
                  <a:srgbClr val="00B0F0"/>
                </a:solidFill>
              </a:rPr>
              <a:t> := </a:t>
            </a:r>
            <a:r>
              <a:rPr lang="en-US" sz="1400" dirty="0" err="1">
                <a:solidFill>
                  <a:srgbClr val="00B0F0"/>
                </a:solidFill>
              </a:rPr>
              <a:t>nested_table_type</a:t>
            </a:r>
            <a:r>
              <a:rPr lang="en-US" sz="1400" dirty="0">
                <a:solidFill>
                  <a:srgbClr val="00B0F0"/>
                </a:solidFill>
              </a:rPr>
              <a:t>( 'Shipping', 'Sales', 'Finance' , 'Payroll');</a:t>
            </a:r>
          </a:p>
          <a:p>
            <a:pPr>
              <a:lnSpc>
                <a:spcPct val="80000"/>
              </a:lnSpc>
              <a:buNone/>
            </a:pPr>
            <a:r>
              <a:rPr lang="en-US" sz="1400" dirty="0">
                <a:solidFill>
                  <a:srgbClr val="00B0F0"/>
                </a:solidFill>
              </a:rPr>
              <a:t>  		--  Accessing array elements</a:t>
            </a:r>
          </a:p>
          <a:p>
            <a:pPr>
              <a:lnSpc>
                <a:spcPct val="80000"/>
              </a:lnSpc>
              <a:buNone/>
            </a:pPr>
            <a:r>
              <a:rPr lang="en-US" sz="1400" dirty="0">
                <a:solidFill>
                  <a:srgbClr val="00B0F0"/>
                </a:solidFill>
              </a:rPr>
              <a:t>		DBMS_OUTPUT.PUT_LINE(</a:t>
            </a:r>
            <a:r>
              <a:rPr lang="en-US" sz="1400" dirty="0" err="1">
                <a:solidFill>
                  <a:srgbClr val="00B0F0"/>
                </a:solidFill>
              </a:rPr>
              <a:t>t_nt_var.count</a:t>
            </a:r>
            <a:r>
              <a:rPr lang="en-US" sz="1400" dirty="0">
                <a:solidFill>
                  <a:srgbClr val="00B0F0"/>
                </a:solidFill>
              </a:rPr>
              <a:t>);</a:t>
            </a:r>
          </a:p>
          <a:p>
            <a:pPr>
              <a:lnSpc>
                <a:spcPct val="80000"/>
              </a:lnSpc>
              <a:buNone/>
            </a:pPr>
            <a:r>
              <a:rPr lang="en-US" sz="1400" dirty="0">
                <a:solidFill>
                  <a:srgbClr val="00B0F0"/>
                </a:solidFill>
              </a:rPr>
              <a:t>		For j in 1..4 loop</a:t>
            </a:r>
          </a:p>
          <a:p>
            <a:pPr>
              <a:lnSpc>
                <a:spcPct val="80000"/>
              </a:lnSpc>
              <a:buNone/>
            </a:pPr>
            <a:r>
              <a:rPr lang="en-US" sz="1400" dirty="0">
                <a:solidFill>
                  <a:srgbClr val="00B0F0"/>
                </a:solidFill>
              </a:rPr>
              <a:t>			DBMS_OUTPUT.PUT_LINE(</a:t>
            </a:r>
            <a:r>
              <a:rPr lang="en-US" sz="1400" dirty="0" err="1">
                <a:solidFill>
                  <a:srgbClr val="00B0F0"/>
                </a:solidFill>
              </a:rPr>
              <a:t>t_nt_var</a:t>
            </a:r>
            <a:r>
              <a:rPr lang="en-US" sz="1400" dirty="0">
                <a:solidFill>
                  <a:srgbClr val="00B0F0"/>
                </a:solidFill>
              </a:rPr>
              <a:t>(j));</a:t>
            </a:r>
          </a:p>
          <a:p>
            <a:pPr>
              <a:lnSpc>
                <a:spcPct val="80000"/>
              </a:lnSpc>
              <a:buNone/>
            </a:pPr>
            <a:r>
              <a:rPr lang="en-US" sz="1400" dirty="0">
                <a:solidFill>
                  <a:srgbClr val="00B0F0"/>
                </a:solidFill>
              </a:rPr>
              <a:t>          	END LOOP;</a:t>
            </a:r>
          </a:p>
          <a:p>
            <a:pPr>
              <a:lnSpc>
                <a:spcPct val="80000"/>
              </a:lnSpc>
              <a:buNone/>
            </a:pPr>
            <a:r>
              <a:rPr lang="en-US" sz="1400" dirty="0">
                <a:solidFill>
                  <a:srgbClr val="00B0F0"/>
                </a:solidFill>
              </a:rPr>
              <a:t>END;</a:t>
            </a:r>
          </a:p>
          <a:p>
            <a:pPr>
              <a:lnSpc>
                <a:spcPct val="80000"/>
              </a:lnSpc>
              <a:buNone/>
            </a:pPr>
            <a:r>
              <a:rPr lang="en-US" sz="1400" dirty="0">
                <a:solidFill>
                  <a:srgbClr val="00B0F0"/>
                </a:solidFill>
              </a:rPr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111815586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3"/>
          <p:cNvSpPr>
            <a:spLocks noGrp="1"/>
          </p:cNvSpPr>
          <p:nvPr>
            <p:ph type="title"/>
          </p:nvPr>
        </p:nvSpPr>
        <p:spPr>
          <a:xfrm>
            <a:off x="-1" y="98992"/>
            <a:ext cx="8942119" cy="536972"/>
          </a:xfrm>
          <a:noFill/>
        </p:spPr>
        <p:txBody>
          <a:bodyPr>
            <a:normAutofit fontScale="90000"/>
          </a:bodyPr>
          <a:lstStyle/>
          <a:p>
            <a:r>
              <a:rPr lang="en-US" sz="1600" dirty="0">
                <a:latin typeface="Candara"/>
              </a:rPr>
              <a:t>1.5: </a:t>
            </a:r>
            <a:r>
              <a:rPr lang="en-US" sz="1400" dirty="0">
                <a:latin typeface="Candara"/>
              </a:rPr>
              <a:t>Collections 						</a:t>
            </a:r>
            <a:br>
              <a:rPr lang="en-US" sz="1400" dirty="0">
                <a:latin typeface="Candara"/>
              </a:rPr>
            </a:br>
            <a:r>
              <a:rPr lang="en-US" sz="2300" dirty="0" err="1"/>
              <a:t>NestedTables</a:t>
            </a:r>
            <a:r>
              <a:rPr lang="en-US" sz="2300" dirty="0"/>
              <a:t>				 			…..</a:t>
            </a:r>
            <a:r>
              <a:rPr lang="en-US" sz="2300" dirty="0" err="1"/>
              <a:t>contd</a:t>
            </a:r>
            <a:endParaRPr lang="en-US" sz="2300" b="1" dirty="0">
              <a:latin typeface="Candara"/>
            </a:endParaRPr>
          </a:p>
        </p:txBody>
      </p:sp>
      <p:sp>
        <p:nvSpPr>
          <p:cNvPr id="12292" name="Rectangle 3"/>
          <p:cNvSpPr>
            <a:spLocks noGrp="1" noChangeArrowheads="1"/>
          </p:cNvSpPr>
          <p:nvPr>
            <p:ph idx="1"/>
          </p:nvPr>
        </p:nvSpPr>
        <p:spPr>
          <a:xfrm>
            <a:off x="0" y="855959"/>
            <a:ext cx="9144000" cy="3858545"/>
          </a:xfrm>
        </p:spPr>
        <p:txBody>
          <a:bodyPr>
            <a:noAutofit/>
          </a:bodyPr>
          <a:lstStyle/>
          <a:p>
            <a:pPr>
              <a:lnSpc>
                <a:spcPct val="80000"/>
              </a:lnSpc>
            </a:pPr>
            <a:r>
              <a:rPr lang="en-IN" sz="1100" dirty="0">
                <a:solidFill>
                  <a:schemeClr val="tx1"/>
                </a:solidFill>
              </a:rPr>
              <a:t>The Following will give an error : As the elements get  sequential subscripts and you cannot decide the subscripts, you can only access an element (through it’s subscript) which is present</a:t>
            </a:r>
          </a:p>
          <a:p>
            <a:pPr>
              <a:lnSpc>
                <a:spcPct val="80000"/>
              </a:lnSpc>
              <a:buNone/>
            </a:pPr>
            <a:r>
              <a:rPr lang="en-IN" sz="1100" dirty="0">
                <a:solidFill>
                  <a:srgbClr val="00B0F0"/>
                </a:solidFill>
              </a:rPr>
              <a:t>DECLARE</a:t>
            </a:r>
          </a:p>
          <a:p>
            <a:pPr>
              <a:lnSpc>
                <a:spcPct val="80000"/>
              </a:lnSpc>
              <a:buNone/>
            </a:pPr>
            <a:r>
              <a:rPr lang="en-IN" sz="1100" dirty="0">
                <a:solidFill>
                  <a:srgbClr val="00B0F0"/>
                </a:solidFill>
              </a:rPr>
              <a:t>          TYPE  </a:t>
            </a:r>
            <a:r>
              <a:rPr lang="en-IN" sz="1100" dirty="0" err="1">
                <a:solidFill>
                  <a:srgbClr val="00B0F0"/>
                </a:solidFill>
              </a:rPr>
              <a:t>t_type</a:t>
            </a:r>
            <a:r>
              <a:rPr lang="en-IN" sz="1100" dirty="0">
                <a:solidFill>
                  <a:srgbClr val="00B0F0"/>
                </a:solidFill>
              </a:rPr>
              <a:t>  IS  TABLE  OF  NUMBER;</a:t>
            </a:r>
          </a:p>
          <a:p>
            <a:pPr>
              <a:lnSpc>
                <a:spcPct val="80000"/>
              </a:lnSpc>
              <a:buNone/>
            </a:pPr>
            <a:r>
              <a:rPr lang="en-IN" sz="1100" dirty="0">
                <a:solidFill>
                  <a:srgbClr val="00B0F0"/>
                </a:solidFill>
              </a:rPr>
              <a:t>	       </a:t>
            </a:r>
            <a:r>
              <a:rPr lang="en-IN" sz="1100" dirty="0" err="1">
                <a:solidFill>
                  <a:srgbClr val="00B0F0"/>
                </a:solidFill>
              </a:rPr>
              <a:t>my_tab</a:t>
            </a:r>
            <a:r>
              <a:rPr lang="en-IN" sz="1100" dirty="0">
                <a:solidFill>
                  <a:srgbClr val="00B0F0"/>
                </a:solidFill>
              </a:rPr>
              <a:t> </a:t>
            </a:r>
            <a:r>
              <a:rPr lang="en-IN" sz="1100" dirty="0" err="1">
                <a:solidFill>
                  <a:srgbClr val="00B0F0"/>
                </a:solidFill>
              </a:rPr>
              <a:t>t_type</a:t>
            </a:r>
            <a:r>
              <a:rPr lang="en-IN" sz="1100" dirty="0">
                <a:solidFill>
                  <a:srgbClr val="00B0F0"/>
                </a:solidFill>
              </a:rPr>
              <a:t> := </a:t>
            </a:r>
            <a:r>
              <a:rPr lang="en-IN" sz="1100" dirty="0" err="1">
                <a:solidFill>
                  <a:srgbClr val="00B0F0"/>
                </a:solidFill>
              </a:rPr>
              <a:t>t_type</a:t>
            </a:r>
            <a:r>
              <a:rPr lang="en-IN" sz="1100" dirty="0">
                <a:solidFill>
                  <a:srgbClr val="00B0F0"/>
                </a:solidFill>
              </a:rPr>
              <a:t> (3,5,7,8);  --this initialization becomes necessary, as without the initialization you cannot access the nested table</a:t>
            </a:r>
          </a:p>
          <a:p>
            <a:pPr>
              <a:lnSpc>
                <a:spcPct val="80000"/>
              </a:lnSpc>
              <a:buNone/>
            </a:pPr>
            <a:r>
              <a:rPr lang="en-IN" sz="1100" dirty="0">
                <a:solidFill>
                  <a:srgbClr val="00B0F0"/>
                </a:solidFill>
              </a:rPr>
              <a:t>           </a:t>
            </a:r>
            <a:r>
              <a:rPr lang="en-IN" sz="1100" dirty="0" err="1">
                <a:solidFill>
                  <a:srgbClr val="00B0F0"/>
                </a:solidFill>
              </a:rPr>
              <a:t>ctr</a:t>
            </a:r>
            <a:r>
              <a:rPr lang="en-IN" sz="1100" dirty="0">
                <a:solidFill>
                  <a:srgbClr val="00B0F0"/>
                </a:solidFill>
              </a:rPr>
              <a:t> number :=5;</a:t>
            </a:r>
          </a:p>
          <a:p>
            <a:pPr>
              <a:lnSpc>
                <a:spcPct val="80000"/>
              </a:lnSpc>
              <a:buNone/>
            </a:pPr>
            <a:r>
              <a:rPr lang="en-IN" sz="1100" dirty="0">
                <a:solidFill>
                  <a:srgbClr val="00B0F0"/>
                </a:solidFill>
              </a:rPr>
              <a:t>BEGIN</a:t>
            </a:r>
          </a:p>
          <a:p>
            <a:pPr>
              <a:lnSpc>
                <a:spcPct val="80000"/>
              </a:lnSpc>
              <a:buNone/>
            </a:pPr>
            <a:r>
              <a:rPr lang="en-IN" sz="1100" dirty="0">
                <a:solidFill>
                  <a:srgbClr val="00B0F0"/>
                </a:solidFill>
              </a:rPr>
              <a:t>   	while </a:t>
            </a:r>
            <a:r>
              <a:rPr lang="en-IN" sz="1100" dirty="0" err="1">
                <a:solidFill>
                  <a:srgbClr val="00B0F0"/>
                </a:solidFill>
              </a:rPr>
              <a:t>ctr</a:t>
            </a:r>
            <a:r>
              <a:rPr lang="en-IN" sz="1100" dirty="0">
                <a:solidFill>
                  <a:srgbClr val="00B0F0"/>
                </a:solidFill>
              </a:rPr>
              <a:t>&lt;=50 loop</a:t>
            </a:r>
          </a:p>
          <a:p>
            <a:pPr>
              <a:lnSpc>
                <a:spcPct val="80000"/>
              </a:lnSpc>
              <a:buNone/>
            </a:pPr>
            <a:r>
              <a:rPr lang="en-IN" sz="1100" dirty="0">
                <a:solidFill>
                  <a:srgbClr val="00B0F0"/>
                </a:solidFill>
              </a:rPr>
              <a:t>           </a:t>
            </a:r>
            <a:r>
              <a:rPr lang="en-IN" sz="1100" dirty="0" err="1">
                <a:solidFill>
                  <a:srgbClr val="00B0F0"/>
                </a:solidFill>
              </a:rPr>
              <a:t>my_tab</a:t>
            </a:r>
            <a:r>
              <a:rPr lang="en-IN" sz="1100" dirty="0">
                <a:solidFill>
                  <a:srgbClr val="00B0F0"/>
                </a:solidFill>
              </a:rPr>
              <a:t>(</a:t>
            </a:r>
            <a:r>
              <a:rPr lang="en-IN" sz="1100" dirty="0" err="1">
                <a:solidFill>
                  <a:srgbClr val="00B0F0"/>
                </a:solidFill>
              </a:rPr>
              <a:t>ctr</a:t>
            </a:r>
            <a:r>
              <a:rPr lang="en-IN" sz="1100" dirty="0">
                <a:solidFill>
                  <a:srgbClr val="00B0F0"/>
                </a:solidFill>
              </a:rPr>
              <a:t>):=</a:t>
            </a:r>
            <a:r>
              <a:rPr lang="en-IN" sz="1100" dirty="0" err="1">
                <a:solidFill>
                  <a:srgbClr val="00B0F0"/>
                </a:solidFill>
              </a:rPr>
              <a:t>ctr</a:t>
            </a:r>
            <a:r>
              <a:rPr lang="en-IN" sz="1100" dirty="0">
                <a:solidFill>
                  <a:srgbClr val="00B0F0"/>
                </a:solidFill>
              </a:rPr>
              <a:t>;</a:t>
            </a:r>
          </a:p>
          <a:p>
            <a:pPr>
              <a:lnSpc>
                <a:spcPct val="80000"/>
              </a:lnSpc>
              <a:buNone/>
            </a:pPr>
            <a:r>
              <a:rPr lang="en-IN" sz="1100" dirty="0">
                <a:solidFill>
                  <a:srgbClr val="00B0F0"/>
                </a:solidFill>
              </a:rPr>
              <a:t>           </a:t>
            </a:r>
            <a:r>
              <a:rPr lang="en-IN" sz="1100" dirty="0" err="1">
                <a:solidFill>
                  <a:srgbClr val="00B0F0"/>
                </a:solidFill>
              </a:rPr>
              <a:t>ctr</a:t>
            </a:r>
            <a:r>
              <a:rPr lang="en-IN" sz="1100" dirty="0">
                <a:solidFill>
                  <a:srgbClr val="00B0F0"/>
                </a:solidFill>
              </a:rPr>
              <a:t>:=ctr+5;</a:t>
            </a:r>
          </a:p>
          <a:p>
            <a:pPr>
              <a:lnSpc>
                <a:spcPct val="80000"/>
              </a:lnSpc>
              <a:buNone/>
            </a:pPr>
            <a:r>
              <a:rPr lang="en-IN" sz="1100" dirty="0">
                <a:solidFill>
                  <a:srgbClr val="00B0F0"/>
                </a:solidFill>
              </a:rPr>
              <a:t>   end loop;</a:t>
            </a:r>
          </a:p>
          <a:p>
            <a:pPr>
              <a:lnSpc>
                <a:spcPct val="80000"/>
              </a:lnSpc>
              <a:buNone/>
            </a:pPr>
            <a:r>
              <a:rPr lang="en-IN" sz="1100" dirty="0">
                <a:solidFill>
                  <a:srgbClr val="00B0F0"/>
                </a:solidFill>
              </a:rPr>
              <a:t>   </a:t>
            </a:r>
            <a:r>
              <a:rPr lang="en-IN" sz="1100" dirty="0" err="1">
                <a:solidFill>
                  <a:srgbClr val="00B0F0"/>
                </a:solidFill>
              </a:rPr>
              <a:t>dbms_output.put_line</a:t>
            </a:r>
            <a:r>
              <a:rPr lang="en-IN" sz="1100" dirty="0">
                <a:solidFill>
                  <a:srgbClr val="00B0F0"/>
                </a:solidFill>
              </a:rPr>
              <a:t>(</a:t>
            </a:r>
            <a:r>
              <a:rPr lang="en-IN" sz="1100" dirty="0" err="1">
                <a:solidFill>
                  <a:srgbClr val="00B0F0"/>
                </a:solidFill>
              </a:rPr>
              <a:t>my_tab.count</a:t>
            </a:r>
            <a:r>
              <a:rPr lang="en-IN" sz="1100" dirty="0">
                <a:solidFill>
                  <a:srgbClr val="00B0F0"/>
                </a:solidFill>
              </a:rPr>
              <a:t>);</a:t>
            </a:r>
          </a:p>
          <a:p>
            <a:pPr>
              <a:lnSpc>
                <a:spcPct val="80000"/>
              </a:lnSpc>
              <a:buNone/>
            </a:pPr>
            <a:r>
              <a:rPr lang="en-IN" sz="1100" dirty="0">
                <a:solidFill>
                  <a:srgbClr val="00B0F0"/>
                </a:solidFill>
              </a:rPr>
              <a:t>   </a:t>
            </a:r>
            <a:r>
              <a:rPr lang="en-IN" sz="1100" dirty="0" err="1">
                <a:solidFill>
                  <a:srgbClr val="00B0F0"/>
                </a:solidFill>
              </a:rPr>
              <a:t>ctr</a:t>
            </a:r>
            <a:r>
              <a:rPr lang="en-IN" sz="1100" dirty="0">
                <a:solidFill>
                  <a:srgbClr val="00B0F0"/>
                </a:solidFill>
              </a:rPr>
              <a:t>:=5;</a:t>
            </a:r>
          </a:p>
          <a:p>
            <a:pPr>
              <a:lnSpc>
                <a:spcPct val="80000"/>
              </a:lnSpc>
              <a:buNone/>
            </a:pPr>
            <a:r>
              <a:rPr lang="en-IN" sz="1100" dirty="0">
                <a:solidFill>
                  <a:srgbClr val="00B0F0"/>
                </a:solidFill>
              </a:rPr>
              <a:t>   while </a:t>
            </a:r>
            <a:r>
              <a:rPr lang="en-IN" sz="1100" dirty="0" err="1">
                <a:solidFill>
                  <a:srgbClr val="00B0F0"/>
                </a:solidFill>
              </a:rPr>
              <a:t>ctr</a:t>
            </a:r>
            <a:r>
              <a:rPr lang="en-IN" sz="1100" dirty="0">
                <a:solidFill>
                  <a:srgbClr val="00B0F0"/>
                </a:solidFill>
              </a:rPr>
              <a:t>&lt;=50 loop</a:t>
            </a:r>
          </a:p>
          <a:p>
            <a:pPr>
              <a:lnSpc>
                <a:spcPct val="80000"/>
              </a:lnSpc>
              <a:buNone/>
            </a:pPr>
            <a:r>
              <a:rPr lang="en-IN" sz="1100" dirty="0">
                <a:solidFill>
                  <a:srgbClr val="00B0F0"/>
                </a:solidFill>
              </a:rPr>
              <a:t>           </a:t>
            </a:r>
            <a:r>
              <a:rPr lang="en-IN" sz="1100" dirty="0" err="1">
                <a:solidFill>
                  <a:srgbClr val="00B0F0"/>
                </a:solidFill>
              </a:rPr>
              <a:t>dbms_output.put_line</a:t>
            </a:r>
            <a:r>
              <a:rPr lang="en-IN" sz="1100" dirty="0">
                <a:solidFill>
                  <a:srgbClr val="00B0F0"/>
                </a:solidFill>
              </a:rPr>
              <a:t>(</a:t>
            </a:r>
            <a:r>
              <a:rPr lang="en-IN" sz="1100" dirty="0" err="1">
                <a:solidFill>
                  <a:srgbClr val="00B0F0"/>
                </a:solidFill>
              </a:rPr>
              <a:t>my_tab</a:t>
            </a:r>
            <a:r>
              <a:rPr lang="en-IN" sz="1100" dirty="0">
                <a:solidFill>
                  <a:srgbClr val="00B0F0"/>
                </a:solidFill>
              </a:rPr>
              <a:t>(</a:t>
            </a:r>
            <a:r>
              <a:rPr lang="en-IN" sz="1100" dirty="0" err="1">
                <a:solidFill>
                  <a:srgbClr val="00B0F0"/>
                </a:solidFill>
              </a:rPr>
              <a:t>ctr</a:t>
            </a:r>
            <a:r>
              <a:rPr lang="en-IN" sz="1100" dirty="0">
                <a:solidFill>
                  <a:srgbClr val="00B0F0"/>
                </a:solidFill>
              </a:rPr>
              <a:t>));</a:t>
            </a:r>
          </a:p>
          <a:p>
            <a:pPr>
              <a:lnSpc>
                <a:spcPct val="80000"/>
              </a:lnSpc>
              <a:buNone/>
            </a:pPr>
            <a:r>
              <a:rPr lang="en-IN" sz="1100" dirty="0">
                <a:solidFill>
                  <a:srgbClr val="00B0F0"/>
                </a:solidFill>
              </a:rPr>
              <a:t>           </a:t>
            </a:r>
            <a:r>
              <a:rPr lang="en-IN" sz="1100" dirty="0" err="1">
                <a:solidFill>
                  <a:srgbClr val="00B0F0"/>
                </a:solidFill>
              </a:rPr>
              <a:t>ctr</a:t>
            </a:r>
            <a:r>
              <a:rPr lang="en-IN" sz="1100" dirty="0">
                <a:solidFill>
                  <a:srgbClr val="00B0F0"/>
                </a:solidFill>
              </a:rPr>
              <a:t>:=ctr+5;</a:t>
            </a:r>
          </a:p>
          <a:p>
            <a:pPr>
              <a:lnSpc>
                <a:spcPct val="80000"/>
              </a:lnSpc>
              <a:buNone/>
            </a:pPr>
            <a:r>
              <a:rPr lang="en-IN" sz="1100" dirty="0">
                <a:solidFill>
                  <a:srgbClr val="00B0F0"/>
                </a:solidFill>
              </a:rPr>
              <a:t>   end loop;</a:t>
            </a:r>
          </a:p>
          <a:p>
            <a:pPr>
              <a:lnSpc>
                <a:spcPct val="80000"/>
              </a:lnSpc>
              <a:buNone/>
            </a:pPr>
            <a:r>
              <a:rPr lang="en-IN" sz="1100" dirty="0">
                <a:solidFill>
                  <a:srgbClr val="00B0F0"/>
                </a:solidFill>
              </a:rPr>
              <a:t>END;</a:t>
            </a:r>
          </a:p>
          <a:p>
            <a:pPr>
              <a:lnSpc>
                <a:spcPct val="80000"/>
              </a:lnSpc>
              <a:buNone/>
            </a:pPr>
            <a:r>
              <a:rPr lang="en-IN" sz="1100" dirty="0">
                <a:solidFill>
                  <a:srgbClr val="00B0F0"/>
                </a:solidFill>
              </a:rPr>
              <a:t>/</a:t>
            </a:r>
          </a:p>
          <a:p>
            <a:pPr>
              <a:lnSpc>
                <a:spcPct val="80000"/>
              </a:lnSpc>
              <a:buNone/>
            </a:pPr>
            <a:r>
              <a:rPr lang="en-IN" sz="1100" dirty="0"/>
              <a:t>ORA-06533: Subscript beyond count</a:t>
            </a:r>
          </a:p>
          <a:p>
            <a:pPr>
              <a:lnSpc>
                <a:spcPct val="80000"/>
              </a:lnSpc>
              <a:buNone/>
            </a:pPr>
            <a:endParaRPr lang="en-IN" sz="11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815586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3"/>
          <p:cNvSpPr>
            <a:spLocks noGrp="1"/>
          </p:cNvSpPr>
          <p:nvPr>
            <p:ph type="title"/>
          </p:nvPr>
        </p:nvSpPr>
        <p:spPr>
          <a:xfrm>
            <a:off x="-1" y="98992"/>
            <a:ext cx="8942119" cy="536972"/>
          </a:xfrm>
          <a:noFill/>
        </p:spPr>
        <p:txBody>
          <a:bodyPr>
            <a:normAutofit fontScale="90000"/>
          </a:bodyPr>
          <a:lstStyle/>
          <a:p>
            <a:r>
              <a:rPr lang="en-US" sz="1600" dirty="0">
                <a:latin typeface="Candara"/>
              </a:rPr>
              <a:t>1.5: </a:t>
            </a:r>
            <a:r>
              <a:rPr lang="en-US" sz="1400" dirty="0">
                <a:latin typeface="Candara"/>
              </a:rPr>
              <a:t>Collections 						</a:t>
            </a:r>
            <a:br>
              <a:rPr lang="en-US" sz="1400" dirty="0">
                <a:latin typeface="Candara"/>
              </a:rPr>
            </a:br>
            <a:r>
              <a:rPr lang="en-US" sz="2300" dirty="0" err="1"/>
              <a:t>NestedTables</a:t>
            </a:r>
            <a:r>
              <a:rPr lang="en-US" sz="2300" dirty="0"/>
              <a:t>				 			…..</a:t>
            </a:r>
            <a:r>
              <a:rPr lang="en-US" sz="2300" dirty="0" err="1"/>
              <a:t>contd</a:t>
            </a:r>
            <a:endParaRPr lang="en-US" sz="2300" b="1" dirty="0">
              <a:latin typeface="Candara"/>
            </a:endParaRPr>
          </a:p>
        </p:txBody>
      </p:sp>
      <p:sp>
        <p:nvSpPr>
          <p:cNvPr id="12292" name="Rectangle 3"/>
          <p:cNvSpPr>
            <a:spLocks noGrp="1" noChangeArrowheads="1"/>
          </p:cNvSpPr>
          <p:nvPr>
            <p:ph idx="1"/>
          </p:nvPr>
        </p:nvSpPr>
        <p:spPr>
          <a:xfrm>
            <a:off x="0" y="855959"/>
            <a:ext cx="9144000" cy="3858545"/>
          </a:xfrm>
        </p:spPr>
        <p:txBody>
          <a:bodyPr>
            <a:noAutofit/>
          </a:bodyPr>
          <a:lstStyle/>
          <a:p>
            <a:pPr>
              <a:lnSpc>
                <a:spcPct val="80000"/>
              </a:lnSpc>
            </a:pPr>
            <a:r>
              <a:rPr lang="en-US" sz="1100" dirty="0">
                <a:solidFill>
                  <a:schemeClr val="tx1"/>
                </a:solidFill>
              </a:rPr>
              <a:t>T</a:t>
            </a:r>
            <a:r>
              <a:rPr lang="en-US" sz="1100" dirty="0"/>
              <a:t>he following will work as you are using the EXTEND method, and then referring to the index of the latest extended element</a:t>
            </a:r>
          </a:p>
          <a:p>
            <a:pPr>
              <a:buNone/>
            </a:pPr>
            <a:r>
              <a:rPr lang="en-US" sz="1100" dirty="0">
                <a:solidFill>
                  <a:srgbClr val="00B0F0"/>
                </a:solidFill>
              </a:rPr>
              <a:t> DECLARE</a:t>
            </a:r>
          </a:p>
          <a:p>
            <a:pPr>
              <a:buNone/>
            </a:pPr>
            <a:r>
              <a:rPr lang="en-US" sz="1100" dirty="0">
                <a:solidFill>
                  <a:srgbClr val="00B0F0"/>
                </a:solidFill>
              </a:rPr>
              <a:t>           TYPE  </a:t>
            </a:r>
            <a:r>
              <a:rPr lang="en-US" sz="1100" dirty="0" err="1">
                <a:solidFill>
                  <a:srgbClr val="00B0F0"/>
                </a:solidFill>
              </a:rPr>
              <a:t>t_type</a:t>
            </a:r>
            <a:r>
              <a:rPr lang="en-US" sz="1100" dirty="0">
                <a:solidFill>
                  <a:srgbClr val="00B0F0"/>
                </a:solidFill>
              </a:rPr>
              <a:t>  IS  TABLE  OF  NUMBER;</a:t>
            </a:r>
          </a:p>
          <a:p>
            <a:pPr>
              <a:buNone/>
            </a:pPr>
            <a:r>
              <a:rPr lang="en-US" sz="1100" dirty="0">
                <a:solidFill>
                  <a:srgbClr val="00B0F0"/>
                </a:solidFill>
              </a:rPr>
              <a:t>	        </a:t>
            </a:r>
            <a:r>
              <a:rPr lang="en-US" sz="1100" dirty="0" err="1">
                <a:solidFill>
                  <a:srgbClr val="00B0F0"/>
                </a:solidFill>
              </a:rPr>
              <a:t>my_tab</a:t>
            </a:r>
            <a:r>
              <a:rPr lang="en-US" sz="1100" dirty="0">
                <a:solidFill>
                  <a:srgbClr val="00B0F0"/>
                </a:solidFill>
              </a:rPr>
              <a:t> </a:t>
            </a:r>
            <a:r>
              <a:rPr lang="en-US" sz="1100" dirty="0" err="1">
                <a:solidFill>
                  <a:srgbClr val="00B0F0"/>
                </a:solidFill>
              </a:rPr>
              <a:t>t_type</a:t>
            </a:r>
            <a:r>
              <a:rPr lang="en-US" sz="1100" dirty="0">
                <a:solidFill>
                  <a:srgbClr val="00B0F0"/>
                </a:solidFill>
              </a:rPr>
              <a:t> := </a:t>
            </a:r>
            <a:r>
              <a:rPr lang="en-US" sz="1100" dirty="0" err="1">
                <a:solidFill>
                  <a:srgbClr val="00B0F0"/>
                </a:solidFill>
              </a:rPr>
              <a:t>t_type</a:t>
            </a:r>
            <a:r>
              <a:rPr lang="en-US" sz="1100" dirty="0">
                <a:solidFill>
                  <a:srgbClr val="00B0F0"/>
                </a:solidFill>
              </a:rPr>
              <a:t>();  --this initialization becomes necessary</a:t>
            </a:r>
          </a:p>
          <a:p>
            <a:pPr>
              <a:buNone/>
            </a:pPr>
            <a:r>
              <a:rPr lang="en-US" sz="1100" dirty="0">
                <a:solidFill>
                  <a:srgbClr val="00B0F0"/>
                </a:solidFill>
              </a:rPr>
              <a:t>            </a:t>
            </a:r>
            <a:r>
              <a:rPr lang="en-US" sz="1100" dirty="0" err="1">
                <a:solidFill>
                  <a:srgbClr val="00B0F0"/>
                </a:solidFill>
              </a:rPr>
              <a:t>ctr</a:t>
            </a:r>
            <a:r>
              <a:rPr lang="en-US" sz="1100" dirty="0">
                <a:solidFill>
                  <a:srgbClr val="00B0F0"/>
                </a:solidFill>
              </a:rPr>
              <a:t> number :=1;</a:t>
            </a:r>
          </a:p>
          <a:p>
            <a:pPr>
              <a:buNone/>
            </a:pPr>
            <a:r>
              <a:rPr lang="en-US" sz="1100" dirty="0">
                <a:solidFill>
                  <a:srgbClr val="00B0F0"/>
                </a:solidFill>
              </a:rPr>
              <a:t> BEGIN</a:t>
            </a:r>
          </a:p>
          <a:p>
            <a:pPr>
              <a:buNone/>
            </a:pPr>
            <a:r>
              <a:rPr lang="en-US" sz="1100" dirty="0">
                <a:solidFill>
                  <a:srgbClr val="00B0F0"/>
                </a:solidFill>
              </a:rPr>
              <a:t>    while </a:t>
            </a:r>
            <a:r>
              <a:rPr lang="en-US" sz="1100" dirty="0" err="1">
                <a:solidFill>
                  <a:srgbClr val="00B0F0"/>
                </a:solidFill>
              </a:rPr>
              <a:t>ctr</a:t>
            </a:r>
            <a:r>
              <a:rPr lang="en-US" sz="1100" dirty="0">
                <a:solidFill>
                  <a:srgbClr val="00B0F0"/>
                </a:solidFill>
              </a:rPr>
              <a:t>&lt;=50 loop</a:t>
            </a:r>
          </a:p>
          <a:p>
            <a:pPr>
              <a:buNone/>
            </a:pPr>
            <a:r>
              <a:rPr lang="en-US" sz="1100" dirty="0">
                <a:solidFill>
                  <a:srgbClr val="00B0F0"/>
                </a:solidFill>
              </a:rPr>
              <a:t>            </a:t>
            </a:r>
            <a:r>
              <a:rPr lang="en-US" sz="1100" dirty="0" err="1">
                <a:solidFill>
                  <a:srgbClr val="00B0F0"/>
                </a:solidFill>
              </a:rPr>
              <a:t>my_tab.extend</a:t>
            </a:r>
            <a:r>
              <a:rPr lang="en-US" sz="1100" dirty="0">
                <a:solidFill>
                  <a:srgbClr val="00B0F0"/>
                </a:solidFill>
              </a:rPr>
              <a:t>;</a:t>
            </a:r>
          </a:p>
          <a:p>
            <a:pPr>
              <a:buNone/>
            </a:pPr>
            <a:r>
              <a:rPr lang="en-US" sz="1100" dirty="0">
                <a:solidFill>
                  <a:srgbClr val="00B0F0"/>
                </a:solidFill>
              </a:rPr>
              <a:t>            </a:t>
            </a:r>
            <a:r>
              <a:rPr lang="en-US" sz="1100" dirty="0" err="1">
                <a:solidFill>
                  <a:srgbClr val="00B0F0"/>
                </a:solidFill>
              </a:rPr>
              <a:t>my_tab</a:t>
            </a:r>
            <a:r>
              <a:rPr lang="en-US" sz="1100" dirty="0">
                <a:solidFill>
                  <a:srgbClr val="00B0F0"/>
                </a:solidFill>
              </a:rPr>
              <a:t>(ctr):=ctr;</a:t>
            </a:r>
          </a:p>
          <a:p>
            <a:pPr>
              <a:buNone/>
            </a:pPr>
            <a:r>
              <a:rPr lang="en-US" sz="1100" dirty="0">
                <a:solidFill>
                  <a:srgbClr val="00B0F0"/>
                </a:solidFill>
              </a:rPr>
              <a:t>            </a:t>
            </a:r>
            <a:r>
              <a:rPr lang="en-US" sz="1100" dirty="0" err="1">
                <a:solidFill>
                  <a:srgbClr val="00B0F0"/>
                </a:solidFill>
              </a:rPr>
              <a:t>ctr</a:t>
            </a:r>
            <a:r>
              <a:rPr lang="en-US" sz="1100" dirty="0">
                <a:solidFill>
                  <a:srgbClr val="00B0F0"/>
                </a:solidFill>
              </a:rPr>
              <a:t>:=ctr+1;</a:t>
            </a:r>
          </a:p>
          <a:p>
            <a:pPr>
              <a:buNone/>
            </a:pPr>
            <a:r>
              <a:rPr lang="en-US" sz="1100" dirty="0">
                <a:solidFill>
                  <a:srgbClr val="00B0F0"/>
                </a:solidFill>
              </a:rPr>
              <a:t>    end loop;</a:t>
            </a:r>
          </a:p>
          <a:p>
            <a:pPr>
              <a:buNone/>
            </a:pPr>
            <a:r>
              <a:rPr lang="en-US" sz="1100" dirty="0">
                <a:solidFill>
                  <a:srgbClr val="00B0F0"/>
                </a:solidFill>
              </a:rPr>
              <a:t>    </a:t>
            </a:r>
            <a:r>
              <a:rPr lang="en-US" sz="1100" dirty="0" err="1">
                <a:solidFill>
                  <a:srgbClr val="00B0F0"/>
                </a:solidFill>
              </a:rPr>
              <a:t>dbms_output.put_line</a:t>
            </a:r>
            <a:r>
              <a:rPr lang="en-US" sz="1100" dirty="0">
                <a:solidFill>
                  <a:srgbClr val="00B0F0"/>
                </a:solidFill>
              </a:rPr>
              <a:t>('hi'||</a:t>
            </a:r>
            <a:r>
              <a:rPr lang="en-US" sz="1100" dirty="0" err="1">
                <a:solidFill>
                  <a:srgbClr val="00B0F0"/>
                </a:solidFill>
              </a:rPr>
              <a:t>my_tab.count</a:t>
            </a:r>
            <a:r>
              <a:rPr lang="en-US" sz="1100" dirty="0">
                <a:solidFill>
                  <a:srgbClr val="00B0F0"/>
                </a:solidFill>
              </a:rPr>
              <a:t>);</a:t>
            </a:r>
          </a:p>
          <a:p>
            <a:pPr>
              <a:buNone/>
            </a:pPr>
            <a:r>
              <a:rPr lang="en-US" sz="1100" dirty="0">
                <a:solidFill>
                  <a:srgbClr val="00B0F0"/>
                </a:solidFill>
              </a:rPr>
              <a:t>    </a:t>
            </a:r>
            <a:r>
              <a:rPr lang="en-US" sz="1100" dirty="0" err="1">
                <a:solidFill>
                  <a:srgbClr val="00B0F0"/>
                </a:solidFill>
              </a:rPr>
              <a:t>ctr</a:t>
            </a:r>
            <a:r>
              <a:rPr lang="en-US" sz="1100" dirty="0">
                <a:solidFill>
                  <a:srgbClr val="00B0F0"/>
                </a:solidFill>
              </a:rPr>
              <a:t>:=1;</a:t>
            </a:r>
          </a:p>
          <a:p>
            <a:pPr>
              <a:buNone/>
            </a:pPr>
            <a:r>
              <a:rPr lang="en-US" sz="1100" dirty="0">
                <a:solidFill>
                  <a:srgbClr val="00B0F0"/>
                </a:solidFill>
              </a:rPr>
              <a:t>    while </a:t>
            </a:r>
            <a:r>
              <a:rPr lang="en-US" sz="1100" dirty="0" err="1">
                <a:solidFill>
                  <a:srgbClr val="00B0F0"/>
                </a:solidFill>
              </a:rPr>
              <a:t>ctr</a:t>
            </a:r>
            <a:r>
              <a:rPr lang="en-US" sz="1100" dirty="0">
                <a:solidFill>
                  <a:srgbClr val="00B0F0"/>
                </a:solidFill>
              </a:rPr>
              <a:t>&lt;=50 loop</a:t>
            </a:r>
          </a:p>
          <a:p>
            <a:pPr>
              <a:buNone/>
            </a:pPr>
            <a:r>
              <a:rPr lang="en-US" sz="1100" dirty="0">
                <a:solidFill>
                  <a:srgbClr val="00B0F0"/>
                </a:solidFill>
              </a:rPr>
              <a:t>            </a:t>
            </a:r>
            <a:r>
              <a:rPr lang="en-US" sz="1100" dirty="0" err="1">
                <a:solidFill>
                  <a:srgbClr val="00B0F0"/>
                </a:solidFill>
              </a:rPr>
              <a:t>dbms_output.put_line</a:t>
            </a:r>
            <a:r>
              <a:rPr lang="en-US" sz="1100" dirty="0">
                <a:solidFill>
                  <a:srgbClr val="00B0F0"/>
                </a:solidFill>
              </a:rPr>
              <a:t>(</a:t>
            </a:r>
            <a:r>
              <a:rPr lang="en-US" sz="1100" dirty="0" err="1">
                <a:solidFill>
                  <a:srgbClr val="00B0F0"/>
                </a:solidFill>
              </a:rPr>
              <a:t>my_tab</a:t>
            </a:r>
            <a:r>
              <a:rPr lang="en-US" sz="1100" dirty="0">
                <a:solidFill>
                  <a:srgbClr val="00B0F0"/>
                </a:solidFill>
              </a:rPr>
              <a:t>(ctr));</a:t>
            </a:r>
          </a:p>
          <a:p>
            <a:pPr>
              <a:buNone/>
            </a:pPr>
            <a:r>
              <a:rPr lang="en-US" sz="1100" dirty="0">
                <a:solidFill>
                  <a:srgbClr val="00B0F0"/>
                </a:solidFill>
              </a:rPr>
              <a:t>            </a:t>
            </a:r>
            <a:r>
              <a:rPr lang="en-US" sz="1100" dirty="0" err="1">
                <a:solidFill>
                  <a:srgbClr val="00B0F0"/>
                </a:solidFill>
              </a:rPr>
              <a:t>ctr</a:t>
            </a:r>
            <a:r>
              <a:rPr lang="en-US" sz="1100" dirty="0">
                <a:solidFill>
                  <a:srgbClr val="00B0F0"/>
                </a:solidFill>
              </a:rPr>
              <a:t>:=ctr+1;</a:t>
            </a:r>
          </a:p>
          <a:p>
            <a:pPr>
              <a:buNone/>
            </a:pPr>
            <a:r>
              <a:rPr lang="en-US" sz="1100" dirty="0">
                <a:solidFill>
                  <a:srgbClr val="00B0F0"/>
                </a:solidFill>
              </a:rPr>
              <a:t>    end loop;</a:t>
            </a:r>
          </a:p>
          <a:p>
            <a:pPr>
              <a:buNone/>
            </a:pPr>
            <a:r>
              <a:rPr lang="en-US" sz="1100" dirty="0">
                <a:solidFill>
                  <a:srgbClr val="00B0F0"/>
                </a:solidFill>
              </a:rPr>
              <a:t> END;</a:t>
            </a:r>
          </a:p>
          <a:p>
            <a:pPr>
              <a:buNone/>
            </a:pPr>
            <a:r>
              <a:rPr lang="en-US" sz="1100" dirty="0">
                <a:solidFill>
                  <a:srgbClr val="00B0F0"/>
                </a:solidFill>
              </a:rPr>
              <a:t> /</a:t>
            </a:r>
          </a:p>
          <a:p>
            <a:pPr>
              <a:lnSpc>
                <a:spcPct val="80000"/>
              </a:lnSpc>
              <a:buNone/>
            </a:pPr>
            <a:endParaRPr lang="en-IN" sz="11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815586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3"/>
          <p:cNvSpPr>
            <a:spLocks noGrp="1"/>
          </p:cNvSpPr>
          <p:nvPr>
            <p:ph type="title"/>
          </p:nvPr>
        </p:nvSpPr>
        <p:spPr>
          <a:xfrm>
            <a:off x="-1" y="98992"/>
            <a:ext cx="8942119" cy="536972"/>
          </a:xfrm>
          <a:noFill/>
        </p:spPr>
        <p:txBody>
          <a:bodyPr>
            <a:normAutofit fontScale="90000"/>
          </a:bodyPr>
          <a:lstStyle/>
          <a:p>
            <a:r>
              <a:rPr lang="en-US" sz="1600" dirty="0">
                <a:latin typeface="Candara"/>
              </a:rPr>
              <a:t>1.5: </a:t>
            </a:r>
            <a:r>
              <a:rPr lang="en-US" sz="1400" dirty="0">
                <a:latin typeface="Candara"/>
              </a:rPr>
              <a:t>Collections 						</a:t>
            </a:r>
            <a:br>
              <a:rPr lang="en-US" sz="1400" dirty="0">
                <a:latin typeface="Candara"/>
              </a:rPr>
            </a:br>
            <a:r>
              <a:rPr lang="en-US" sz="2300" dirty="0" err="1"/>
              <a:t>NestedTables</a:t>
            </a:r>
            <a:r>
              <a:rPr lang="en-US" sz="2300" dirty="0"/>
              <a:t>				 			…..</a:t>
            </a:r>
            <a:r>
              <a:rPr lang="en-US" sz="2300" dirty="0" err="1"/>
              <a:t>contd</a:t>
            </a:r>
            <a:endParaRPr lang="en-US" sz="2300" b="1" dirty="0">
              <a:latin typeface="Candara"/>
            </a:endParaRPr>
          </a:p>
        </p:txBody>
      </p:sp>
      <p:sp>
        <p:nvSpPr>
          <p:cNvPr id="12292" name="Rectangle 3"/>
          <p:cNvSpPr>
            <a:spLocks noGrp="1" noChangeArrowheads="1"/>
          </p:cNvSpPr>
          <p:nvPr>
            <p:ph idx="1"/>
          </p:nvPr>
        </p:nvSpPr>
        <p:spPr>
          <a:xfrm>
            <a:off x="0" y="855959"/>
            <a:ext cx="9144000" cy="3858545"/>
          </a:xfrm>
        </p:spPr>
        <p:txBody>
          <a:bodyPr>
            <a:noAutofit/>
          </a:bodyPr>
          <a:lstStyle/>
          <a:p>
            <a:r>
              <a:rPr lang="en-US" sz="1100" dirty="0"/>
              <a:t>Following will give error  as EXTEND is adding one element whose index will be 1 and you are directly trying to refer to the 5</a:t>
            </a:r>
            <a:r>
              <a:rPr lang="en-US" sz="1100" baseline="30000" dirty="0"/>
              <a:t>th</a:t>
            </a:r>
            <a:r>
              <a:rPr lang="en-US" sz="1100" dirty="0"/>
              <a:t> one</a:t>
            </a:r>
          </a:p>
          <a:p>
            <a:pPr>
              <a:buNone/>
            </a:pPr>
            <a:r>
              <a:rPr lang="en-US" sz="1100" dirty="0">
                <a:solidFill>
                  <a:srgbClr val="00B0F0"/>
                </a:solidFill>
              </a:rPr>
              <a:t>DECLARE</a:t>
            </a:r>
          </a:p>
          <a:p>
            <a:pPr>
              <a:buNone/>
            </a:pPr>
            <a:r>
              <a:rPr lang="en-US" sz="1100" dirty="0">
                <a:solidFill>
                  <a:srgbClr val="00B0F0"/>
                </a:solidFill>
              </a:rPr>
              <a:t>            TYPE  </a:t>
            </a:r>
            <a:r>
              <a:rPr lang="en-US" sz="1100" dirty="0" err="1">
                <a:solidFill>
                  <a:srgbClr val="00B0F0"/>
                </a:solidFill>
              </a:rPr>
              <a:t>t_type</a:t>
            </a:r>
            <a:r>
              <a:rPr lang="en-US" sz="1100" dirty="0">
                <a:solidFill>
                  <a:srgbClr val="00B0F0"/>
                </a:solidFill>
              </a:rPr>
              <a:t>  IS  TABLE  OF  NUMBER;</a:t>
            </a:r>
          </a:p>
          <a:p>
            <a:pPr>
              <a:buNone/>
            </a:pPr>
            <a:r>
              <a:rPr lang="en-US" sz="1100" dirty="0">
                <a:solidFill>
                  <a:srgbClr val="00B0F0"/>
                </a:solidFill>
              </a:rPr>
              <a:t>            </a:t>
            </a:r>
            <a:r>
              <a:rPr lang="en-US" sz="1100" dirty="0" err="1">
                <a:solidFill>
                  <a:srgbClr val="00B0F0"/>
                </a:solidFill>
              </a:rPr>
              <a:t>my_tab</a:t>
            </a:r>
            <a:r>
              <a:rPr lang="en-US" sz="1100" dirty="0">
                <a:solidFill>
                  <a:srgbClr val="00B0F0"/>
                </a:solidFill>
              </a:rPr>
              <a:t> </a:t>
            </a:r>
            <a:r>
              <a:rPr lang="en-US" sz="1100" dirty="0" err="1">
                <a:solidFill>
                  <a:srgbClr val="00B0F0"/>
                </a:solidFill>
              </a:rPr>
              <a:t>t_type</a:t>
            </a:r>
            <a:r>
              <a:rPr lang="en-US" sz="1100" dirty="0">
                <a:solidFill>
                  <a:srgbClr val="00B0F0"/>
                </a:solidFill>
              </a:rPr>
              <a:t> := </a:t>
            </a:r>
            <a:r>
              <a:rPr lang="en-US" sz="1100" dirty="0" err="1">
                <a:solidFill>
                  <a:srgbClr val="00B0F0"/>
                </a:solidFill>
              </a:rPr>
              <a:t>t_type</a:t>
            </a:r>
            <a:r>
              <a:rPr lang="en-US" sz="1100" dirty="0">
                <a:solidFill>
                  <a:srgbClr val="00B0F0"/>
                </a:solidFill>
              </a:rPr>
              <a:t>();  --this initialization becomes necessary</a:t>
            </a:r>
          </a:p>
          <a:p>
            <a:pPr>
              <a:buNone/>
            </a:pPr>
            <a:r>
              <a:rPr lang="en-US" sz="1100" dirty="0">
                <a:solidFill>
                  <a:srgbClr val="00B0F0"/>
                </a:solidFill>
              </a:rPr>
              <a:t>           </a:t>
            </a:r>
            <a:r>
              <a:rPr lang="en-US" sz="1100" dirty="0" err="1">
                <a:solidFill>
                  <a:srgbClr val="00B0F0"/>
                </a:solidFill>
              </a:rPr>
              <a:t>ctr</a:t>
            </a:r>
            <a:r>
              <a:rPr lang="en-US" sz="1100" dirty="0">
                <a:solidFill>
                  <a:srgbClr val="00B0F0"/>
                </a:solidFill>
              </a:rPr>
              <a:t> number :=5;</a:t>
            </a:r>
          </a:p>
          <a:p>
            <a:pPr>
              <a:buNone/>
            </a:pPr>
            <a:r>
              <a:rPr lang="en-US" sz="1100" dirty="0">
                <a:solidFill>
                  <a:srgbClr val="00B0F0"/>
                </a:solidFill>
              </a:rPr>
              <a:t>BEGIN</a:t>
            </a:r>
          </a:p>
          <a:p>
            <a:pPr>
              <a:buNone/>
            </a:pPr>
            <a:r>
              <a:rPr lang="en-US" sz="1100" dirty="0">
                <a:solidFill>
                  <a:srgbClr val="00B0F0"/>
                </a:solidFill>
              </a:rPr>
              <a:t>   while </a:t>
            </a:r>
            <a:r>
              <a:rPr lang="en-US" sz="1100" dirty="0" err="1">
                <a:solidFill>
                  <a:srgbClr val="00B0F0"/>
                </a:solidFill>
              </a:rPr>
              <a:t>ctr</a:t>
            </a:r>
            <a:r>
              <a:rPr lang="en-US" sz="1100" dirty="0">
                <a:solidFill>
                  <a:srgbClr val="00B0F0"/>
                </a:solidFill>
              </a:rPr>
              <a:t>&lt;=50 loop</a:t>
            </a:r>
          </a:p>
          <a:p>
            <a:pPr>
              <a:buNone/>
            </a:pPr>
            <a:r>
              <a:rPr lang="en-US" sz="1100" dirty="0">
                <a:solidFill>
                  <a:srgbClr val="00B0F0"/>
                </a:solidFill>
              </a:rPr>
              <a:t>           </a:t>
            </a:r>
            <a:r>
              <a:rPr lang="en-US" sz="1100" dirty="0" err="1">
                <a:solidFill>
                  <a:srgbClr val="00B0F0"/>
                </a:solidFill>
              </a:rPr>
              <a:t>my_tab.extend</a:t>
            </a:r>
            <a:r>
              <a:rPr lang="en-US" sz="1100" dirty="0">
                <a:solidFill>
                  <a:srgbClr val="00B0F0"/>
                </a:solidFill>
              </a:rPr>
              <a:t>;</a:t>
            </a:r>
          </a:p>
          <a:p>
            <a:pPr>
              <a:buNone/>
            </a:pPr>
            <a:r>
              <a:rPr lang="en-US" sz="1100" dirty="0">
                <a:solidFill>
                  <a:srgbClr val="00B0F0"/>
                </a:solidFill>
              </a:rPr>
              <a:t> 	       </a:t>
            </a:r>
            <a:r>
              <a:rPr lang="en-US" sz="1100" dirty="0" err="1">
                <a:solidFill>
                  <a:srgbClr val="00B0F0"/>
                </a:solidFill>
              </a:rPr>
              <a:t>my_tab</a:t>
            </a:r>
            <a:r>
              <a:rPr lang="en-US" sz="1100" dirty="0">
                <a:solidFill>
                  <a:srgbClr val="00B0F0"/>
                </a:solidFill>
              </a:rPr>
              <a:t>(ctr):=ctr;</a:t>
            </a:r>
          </a:p>
          <a:p>
            <a:pPr>
              <a:buNone/>
            </a:pPr>
            <a:r>
              <a:rPr lang="en-US" sz="1100" dirty="0">
                <a:solidFill>
                  <a:srgbClr val="00B0F0"/>
                </a:solidFill>
              </a:rPr>
              <a:t>           </a:t>
            </a:r>
            <a:r>
              <a:rPr lang="en-US" sz="1100" dirty="0" err="1">
                <a:solidFill>
                  <a:srgbClr val="00B0F0"/>
                </a:solidFill>
              </a:rPr>
              <a:t>ctr</a:t>
            </a:r>
            <a:r>
              <a:rPr lang="en-US" sz="1100" dirty="0">
                <a:solidFill>
                  <a:srgbClr val="00B0F0"/>
                </a:solidFill>
              </a:rPr>
              <a:t>:=ctr+5;</a:t>
            </a:r>
          </a:p>
          <a:p>
            <a:pPr>
              <a:buNone/>
            </a:pPr>
            <a:r>
              <a:rPr lang="en-US" sz="1100" dirty="0">
                <a:solidFill>
                  <a:srgbClr val="00B0F0"/>
                </a:solidFill>
              </a:rPr>
              <a:t>   end loop;</a:t>
            </a:r>
          </a:p>
          <a:p>
            <a:pPr>
              <a:buNone/>
            </a:pPr>
            <a:r>
              <a:rPr lang="en-US" sz="1100" dirty="0">
                <a:solidFill>
                  <a:srgbClr val="00B0F0"/>
                </a:solidFill>
              </a:rPr>
              <a:t>   </a:t>
            </a:r>
            <a:r>
              <a:rPr lang="en-US" sz="1100" dirty="0" err="1">
                <a:solidFill>
                  <a:srgbClr val="00B0F0"/>
                </a:solidFill>
              </a:rPr>
              <a:t>dbms_output.put_line</a:t>
            </a:r>
            <a:r>
              <a:rPr lang="en-US" sz="1100" dirty="0">
                <a:solidFill>
                  <a:srgbClr val="00B0F0"/>
                </a:solidFill>
              </a:rPr>
              <a:t>(</a:t>
            </a:r>
            <a:r>
              <a:rPr lang="en-US" sz="1100" dirty="0" err="1">
                <a:solidFill>
                  <a:srgbClr val="00B0F0"/>
                </a:solidFill>
              </a:rPr>
              <a:t>my_tab.count</a:t>
            </a:r>
            <a:r>
              <a:rPr lang="en-US" sz="1100" dirty="0">
                <a:solidFill>
                  <a:srgbClr val="00B0F0"/>
                </a:solidFill>
              </a:rPr>
              <a:t>);</a:t>
            </a:r>
          </a:p>
          <a:p>
            <a:pPr>
              <a:buNone/>
            </a:pPr>
            <a:r>
              <a:rPr lang="en-US" sz="1100" dirty="0">
                <a:solidFill>
                  <a:srgbClr val="00B0F0"/>
                </a:solidFill>
              </a:rPr>
              <a:t>   </a:t>
            </a:r>
            <a:r>
              <a:rPr lang="en-US" sz="1100" dirty="0" err="1">
                <a:solidFill>
                  <a:srgbClr val="00B0F0"/>
                </a:solidFill>
              </a:rPr>
              <a:t>ctr</a:t>
            </a:r>
            <a:r>
              <a:rPr lang="en-US" sz="1100" dirty="0">
                <a:solidFill>
                  <a:srgbClr val="00B0F0"/>
                </a:solidFill>
              </a:rPr>
              <a:t>:=1;</a:t>
            </a:r>
          </a:p>
          <a:p>
            <a:pPr>
              <a:buNone/>
            </a:pPr>
            <a:r>
              <a:rPr lang="en-US" sz="1100" dirty="0">
                <a:solidFill>
                  <a:srgbClr val="00B0F0"/>
                </a:solidFill>
              </a:rPr>
              <a:t>   while </a:t>
            </a:r>
            <a:r>
              <a:rPr lang="en-US" sz="1100" dirty="0" err="1">
                <a:solidFill>
                  <a:srgbClr val="00B0F0"/>
                </a:solidFill>
              </a:rPr>
              <a:t>ctr</a:t>
            </a:r>
            <a:r>
              <a:rPr lang="en-US" sz="1100" dirty="0">
                <a:solidFill>
                  <a:srgbClr val="00B0F0"/>
                </a:solidFill>
              </a:rPr>
              <a:t>&lt;=50 loop</a:t>
            </a:r>
          </a:p>
          <a:p>
            <a:pPr>
              <a:buNone/>
            </a:pPr>
            <a:r>
              <a:rPr lang="en-US" sz="1100" dirty="0">
                <a:solidFill>
                  <a:srgbClr val="00B0F0"/>
                </a:solidFill>
              </a:rPr>
              <a:t>           </a:t>
            </a:r>
            <a:r>
              <a:rPr lang="en-US" sz="1100" dirty="0" err="1">
                <a:solidFill>
                  <a:srgbClr val="00B0F0"/>
                </a:solidFill>
              </a:rPr>
              <a:t>dbms_output.put_line</a:t>
            </a:r>
            <a:r>
              <a:rPr lang="en-US" sz="1100" dirty="0">
                <a:solidFill>
                  <a:srgbClr val="00B0F0"/>
                </a:solidFill>
              </a:rPr>
              <a:t>(</a:t>
            </a:r>
            <a:r>
              <a:rPr lang="en-US" sz="1100" dirty="0" err="1">
                <a:solidFill>
                  <a:srgbClr val="00B0F0"/>
                </a:solidFill>
              </a:rPr>
              <a:t>my_tab</a:t>
            </a:r>
            <a:r>
              <a:rPr lang="en-US" sz="1100" dirty="0">
                <a:solidFill>
                  <a:srgbClr val="00B0F0"/>
                </a:solidFill>
              </a:rPr>
              <a:t>(ctr));</a:t>
            </a:r>
          </a:p>
          <a:p>
            <a:pPr>
              <a:buNone/>
            </a:pPr>
            <a:r>
              <a:rPr lang="en-US" sz="1100" dirty="0">
                <a:solidFill>
                  <a:srgbClr val="00B0F0"/>
                </a:solidFill>
              </a:rPr>
              <a:t>           </a:t>
            </a:r>
            <a:r>
              <a:rPr lang="en-US" sz="1100" dirty="0" err="1">
                <a:solidFill>
                  <a:srgbClr val="00B0F0"/>
                </a:solidFill>
              </a:rPr>
              <a:t>ctr</a:t>
            </a:r>
            <a:r>
              <a:rPr lang="en-US" sz="1100" dirty="0">
                <a:solidFill>
                  <a:srgbClr val="00B0F0"/>
                </a:solidFill>
              </a:rPr>
              <a:t>:=ctr+5;</a:t>
            </a:r>
          </a:p>
          <a:p>
            <a:pPr>
              <a:buNone/>
            </a:pPr>
            <a:r>
              <a:rPr lang="en-US" sz="1100" dirty="0">
                <a:solidFill>
                  <a:srgbClr val="00B0F0"/>
                </a:solidFill>
              </a:rPr>
              <a:t>   end loop;</a:t>
            </a:r>
          </a:p>
          <a:p>
            <a:pPr>
              <a:buNone/>
            </a:pPr>
            <a:r>
              <a:rPr lang="en-US" sz="1100" dirty="0">
                <a:solidFill>
                  <a:srgbClr val="00B0F0"/>
                </a:solidFill>
              </a:rPr>
              <a:t>END;</a:t>
            </a:r>
          </a:p>
          <a:p>
            <a:pPr>
              <a:buNone/>
            </a:pPr>
            <a:r>
              <a:rPr lang="en-US" sz="1100" dirty="0">
                <a:solidFill>
                  <a:srgbClr val="00B0F0"/>
                </a:solidFill>
              </a:rPr>
              <a:t>/</a:t>
            </a:r>
          </a:p>
          <a:p>
            <a:pPr>
              <a:lnSpc>
                <a:spcPct val="80000"/>
              </a:lnSpc>
              <a:buNone/>
            </a:pPr>
            <a:endParaRPr lang="en-IN" sz="11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815586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3"/>
          <p:cNvSpPr>
            <a:spLocks noGrp="1"/>
          </p:cNvSpPr>
          <p:nvPr>
            <p:ph type="title"/>
          </p:nvPr>
        </p:nvSpPr>
        <p:spPr>
          <a:xfrm>
            <a:off x="-1" y="98992"/>
            <a:ext cx="8942119" cy="536972"/>
          </a:xfrm>
          <a:noFill/>
        </p:spPr>
        <p:txBody>
          <a:bodyPr>
            <a:normAutofit fontScale="90000"/>
          </a:bodyPr>
          <a:lstStyle/>
          <a:p>
            <a:r>
              <a:rPr lang="en-US" sz="1600" dirty="0">
                <a:latin typeface="Candara"/>
              </a:rPr>
              <a:t>1.5: </a:t>
            </a:r>
            <a:r>
              <a:rPr lang="en-US" sz="1400" dirty="0">
                <a:latin typeface="Candara"/>
              </a:rPr>
              <a:t>Collections 						</a:t>
            </a:r>
            <a:br>
              <a:rPr lang="en-US" sz="1400" dirty="0">
                <a:latin typeface="Candara"/>
              </a:rPr>
            </a:br>
            <a:r>
              <a:rPr lang="en-US" sz="2300" dirty="0" err="1"/>
              <a:t>NestedTables</a:t>
            </a:r>
            <a:r>
              <a:rPr lang="en-US" sz="2300" dirty="0"/>
              <a:t>				 			…..</a:t>
            </a:r>
            <a:r>
              <a:rPr lang="en-US" sz="2300" dirty="0" err="1"/>
              <a:t>contd</a:t>
            </a:r>
            <a:endParaRPr lang="en-US" sz="2300" b="1" dirty="0">
              <a:latin typeface="Candara"/>
            </a:endParaRPr>
          </a:p>
        </p:txBody>
      </p:sp>
      <p:sp>
        <p:nvSpPr>
          <p:cNvPr id="12292" name="Rectangle 3"/>
          <p:cNvSpPr>
            <a:spLocks noGrp="1" noChangeArrowheads="1"/>
          </p:cNvSpPr>
          <p:nvPr>
            <p:ph idx="1"/>
          </p:nvPr>
        </p:nvSpPr>
        <p:spPr>
          <a:xfrm>
            <a:off x="0" y="855959"/>
            <a:ext cx="9144000" cy="3858545"/>
          </a:xfrm>
        </p:spPr>
        <p:txBody>
          <a:bodyPr>
            <a:noAutofit/>
          </a:bodyPr>
          <a:lstStyle/>
          <a:p>
            <a:r>
              <a:rPr lang="en-US" sz="1100" dirty="0"/>
              <a:t>Following will work as EXTEND(5) is adding 5 new elements and then you are referring to the 5</a:t>
            </a:r>
            <a:r>
              <a:rPr lang="en-US" sz="1100" baseline="30000" dirty="0"/>
              <a:t>th</a:t>
            </a:r>
            <a:r>
              <a:rPr lang="en-US" sz="1100" dirty="0"/>
              <a:t> one, and so on</a:t>
            </a:r>
          </a:p>
          <a:p>
            <a:pPr>
              <a:buNone/>
            </a:pPr>
            <a:r>
              <a:rPr lang="en-US" sz="1100" dirty="0"/>
              <a:t> </a:t>
            </a:r>
            <a:r>
              <a:rPr lang="en-US" sz="1100" dirty="0">
                <a:solidFill>
                  <a:srgbClr val="00B0F0"/>
                </a:solidFill>
              </a:rPr>
              <a:t>DECLARE</a:t>
            </a:r>
          </a:p>
          <a:p>
            <a:pPr>
              <a:buNone/>
            </a:pPr>
            <a:r>
              <a:rPr lang="en-US" sz="1100" dirty="0">
                <a:solidFill>
                  <a:srgbClr val="00B0F0"/>
                </a:solidFill>
              </a:rPr>
              <a:t>     TYPE  </a:t>
            </a:r>
            <a:r>
              <a:rPr lang="en-US" sz="1100" dirty="0" err="1">
                <a:solidFill>
                  <a:srgbClr val="00B0F0"/>
                </a:solidFill>
              </a:rPr>
              <a:t>t_type</a:t>
            </a:r>
            <a:r>
              <a:rPr lang="en-US" sz="1100" dirty="0">
                <a:solidFill>
                  <a:srgbClr val="00B0F0"/>
                </a:solidFill>
              </a:rPr>
              <a:t> IS  TABLE  OF  NUMBER;</a:t>
            </a:r>
          </a:p>
          <a:p>
            <a:pPr>
              <a:buNone/>
            </a:pPr>
            <a:r>
              <a:rPr lang="en-US" sz="1100" dirty="0">
                <a:solidFill>
                  <a:srgbClr val="00B0F0"/>
                </a:solidFill>
              </a:rPr>
              <a:t>            </a:t>
            </a:r>
            <a:r>
              <a:rPr lang="en-US" sz="1100" dirty="0" err="1">
                <a:solidFill>
                  <a:srgbClr val="00B0F0"/>
                </a:solidFill>
              </a:rPr>
              <a:t>my_tab</a:t>
            </a:r>
            <a:r>
              <a:rPr lang="en-US" sz="1100" dirty="0">
                <a:solidFill>
                  <a:srgbClr val="00B0F0"/>
                </a:solidFill>
              </a:rPr>
              <a:t> </a:t>
            </a:r>
            <a:r>
              <a:rPr lang="en-US" sz="1100" dirty="0" err="1">
                <a:solidFill>
                  <a:srgbClr val="00B0F0"/>
                </a:solidFill>
              </a:rPr>
              <a:t>t_type</a:t>
            </a:r>
            <a:r>
              <a:rPr lang="en-US" sz="1100" dirty="0">
                <a:solidFill>
                  <a:srgbClr val="00B0F0"/>
                </a:solidFill>
              </a:rPr>
              <a:t> := </a:t>
            </a:r>
            <a:r>
              <a:rPr lang="en-US" sz="1100" dirty="0" err="1">
                <a:solidFill>
                  <a:srgbClr val="00B0F0"/>
                </a:solidFill>
              </a:rPr>
              <a:t>t_type</a:t>
            </a:r>
            <a:r>
              <a:rPr lang="en-US" sz="1100" dirty="0">
                <a:solidFill>
                  <a:srgbClr val="00B0F0"/>
                </a:solidFill>
              </a:rPr>
              <a:t> ();  --this initialization becomes necessary</a:t>
            </a:r>
          </a:p>
          <a:p>
            <a:pPr>
              <a:buNone/>
            </a:pPr>
            <a:r>
              <a:rPr lang="en-US" sz="1100" dirty="0">
                <a:solidFill>
                  <a:srgbClr val="00B0F0"/>
                </a:solidFill>
              </a:rPr>
              <a:t>            </a:t>
            </a:r>
            <a:r>
              <a:rPr lang="en-US" sz="1100" dirty="0" err="1">
                <a:solidFill>
                  <a:srgbClr val="00B0F0"/>
                </a:solidFill>
              </a:rPr>
              <a:t>ctr</a:t>
            </a:r>
            <a:r>
              <a:rPr lang="en-US" sz="1100" dirty="0">
                <a:solidFill>
                  <a:srgbClr val="00B0F0"/>
                </a:solidFill>
              </a:rPr>
              <a:t> number :=5;</a:t>
            </a:r>
          </a:p>
          <a:p>
            <a:pPr>
              <a:buNone/>
            </a:pPr>
            <a:r>
              <a:rPr lang="en-US" sz="1100" dirty="0">
                <a:solidFill>
                  <a:srgbClr val="00B0F0"/>
                </a:solidFill>
              </a:rPr>
              <a:t> BEGIN</a:t>
            </a:r>
          </a:p>
          <a:p>
            <a:pPr>
              <a:buNone/>
            </a:pPr>
            <a:r>
              <a:rPr lang="en-US" sz="1100" dirty="0">
                <a:solidFill>
                  <a:srgbClr val="00B0F0"/>
                </a:solidFill>
              </a:rPr>
              <a:t>    while </a:t>
            </a:r>
            <a:r>
              <a:rPr lang="en-US" sz="1100" dirty="0" err="1">
                <a:solidFill>
                  <a:srgbClr val="00B0F0"/>
                </a:solidFill>
              </a:rPr>
              <a:t>ctr</a:t>
            </a:r>
            <a:r>
              <a:rPr lang="en-US" sz="1100" dirty="0">
                <a:solidFill>
                  <a:srgbClr val="00B0F0"/>
                </a:solidFill>
              </a:rPr>
              <a:t>&lt;=50 loop</a:t>
            </a:r>
          </a:p>
          <a:p>
            <a:pPr>
              <a:buNone/>
            </a:pPr>
            <a:r>
              <a:rPr lang="en-US" sz="1100" dirty="0">
                <a:solidFill>
                  <a:srgbClr val="00B0F0"/>
                </a:solidFill>
              </a:rPr>
              <a:t>            </a:t>
            </a:r>
            <a:r>
              <a:rPr lang="en-US" sz="1100" dirty="0" err="1">
                <a:solidFill>
                  <a:srgbClr val="00B0F0"/>
                </a:solidFill>
              </a:rPr>
              <a:t>my_tab.extend</a:t>
            </a:r>
            <a:r>
              <a:rPr lang="en-US" sz="1100" dirty="0">
                <a:solidFill>
                  <a:srgbClr val="00B0F0"/>
                </a:solidFill>
              </a:rPr>
              <a:t>(5);</a:t>
            </a:r>
          </a:p>
          <a:p>
            <a:pPr>
              <a:buNone/>
            </a:pPr>
            <a:r>
              <a:rPr lang="en-US" sz="1100" dirty="0">
                <a:solidFill>
                  <a:srgbClr val="00B0F0"/>
                </a:solidFill>
              </a:rPr>
              <a:t>            </a:t>
            </a:r>
            <a:r>
              <a:rPr lang="en-US" sz="1100" dirty="0" err="1">
                <a:solidFill>
                  <a:srgbClr val="00B0F0"/>
                </a:solidFill>
              </a:rPr>
              <a:t>my_tab</a:t>
            </a:r>
            <a:r>
              <a:rPr lang="en-US" sz="1100" dirty="0">
                <a:solidFill>
                  <a:srgbClr val="00B0F0"/>
                </a:solidFill>
              </a:rPr>
              <a:t>(ctr):=ctr;</a:t>
            </a:r>
          </a:p>
          <a:p>
            <a:pPr>
              <a:buNone/>
            </a:pPr>
            <a:r>
              <a:rPr lang="en-US" sz="1100" dirty="0">
                <a:solidFill>
                  <a:srgbClr val="00B0F0"/>
                </a:solidFill>
              </a:rPr>
              <a:t>            </a:t>
            </a:r>
            <a:r>
              <a:rPr lang="en-US" sz="1100" dirty="0" err="1">
                <a:solidFill>
                  <a:srgbClr val="00B0F0"/>
                </a:solidFill>
              </a:rPr>
              <a:t>ctr</a:t>
            </a:r>
            <a:r>
              <a:rPr lang="en-US" sz="1100" dirty="0">
                <a:solidFill>
                  <a:srgbClr val="00B0F0"/>
                </a:solidFill>
              </a:rPr>
              <a:t>:=ctr+5;</a:t>
            </a:r>
          </a:p>
          <a:p>
            <a:pPr>
              <a:buNone/>
            </a:pPr>
            <a:r>
              <a:rPr lang="en-US" sz="1100" dirty="0">
                <a:solidFill>
                  <a:srgbClr val="00B0F0"/>
                </a:solidFill>
              </a:rPr>
              <a:t>    end loop;</a:t>
            </a:r>
          </a:p>
          <a:p>
            <a:pPr>
              <a:buNone/>
            </a:pPr>
            <a:r>
              <a:rPr lang="en-US" sz="1100" dirty="0">
                <a:solidFill>
                  <a:srgbClr val="00B0F0"/>
                </a:solidFill>
              </a:rPr>
              <a:t>    </a:t>
            </a:r>
            <a:r>
              <a:rPr lang="en-US" sz="1100" dirty="0" err="1">
                <a:solidFill>
                  <a:srgbClr val="00B0F0"/>
                </a:solidFill>
              </a:rPr>
              <a:t>dbms_output.put_line</a:t>
            </a:r>
            <a:r>
              <a:rPr lang="en-US" sz="1100" dirty="0">
                <a:solidFill>
                  <a:srgbClr val="00B0F0"/>
                </a:solidFill>
              </a:rPr>
              <a:t>('count'||</a:t>
            </a:r>
            <a:r>
              <a:rPr lang="en-US" sz="1100" dirty="0" err="1">
                <a:solidFill>
                  <a:srgbClr val="00B0F0"/>
                </a:solidFill>
              </a:rPr>
              <a:t>my_tab.count</a:t>
            </a:r>
            <a:r>
              <a:rPr lang="en-US" sz="1100" dirty="0">
                <a:solidFill>
                  <a:srgbClr val="00B0F0"/>
                </a:solidFill>
              </a:rPr>
              <a:t>);</a:t>
            </a:r>
          </a:p>
          <a:p>
            <a:pPr>
              <a:buNone/>
            </a:pPr>
            <a:r>
              <a:rPr lang="en-US" sz="1100" dirty="0">
                <a:solidFill>
                  <a:srgbClr val="00B0F0"/>
                </a:solidFill>
              </a:rPr>
              <a:t>    </a:t>
            </a:r>
            <a:r>
              <a:rPr lang="en-US" sz="1100" dirty="0" err="1">
                <a:solidFill>
                  <a:srgbClr val="00B0F0"/>
                </a:solidFill>
              </a:rPr>
              <a:t>ctr</a:t>
            </a:r>
            <a:r>
              <a:rPr lang="en-US" sz="1100" dirty="0">
                <a:solidFill>
                  <a:srgbClr val="00B0F0"/>
                </a:solidFill>
              </a:rPr>
              <a:t>:=5;</a:t>
            </a:r>
          </a:p>
          <a:p>
            <a:pPr>
              <a:buNone/>
            </a:pPr>
            <a:r>
              <a:rPr lang="en-US" sz="1100" dirty="0">
                <a:solidFill>
                  <a:srgbClr val="00B0F0"/>
                </a:solidFill>
              </a:rPr>
              <a:t>    while </a:t>
            </a:r>
            <a:r>
              <a:rPr lang="en-US" sz="1100" dirty="0" err="1">
                <a:solidFill>
                  <a:srgbClr val="00B0F0"/>
                </a:solidFill>
              </a:rPr>
              <a:t>ctr</a:t>
            </a:r>
            <a:r>
              <a:rPr lang="en-US" sz="1100" dirty="0">
                <a:solidFill>
                  <a:srgbClr val="00B0F0"/>
                </a:solidFill>
              </a:rPr>
              <a:t>&lt;=50 loop</a:t>
            </a:r>
          </a:p>
          <a:p>
            <a:pPr>
              <a:buNone/>
            </a:pPr>
            <a:r>
              <a:rPr lang="en-US" sz="1100" dirty="0">
                <a:solidFill>
                  <a:srgbClr val="00B0F0"/>
                </a:solidFill>
              </a:rPr>
              <a:t>            </a:t>
            </a:r>
            <a:r>
              <a:rPr lang="en-US" sz="1100" dirty="0" err="1">
                <a:solidFill>
                  <a:srgbClr val="00B0F0"/>
                </a:solidFill>
              </a:rPr>
              <a:t>dbms_output.put_line</a:t>
            </a:r>
            <a:r>
              <a:rPr lang="en-US" sz="1100" dirty="0">
                <a:solidFill>
                  <a:srgbClr val="00B0F0"/>
                </a:solidFill>
              </a:rPr>
              <a:t>(</a:t>
            </a:r>
            <a:r>
              <a:rPr lang="en-US" sz="1100" dirty="0" err="1">
                <a:solidFill>
                  <a:srgbClr val="00B0F0"/>
                </a:solidFill>
              </a:rPr>
              <a:t>my_tab</a:t>
            </a:r>
            <a:r>
              <a:rPr lang="en-US" sz="1100" dirty="0">
                <a:solidFill>
                  <a:srgbClr val="00B0F0"/>
                </a:solidFill>
              </a:rPr>
              <a:t>(ctr));</a:t>
            </a:r>
          </a:p>
          <a:p>
            <a:pPr>
              <a:buNone/>
            </a:pPr>
            <a:r>
              <a:rPr lang="en-US" sz="1100" dirty="0">
                <a:solidFill>
                  <a:srgbClr val="00B0F0"/>
                </a:solidFill>
              </a:rPr>
              <a:t>            </a:t>
            </a:r>
            <a:r>
              <a:rPr lang="en-US" sz="1100" dirty="0" err="1">
                <a:solidFill>
                  <a:srgbClr val="00B0F0"/>
                </a:solidFill>
              </a:rPr>
              <a:t>ctr</a:t>
            </a:r>
            <a:r>
              <a:rPr lang="en-US" sz="1100" dirty="0">
                <a:solidFill>
                  <a:srgbClr val="00B0F0"/>
                </a:solidFill>
              </a:rPr>
              <a:t>:=ctr+5;</a:t>
            </a:r>
          </a:p>
          <a:p>
            <a:pPr>
              <a:buNone/>
            </a:pPr>
            <a:r>
              <a:rPr lang="en-US" sz="1100" dirty="0">
                <a:solidFill>
                  <a:srgbClr val="00B0F0"/>
                </a:solidFill>
              </a:rPr>
              <a:t>    end loop;</a:t>
            </a:r>
          </a:p>
          <a:p>
            <a:pPr>
              <a:buNone/>
            </a:pPr>
            <a:r>
              <a:rPr lang="en-US" sz="1100" dirty="0">
                <a:solidFill>
                  <a:srgbClr val="00B0F0"/>
                </a:solidFill>
              </a:rPr>
              <a:t> END;</a:t>
            </a:r>
          </a:p>
          <a:p>
            <a:pPr>
              <a:buNone/>
            </a:pPr>
            <a:r>
              <a:rPr lang="en-US" sz="1100" dirty="0">
                <a:solidFill>
                  <a:srgbClr val="00B0F0"/>
                </a:solidFill>
              </a:rPr>
              <a:t>/</a:t>
            </a:r>
          </a:p>
          <a:p>
            <a:pPr>
              <a:buNone/>
            </a:pPr>
            <a:endParaRPr lang="en-US" sz="1100" dirty="0">
              <a:solidFill>
                <a:srgbClr val="00B0F0"/>
              </a:solidFill>
            </a:endParaRPr>
          </a:p>
          <a:p>
            <a:pPr>
              <a:lnSpc>
                <a:spcPct val="80000"/>
              </a:lnSpc>
              <a:buNone/>
            </a:pPr>
            <a:endParaRPr lang="en-IN" sz="11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815586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3"/>
          <p:cNvSpPr>
            <a:spLocks noGrp="1"/>
          </p:cNvSpPr>
          <p:nvPr>
            <p:ph type="title"/>
          </p:nvPr>
        </p:nvSpPr>
        <p:spPr>
          <a:xfrm>
            <a:off x="-1" y="98992"/>
            <a:ext cx="8942119" cy="536972"/>
          </a:xfrm>
          <a:noFill/>
        </p:spPr>
        <p:txBody>
          <a:bodyPr>
            <a:normAutofit fontScale="90000"/>
          </a:bodyPr>
          <a:lstStyle/>
          <a:p>
            <a:r>
              <a:rPr lang="en-US" sz="1600" dirty="0">
                <a:latin typeface="Candara"/>
              </a:rPr>
              <a:t>1.5: </a:t>
            </a:r>
            <a:r>
              <a:rPr lang="en-US" sz="1400" dirty="0">
                <a:latin typeface="Candara"/>
              </a:rPr>
              <a:t>Collections 						</a:t>
            </a:r>
            <a:br>
              <a:rPr lang="en-US" sz="1400" dirty="0">
                <a:latin typeface="Candara"/>
              </a:rPr>
            </a:br>
            <a:r>
              <a:rPr lang="en-US" sz="2300" dirty="0" err="1"/>
              <a:t>NestedTables</a:t>
            </a:r>
            <a:r>
              <a:rPr lang="en-US" sz="2300" dirty="0"/>
              <a:t>				 			…..</a:t>
            </a:r>
            <a:r>
              <a:rPr lang="en-US" sz="2300" dirty="0" err="1"/>
              <a:t>contd</a:t>
            </a:r>
            <a:endParaRPr lang="en-US" sz="2300" b="1" dirty="0">
              <a:latin typeface="Candara"/>
            </a:endParaRPr>
          </a:p>
        </p:txBody>
      </p:sp>
      <p:sp>
        <p:nvSpPr>
          <p:cNvPr id="12292" name="Rectangle 3"/>
          <p:cNvSpPr>
            <a:spLocks noGrp="1" noChangeArrowheads="1"/>
          </p:cNvSpPr>
          <p:nvPr>
            <p:ph idx="1"/>
          </p:nvPr>
        </p:nvSpPr>
        <p:spPr>
          <a:xfrm>
            <a:off x="0" y="855959"/>
            <a:ext cx="9144000" cy="3917922"/>
          </a:xfrm>
        </p:spPr>
        <p:txBody>
          <a:bodyPr>
            <a:noAutofit/>
          </a:bodyPr>
          <a:lstStyle/>
          <a:p>
            <a:r>
              <a:rPr lang="en-US" sz="1100" dirty="0"/>
              <a:t>Without the initialization, it gives the following error : </a:t>
            </a:r>
            <a:r>
              <a:rPr lang="en-IN" sz="1100" dirty="0"/>
              <a:t>ORA-06531: Reference to uninitialized collection</a:t>
            </a:r>
            <a:endParaRPr lang="en-US" sz="1100" dirty="0"/>
          </a:p>
          <a:p>
            <a:pPr>
              <a:buNone/>
            </a:pPr>
            <a:r>
              <a:rPr lang="en-IN" sz="1100" dirty="0">
                <a:solidFill>
                  <a:srgbClr val="00B0F0"/>
                </a:solidFill>
              </a:rPr>
              <a:t>DECLARE</a:t>
            </a:r>
          </a:p>
          <a:p>
            <a:pPr>
              <a:buNone/>
            </a:pPr>
            <a:r>
              <a:rPr lang="en-IN" sz="1100" dirty="0">
                <a:solidFill>
                  <a:srgbClr val="00B0F0"/>
                </a:solidFill>
              </a:rPr>
              <a:t>	   TYPE  </a:t>
            </a:r>
            <a:r>
              <a:rPr lang="en-IN" sz="1100" dirty="0" err="1">
                <a:solidFill>
                  <a:srgbClr val="00B0F0"/>
                </a:solidFill>
              </a:rPr>
              <a:t>t_type</a:t>
            </a:r>
            <a:r>
              <a:rPr lang="en-IN" sz="1100" dirty="0">
                <a:solidFill>
                  <a:srgbClr val="00B0F0"/>
                </a:solidFill>
              </a:rPr>
              <a:t>  IS  TABLE  OF  NUMBER;</a:t>
            </a:r>
          </a:p>
          <a:p>
            <a:pPr>
              <a:buNone/>
            </a:pPr>
            <a:r>
              <a:rPr lang="en-IN" sz="1100" dirty="0">
                <a:solidFill>
                  <a:srgbClr val="00B0F0"/>
                </a:solidFill>
              </a:rPr>
              <a:t>       </a:t>
            </a:r>
            <a:r>
              <a:rPr lang="en-IN" sz="1100" dirty="0" err="1">
                <a:solidFill>
                  <a:srgbClr val="00B0F0"/>
                </a:solidFill>
              </a:rPr>
              <a:t>my_tab</a:t>
            </a:r>
            <a:r>
              <a:rPr lang="en-IN" sz="1100" dirty="0">
                <a:solidFill>
                  <a:srgbClr val="00B0F0"/>
                </a:solidFill>
              </a:rPr>
              <a:t> </a:t>
            </a:r>
            <a:r>
              <a:rPr lang="en-IN" sz="1100" dirty="0" err="1">
                <a:solidFill>
                  <a:srgbClr val="00B0F0"/>
                </a:solidFill>
              </a:rPr>
              <a:t>t_type</a:t>
            </a:r>
            <a:r>
              <a:rPr lang="en-IN" sz="1100" dirty="0">
                <a:solidFill>
                  <a:srgbClr val="00B0F0"/>
                </a:solidFill>
              </a:rPr>
              <a:t>;  --this initialization becomes necessary</a:t>
            </a:r>
          </a:p>
          <a:p>
            <a:pPr>
              <a:buNone/>
            </a:pPr>
            <a:r>
              <a:rPr lang="en-IN" sz="1100" dirty="0">
                <a:solidFill>
                  <a:srgbClr val="00B0F0"/>
                </a:solidFill>
              </a:rPr>
              <a:t>       </a:t>
            </a:r>
            <a:r>
              <a:rPr lang="en-IN" sz="1100" dirty="0" err="1">
                <a:solidFill>
                  <a:srgbClr val="00B0F0"/>
                </a:solidFill>
              </a:rPr>
              <a:t>ctr</a:t>
            </a:r>
            <a:r>
              <a:rPr lang="en-IN" sz="1100" dirty="0">
                <a:solidFill>
                  <a:srgbClr val="00B0F0"/>
                </a:solidFill>
              </a:rPr>
              <a:t> number :=5;</a:t>
            </a:r>
          </a:p>
          <a:p>
            <a:pPr>
              <a:buNone/>
            </a:pPr>
            <a:r>
              <a:rPr lang="en-IN" sz="1100" dirty="0">
                <a:solidFill>
                  <a:srgbClr val="00B0F0"/>
                </a:solidFill>
              </a:rPr>
              <a:t>BEGIN</a:t>
            </a:r>
          </a:p>
          <a:p>
            <a:pPr>
              <a:buNone/>
            </a:pPr>
            <a:r>
              <a:rPr lang="en-IN" sz="1100" dirty="0">
                <a:solidFill>
                  <a:srgbClr val="00B0F0"/>
                </a:solidFill>
              </a:rPr>
              <a:t>   while </a:t>
            </a:r>
            <a:r>
              <a:rPr lang="en-IN" sz="1100" dirty="0" err="1">
                <a:solidFill>
                  <a:srgbClr val="00B0F0"/>
                </a:solidFill>
              </a:rPr>
              <a:t>ctr</a:t>
            </a:r>
            <a:r>
              <a:rPr lang="en-IN" sz="1100" dirty="0">
                <a:solidFill>
                  <a:srgbClr val="00B0F0"/>
                </a:solidFill>
              </a:rPr>
              <a:t>&lt;=50 loop</a:t>
            </a:r>
          </a:p>
          <a:p>
            <a:pPr>
              <a:buNone/>
            </a:pPr>
            <a:r>
              <a:rPr lang="en-IN" sz="1100" dirty="0">
                <a:solidFill>
                  <a:srgbClr val="00B0F0"/>
                </a:solidFill>
              </a:rPr>
              <a:t>           </a:t>
            </a:r>
            <a:r>
              <a:rPr lang="en-IN" sz="1100" dirty="0" err="1">
                <a:solidFill>
                  <a:srgbClr val="00B0F0"/>
                </a:solidFill>
              </a:rPr>
              <a:t>my_tab</a:t>
            </a:r>
            <a:r>
              <a:rPr lang="en-IN" sz="1100" dirty="0">
                <a:solidFill>
                  <a:srgbClr val="00B0F0"/>
                </a:solidFill>
              </a:rPr>
              <a:t>(</a:t>
            </a:r>
            <a:r>
              <a:rPr lang="en-IN" sz="1100" dirty="0" err="1">
                <a:solidFill>
                  <a:srgbClr val="00B0F0"/>
                </a:solidFill>
              </a:rPr>
              <a:t>ctr</a:t>
            </a:r>
            <a:r>
              <a:rPr lang="en-IN" sz="1100" dirty="0">
                <a:solidFill>
                  <a:srgbClr val="00B0F0"/>
                </a:solidFill>
              </a:rPr>
              <a:t>):=</a:t>
            </a:r>
            <a:r>
              <a:rPr lang="en-IN" sz="1100" dirty="0" err="1">
                <a:solidFill>
                  <a:srgbClr val="00B0F0"/>
                </a:solidFill>
              </a:rPr>
              <a:t>ctr</a:t>
            </a:r>
            <a:r>
              <a:rPr lang="en-IN" sz="1100" dirty="0">
                <a:solidFill>
                  <a:srgbClr val="00B0F0"/>
                </a:solidFill>
              </a:rPr>
              <a:t>;</a:t>
            </a:r>
          </a:p>
          <a:p>
            <a:pPr>
              <a:buNone/>
            </a:pPr>
            <a:r>
              <a:rPr lang="en-IN" sz="1100" dirty="0">
                <a:solidFill>
                  <a:srgbClr val="00B0F0"/>
                </a:solidFill>
              </a:rPr>
              <a:t>           </a:t>
            </a:r>
            <a:r>
              <a:rPr lang="en-IN" sz="1100" dirty="0" err="1">
                <a:solidFill>
                  <a:srgbClr val="00B0F0"/>
                </a:solidFill>
              </a:rPr>
              <a:t>ctr</a:t>
            </a:r>
            <a:r>
              <a:rPr lang="en-IN" sz="1100" dirty="0">
                <a:solidFill>
                  <a:srgbClr val="00B0F0"/>
                </a:solidFill>
              </a:rPr>
              <a:t>:=ctr+5;</a:t>
            </a:r>
          </a:p>
          <a:p>
            <a:pPr>
              <a:buNone/>
            </a:pPr>
            <a:r>
              <a:rPr lang="en-IN" sz="1100" dirty="0">
                <a:solidFill>
                  <a:srgbClr val="00B0F0"/>
                </a:solidFill>
              </a:rPr>
              <a:t>   end loop;</a:t>
            </a:r>
          </a:p>
          <a:p>
            <a:pPr>
              <a:buNone/>
            </a:pPr>
            <a:r>
              <a:rPr lang="en-IN" sz="1100" dirty="0">
                <a:solidFill>
                  <a:srgbClr val="00B0F0"/>
                </a:solidFill>
              </a:rPr>
              <a:t>   </a:t>
            </a:r>
            <a:r>
              <a:rPr lang="en-IN" sz="1100" dirty="0" err="1">
                <a:solidFill>
                  <a:srgbClr val="00B0F0"/>
                </a:solidFill>
              </a:rPr>
              <a:t>dbms_output.put_line</a:t>
            </a:r>
            <a:r>
              <a:rPr lang="en-IN" sz="1100" dirty="0">
                <a:solidFill>
                  <a:srgbClr val="00B0F0"/>
                </a:solidFill>
              </a:rPr>
              <a:t>(</a:t>
            </a:r>
            <a:r>
              <a:rPr lang="en-IN" sz="1100" dirty="0" err="1">
                <a:solidFill>
                  <a:srgbClr val="00B0F0"/>
                </a:solidFill>
              </a:rPr>
              <a:t>my_tab.count</a:t>
            </a:r>
            <a:r>
              <a:rPr lang="en-IN" sz="1100" dirty="0">
                <a:solidFill>
                  <a:srgbClr val="00B0F0"/>
                </a:solidFill>
              </a:rPr>
              <a:t>);</a:t>
            </a:r>
          </a:p>
          <a:p>
            <a:pPr>
              <a:buNone/>
            </a:pPr>
            <a:r>
              <a:rPr lang="en-IN" sz="1100" dirty="0">
                <a:solidFill>
                  <a:srgbClr val="00B0F0"/>
                </a:solidFill>
              </a:rPr>
              <a:t>   </a:t>
            </a:r>
            <a:r>
              <a:rPr lang="en-IN" sz="1100" dirty="0" err="1">
                <a:solidFill>
                  <a:srgbClr val="00B0F0"/>
                </a:solidFill>
              </a:rPr>
              <a:t>ctr</a:t>
            </a:r>
            <a:r>
              <a:rPr lang="en-IN" sz="1100" dirty="0">
                <a:solidFill>
                  <a:srgbClr val="00B0F0"/>
                </a:solidFill>
              </a:rPr>
              <a:t>:=5;</a:t>
            </a:r>
          </a:p>
          <a:p>
            <a:pPr>
              <a:buNone/>
            </a:pPr>
            <a:r>
              <a:rPr lang="en-IN" sz="1100" dirty="0">
                <a:solidFill>
                  <a:srgbClr val="00B0F0"/>
                </a:solidFill>
              </a:rPr>
              <a:t>   while </a:t>
            </a:r>
            <a:r>
              <a:rPr lang="en-IN" sz="1100" dirty="0" err="1">
                <a:solidFill>
                  <a:srgbClr val="00B0F0"/>
                </a:solidFill>
              </a:rPr>
              <a:t>ctr</a:t>
            </a:r>
            <a:r>
              <a:rPr lang="en-IN" sz="1100" dirty="0">
                <a:solidFill>
                  <a:srgbClr val="00B0F0"/>
                </a:solidFill>
              </a:rPr>
              <a:t>&lt;=50 loop</a:t>
            </a:r>
          </a:p>
          <a:p>
            <a:pPr>
              <a:buNone/>
            </a:pPr>
            <a:r>
              <a:rPr lang="en-IN" sz="1100" dirty="0">
                <a:solidFill>
                  <a:srgbClr val="00B0F0"/>
                </a:solidFill>
              </a:rPr>
              <a:t>           </a:t>
            </a:r>
            <a:r>
              <a:rPr lang="en-IN" sz="1100" dirty="0" err="1">
                <a:solidFill>
                  <a:srgbClr val="00B0F0"/>
                </a:solidFill>
              </a:rPr>
              <a:t>dbms_output.put_line</a:t>
            </a:r>
            <a:r>
              <a:rPr lang="en-IN" sz="1100" dirty="0">
                <a:solidFill>
                  <a:srgbClr val="00B0F0"/>
                </a:solidFill>
              </a:rPr>
              <a:t>(</a:t>
            </a:r>
            <a:r>
              <a:rPr lang="en-IN" sz="1100" dirty="0" err="1">
                <a:solidFill>
                  <a:srgbClr val="00B0F0"/>
                </a:solidFill>
              </a:rPr>
              <a:t>my_tab</a:t>
            </a:r>
            <a:r>
              <a:rPr lang="en-IN" sz="1100" dirty="0">
                <a:solidFill>
                  <a:srgbClr val="00B0F0"/>
                </a:solidFill>
              </a:rPr>
              <a:t>(</a:t>
            </a:r>
            <a:r>
              <a:rPr lang="en-IN" sz="1100" dirty="0" err="1">
                <a:solidFill>
                  <a:srgbClr val="00B0F0"/>
                </a:solidFill>
              </a:rPr>
              <a:t>ctr</a:t>
            </a:r>
            <a:r>
              <a:rPr lang="en-IN" sz="1100" dirty="0">
                <a:solidFill>
                  <a:srgbClr val="00B0F0"/>
                </a:solidFill>
              </a:rPr>
              <a:t>));</a:t>
            </a:r>
          </a:p>
          <a:p>
            <a:pPr>
              <a:buNone/>
            </a:pPr>
            <a:r>
              <a:rPr lang="en-IN" sz="1100" dirty="0">
                <a:solidFill>
                  <a:srgbClr val="00B0F0"/>
                </a:solidFill>
              </a:rPr>
              <a:t>           </a:t>
            </a:r>
            <a:r>
              <a:rPr lang="en-IN" sz="1100" dirty="0" err="1">
                <a:solidFill>
                  <a:srgbClr val="00B0F0"/>
                </a:solidFill>
              </a:rPr>
              <a:t>ctr</a:t>
            </a:r>
            <a:r>
              <a:rPr lang="en-IN" sz="1100" dirty="0">
                <a:solidFill>
                  <a:srgbClr val="00B0F0"/>
                </a:solidFill>
              </a:rPr>
              <a:t>:=ctr+5;</a:t>
            </a:r>
          </a:p>
          <a:p>
            <a:pPr>
              <a:buNone/>
            </a:pPr>
            <a:r>
              <a:rPr lang="en-IN" sz="1100" dirty="0">
                <a:solidFill>
                  <a:srgbClr val="00B0F0"/>
                </a:solidFill>
              </a:rPr>
              <a:t>   end loop;</a:t>
            </a:r>
          </a:p>
          <a:p>
            <a:pPr>
              <a:buNone/>
            </a:pPr>
            <a:r>
              <a:rPr lang="en-IN" sz="1100" dirty="0">
                <a:solidFill>
                  <a:srgbClr val="00B0F0"/>
                </a:solidFill>
              </a:rPr>
              <a:t>END;</a:t>
            </a:r>
          </a:p>
          <a:p>
            <a:pPr>
              <a:buNone/>
            </a:pPr>
            <a:r>
              <a:rPr lang="en-IN" sz="1100" dirty="0">
                <a:solidFill>
                  <a:srgbClr val="00B0F0"/>
                </a:solidFill>
              </a:rPr>
              <a:t>/</a:t>
            </a:r>
          </a:p>
          <a:p>
            <a:pPr>
              <a:buNone/>
            </a:pPr>
            <a:endParaRPr lang="en-IN" sz="1100" dirty="0"/>
          </a:p>
          <a:p>
            <a:pPr>
              <a:buNone/>
            </a:pPr>
            <a:endParaRPr lang="en-IN" sz="1100" dirty="0"/>
          </a:p>
          <a:p>
            <a:pPr>
              <a:buNone/>
            </a:pPr>
            <a:endParaRPr lang="en-US" sz="1100" dirty="0">
              <a:solidFill>
                <a:srgbClr val="00B0F0"/>
              </a:solidFill>
            </a:endParaRPr>
          </a:p>
          <a:p>
            <a:pPr>
              <a:lnSpc>
                <a:spcPct val="80000"/>
              </a:lnSpc>
              <a:buNone/>
            </a:pPr>
            <a:endParaRPr lang="en-IN" sz="11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815586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3"/>
          <p:cNvSpPr>
            <a:spLocks noGrp="1"/>
          </p:cNvSpPr>
          <p:nvPr>
            <p:ph type="title"/>
          </p:nvPr>
        </p:nvSpPr>
        <p:spPr>
          <a:xfrm>
            <a:off x="-1" y="98992"/>
            <a:ext cx="8942119" cy="536972"/>
          </a:xfrm>
          <a:noFill/>
        </p:spPr>
        <p:txBody>
          <a:bodyPr>
            <a:normAutofit fontScale="90000"/>
          </a:bodyPr>
          <a:lstStyle/>
          <a:p>
            <a:r>
              <a:rPr lang="en-US" sz="1600" dirty="0">
                <a:latin typeface="Candara"/>
              </a:rPr>
              <a:t>1.5: </a:t>
            </a:r>
            <a:r>
              <a:rPr lang="en-US" sz="1400" dirty="0">
                <a:latin typeface="Candara"/>
              </a:rPr>
              <a:t>Collections 						</a:t>
            </a:r>
            <a:br>
              <a:rPr lang="en-US" sz="1400" dirty="0">
                <a:latin typeface="Candara"/>
              </a:rPr>
            </a:br>
            <a:r>
              <a:rPr lang="en-US" sz="2300" dirty="0" err="1"/>
              <a:t>NestedTables</a:t>
            </a:r>
            <a:r>
              <a:rPr lang="en-US" sz="2300" dirty="0"/>
              <a:t>				 			…..</a:t>
            </a:r>
            <a:r>
              <a:rPr lang="en-US" sz="2300" dirty="0" err="1"/>
              <a:t>contd</a:t>
            </a:r>
            <a:endParaRPr lang="en-US" sz="2300" b="1" dirty="0">
              <a:latin typeface="Candara"/>
            </a:endParaRPr>
          </a:p>
        </p:txBody>
      </p:sp>
      <p:sp>
        <p:nvSpPr>
          <p:cNvPr id="12292" name="Rectangle 3"/>
          <p:cNvSpPr>
            <a:spLocks noGrp="1" noChangeArrowheads="1"/>
          </p:cNvSpPr>
          <p:nvPr>
            <p:ph idx="1"/>
          </p:nvPr>
        </p:nvSpPr>
        <p:spPr>
          <a:xfrm>
            <a:off x="0" y="855959"/>
            <a:ext cx="9144000" cy="3917922"/>
          </a:xfrm>
        </p:spPr>
        <p:txBody>
          <a:bodyPr>
            <a:noAutofit/>
          </a:bodyPr>
          <a:lstStyle/>
          <a:p>
            <a:endParaRPr lang="en-US" sz="1100" dirty="0"/>
          </a:p>
          <a:p>
            <a:r>
              <a:rPr lang="en-US" sz="1100" dirty="0"/>
              <a:t>Hence, the following for a nested table object :</a:t>
            </a:r>
          </a:p>
          <a:p>
            <a:pPr>
              <a:buNone/>
            </a:pPr>
            <a:r>
              <a:rPr lang="en-US" sz="1100" dirty="0">
                <a:solidFill>
                  <a:srgbClr val="00B0F0"/>
                </a:solidFill>
              </a:rPr>
              <a:t>DECLARE</a:t>
            </a:r>
          </a:p>
          <a:p>
            <a:pPr>
              <a:buNone/>
            </a:pPr>
            <a:r>
              <a:rPr lang="en-US" sz="1100" dirty="0">
                <a:solidFill>
                  <a:srgbClr val="00B0F0"/>
                </a:solidFill>
              </a:rPr>
              <a:t>          TYPE  </a:t>
            </a:r>
            <a:r>
              <a:rPr lang="en-US" sz="1100" dirty="0" err="1">
                <a:solidFill>
                  <a:srgbClr val="00B0F0"/>
                </a:solidFill>
              </a:rPr>
              <a:t>t_type</a:t>
            </a:r>
            <a:r>
              <a:rPr lang="en-US" sz="1100" dirty="0">
                <a:solidFill>
                  <a:srgbClr val="00B0F0"/>
                </a:solidFill>
              </a:rPr>
              <a:t>  IS  TABLE  OF  NUMBER;</a:t>
            </a:r>
          </a:p>
          <a:p>
            <a:pPr>
              <a:buNone/>
            </a:pPr>
            <a:r>
              <a:rPr lang="en-US" sz="1100" dirty="0">
                <a:solidFill>
                  <a:srgbClr val="00B0F0"/>
                </a:solidFill>
              </a:rPr>
              <a:t>	       </a:t>
            </a:r>
            <a:r>
              <a:rPr lang="en-US" sz="1100" dirty="0" err="1">
                <a:solidFill>
                  <a:srgbClr val="00B0F0"/>
                </a:solidFill>
              </a:rPr>
              <a:t>my_tab</a:t>
            </a:r>
            <a:r>
              <a:rPr lang="en-US" sz="1100" dirty="0">
                <a:solidFill>
                  <a:srgbClr val="00B0F0"/>
                </a:solidFill>
              </a:rPr>
              <a:t> </a:t>
            </a:r>
            <a:r>
              <a:rPr lang="en-US" sz="1100" dirty="0" err="1">
                <a:solidFill>
                  <a:srgbClr val="00B0F0"/>
                </a:solidFill>
              </a:rPr>
              <a:t>t_type</a:t>
            </a:r>
            <a:r>
              <a:rPr lang="en-US" sz="1100" dirty="0">
                <a:solidFill>
                  <a:srgbClr val="00B0F0"/>
                </a:solidFill>
              </a:rPr>
              <a:t> ;</a:t>
            </a:r>
          </a:p>
          <a:p>
            <a:pPr>
              <a:buNone/>
            </a:pPr>
            <a:r>
              <a:rPr lang="en-US" sz="1100" dirty="0">
                <a:solidFill>
                  <a:srgbClr val="00B0F0"/>
                </a:solidFill>
              </a:rPr>
              <a:t>           </a:t>
            </a:r>
            <a:r>
              <a:rPr lang="en-US" sz="1100" dirty="0" err="1">
                <a:solidFill>
                  <a:srgbClr val="00B0F0"/>
                </a:solidFill>
              </a:rPr>
              <a:t>ctr</a:t>
            </a:r>
            <a:r>
              <a:rPr lang="en-US" sz="1100" dirty="0">
                <a:solidFill>
                  <a:srgbClr val="00B0F0"/>
                </a:solidFill>
              </a:rPr>
              <a:t> number :=1;</a:t>
            </a:r>
          </a:p>
          <a:p>
            <a:pPr>
              <a:buNone/>
            </a:pPr>
            <a:r>
              <a:rPr lang="en-US" sz="1100" dirty="0">
                <a:solidFill>
                  <a:srgbClr val="00B0F0"/>
                </a:solidFill>
              </a:rPr>
              <a:t>BEGIN</a:t>
            </a:r>
          </a:p>
          <a:p>
            <a:pPr>
              <a:buNone/>
            </a:pPr>
            <a:r>
              <a:rPr lang="en-US" sz="1100" dirty="0">
                <a:solidFill>
                  <a:srgbClr val="00B0F0"/>
                </a:solidFill>
              </a:rPr>
              <a:t>	--</a:t>
            </a:r>
            <a:r>
              <a:rPr lang="en-US" sz="1100" dirty="0" err="1">
                <a:solidFill>
                  <a:srgbClr val="00B0F0"/>
                </a:solidFill>
              </a:rPr>
              <a:t>dbms_output.put_line</a:t>
            </a:r>
            <a:r>
              <a:rPr lang="en-US" sz="1100" dirty="0">
                <a:solidFill>
                  <a:srgbClr val="00B0F0"/>
                </a:solidFill>
              </a:rPr>
              <a:t>(</a:t>
            </a:r>
            <a:r>
              <a:rPr lang="en-US" sz="1100" dirty="0" err="1">
                <a:solidFill>
                  <a:srgbClr val="00B0F0"/>
                </a:solidFill>
              </a:rPr>
              <a:t>my_tabcount</a:t>
            </a:r>
            <a:r>
              <a:rPr lang="en-US" sz="1100" dirty="0">
                <a:solidFill>
                  <a:srgbClr val="00B0F0"/>
                </a:solidFill>
              </a:rPr>
              <a:t>);</a:t>
            </a:r>
          </a:p>
          <a:p>
            <a:pPr>
              <a:buNone/>
            </a:pPr>
            <a:r>
              <a:rPr lang="en-US" sz="1100" dirty="0">
                <a:solidFill>
                  <a:srgbClr val="00B0F0"/>
                </a:solidFill>
              </a:rPr>
              <a:t>	</a:t>
            </a:r>
            <a:r>
              <a:rPr lang="en-US" sz="1100" dirty="0" err="1">
                <a:solidFill>
                  <a:srgbClr val="00B0F0"/>
                </a:solidFill>
              </a:rPr>
              <a:t>my_tab</a:t>
            </a:r>
            <a:r>
              <a:rPr lang="en-US" sz="1100" dirty="0">
                <a:solidFill>
                  <a:srgbClr val="00B0F0"/>
                </a:solidFill>
              </a:rPr>
              <a:t> :=</a:t>
            </a:r>
            <a:r>
              <a:rPr lang="en-US" sz="1100" dirty="0" err="1">
                <a:solidFill>
                  <a:srgbClr val="00B0F0"/>
                </a:solidFill>
              </a:rPr>
              <a:t>t_type</a:t>
            </a:r>
            <a:r>
              <a:rPr lang="en-US" sz="1100" dirty="0">
                <a:solidFill>
                  <a:srgbClr val="00B0F0"/>
                </a:solidFill>
              </a:rPr>
              <a:t>(5,null,15,20,null,30,35,40,45,50); --this becomes the initialization, and subscripts are allocated sequentially from 1 onwards unlike </a:t>
            </a:r>
            <a:r>
              <a:rPr lang="en-US" sz="1100" dirty="0" err="1">
                <a:solidFill>
                  <a:srgbClr val="00B0F0"/>
                </a:solidFill>
              </a:rPr>
              <a:t>arbitary</a:t>
            </a:r>
            <a:r>
              <a:rPr lang="en-US" sz="1100" dirty="0">
                <a:solidFill>
                  <a:srgbClr val="00B0F0"/>
                </a:solidFill>
              </a:rPr>
              <a:t> subscripts in PLSQL(INDEX BY) tables</a:t>
            </a:r>
          </a:p>
          <a:p>
            <a:pPr>
              <a:buNone/>
            </a:pPr>
            <a:r>
              <a:rPr lang="en-US" sz="1100" dirty="0">
                <a:solidFill>
                  <a:srgbClr val="00B0F0"/>
                </a:solidFill>
              </a:rPr>
              <a:t>   </a:t>
            </a:r>
            <a:r>
              <a:rPr lang="en-US" sz="1100" dirty="0" err="1">
                <a:solidFill>
                  <a:srgbClr val="00B0F0"/>
                </a:solidFill>
              </a:rPr>
              <a:t>dbms_output.put_line</a:t>
            </a:r>
            <a:r>
              <a:rPr lang="en-US" sz="1100" dirty="0">
                <a:solidFill>
                  <a:srgbClr val="00B0F0"/>
                </a:solidFill>
              </a:rPr>
              <a:t>(</a:t>
            </a:r>
            <a:r>
              <a:rPr lang="en-US" sz="1100" dirty="0" err="1">
                <a:solidFill>
                  <a:srgbClr val="00B0F0"/>
                </a:solidFill>
              </a:rPr>
              <a:t>my_tab.count</a:t>
            </a:r>
            <a:r>
              <a:rPr lang="en-US" sz="1100" dirty="0">
                <a:solidFill>
                  <a:srgbClr val="00B0F0"/>
                </a:solidFill>
              </a:rPr>
              <a:t>);</a:t>
            </a:r>
          </a:p>
          <a:p>
            <a:pPr>
              <a:buNone/>
            </a:pPr>
            <a:r>
              <a:rPr lang="en-US" sz="1100" dirty="0">
                <a:solidFill>
                  <a:srgbClr val="00B0F0"/>
                </a:solidFill>
              </a:rPr>
              <a:t>   while ctr&lt;=</a:t>
            </a:r>
            <a:r>
              <a:rPr lang="en-US" sz="1100" dirty="0" err="1">
                <a:solidFill>
                  <a:srgbClr val="00B0F0"/>
                </a:solidFill>
              </a:rPr>
              <a:t>my_tab.count</a:t>
            </a:r>
            <a:r>
              <a:rPr lang="en-US" sz="1100" dirty="0">
                <a:solidFill>
                  <a:srgbClr val="00B0F0"/>
                </a:solidFill>
              </a:rPr>
              <a:t> loop</a:t>
            </a:r>
          </a:p>
          <a:p>
            <a:pPr>
              <a:buNone/>
            </a:pPr>
            <a:r>
              <a:rPr lang="en-US" sz="1100" dirty="0">
                <a:solidFill>
                  <a:srgbClr val="00B0F0"/>
                </a:solidFill>
              </a:rPr>
              <a:t>           </a:t>
            </a:r>
            <a:r>
              <a:rPr lang="en-US" sz="1100" dirty="0" err="1">
                <a:solidFill>
                  <a:srgbClr val="00B0F0"/>
                </a:solidFill>
              </a:rPr>
              <a:t>dbms_output.put_line</a:t>
            </a:r>
            <a:r>
              <a:rPr lang="en-US" sz="1100" dirty="0">
                <a:solidFill>
                  <a:srgbClr val="00B0F0"/>
                </a:solidFill>
              </a:rPr>
              <a:t>(' hi ' ||</a:t>
            </a:r>
            <a:r>
              <a:rPr lang="en-US" sz="1100" dirty="0" err="1">
                <a:solidFill>
                  <a:srgbClr val="00B0F0"/>
                </a:solidFill>
              </a:rPr>
              <a:t>my_tab</a:t>
            </a:r>
            <a:r>
              <a:rPr lang="en-US" sz="1100" dirty="0">
                <a:solidFill>
                  <a:srgbClr val="00B0F0"/>
                </a:solidFill>
              </a:rPr>
              <a:t>(ctr));</a:t>
            </a:r>
          </a:p>
          <a:p>
            <a:pPr>
              <a:buNone/>
            </a:pPr>
            <a:r>
              <a:rPr lang="en-US" sz="1100" dirty="0">
                <a:solidFill>
                  <a:srgbClr val="00B0F0"/>
                </a:solidFill>
              </a:rPr>
              <a:t>           </a:t>
            </a:r>
            <a:r>
              <a:rPr lang="en-US" sz="1100" dirty="0" err="1">
                <a:solidFill>
                  <a:srgbClr val="00B0F0"/>
                </a:solidFill>
              </a:rPr>
              <a:t>ctr</a:t>
            </a:r>
            <a:r>
              <a:rPr lang="en-US" sz="1100" dirty="0">
                <a:solidFill>
                  <a:srgbClr val="00B0F0"/>
                </a:solidFill>
              </a:rPr>
              <a:t>:=ctr+1;</a:t>
            </a:r>
          </a:p>
          <a:p>
            <a:pPr>
              <a:buNone/>
            </a:pPr>
            <a:r>
              <a:rPr lang="en-US" sz="1100" dirty="0">
                <a:solidFill>
                  <a:srgbClr val="00B0F0"/>
                </a:solidFill>
              </a:rPr>
              <a:t>   end loop;</a:t>
            </a:r>
          </a:p>
          <a:p>
            <a:pPr>
              <a:buNone/>
            </a:pPr>
            <a:r>
              <a:rPr lang="en-US" sz="1100" dirty="0">
                <a:solidFill>
                  <a:srgbClr val="00B0F0"/>
                </a:solidFill>
              </a:rPr>
              <a:t>END;</a:t>
            </a:r>
          </a:p>
          <a:p>
            <a:pPr>
              <a:buNone/>
            </a:pPr>
            <a:r>
              <a:rPr lang="en-US" sz="1100" dirty="0">
                <a:solidFill>
                  <a:srgbClr val="00B0F0"/>
                </a:solidFill>
              </a:rPr>
              <a:t>/</a:t>
            </a:r>
          </a:p>
          <a:p>
            <a:pPr>
              <a:buNone/>
            </a:pPr>
            <a:endParaRPr lang="en-IN" sz="1100" dirty="0"/>
          </a:p>
          <a:p>
            <a:pPr>
              <a:buNone/>
            </a:pPr>
            <a:endParaRPr lang="en-IN" sz="1100" dirty="0"/>
          </a:p>
          <a:p>
            <a:pPr>
              <a:buNone/>
            </a:pPr>
            <a:endParaRPr lang="en-US" sz="1100" dirty="0">
              <a:solidFill>
                <a:srgbClr val="00B0F0"/>
              </a:solidFill>
            </a:endParaRPr>
          </a:p>
          <a:p>
            <a:pPr>
              <a:lnSpc>
                <a:spcPct val="80000"/>
              </a:lnSpc>
              <a:buNone/>
            </a:pPr>
            <a:endParaRPr lang="en-IN" sz="11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815586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3"/>
          <p:cNvSpPr>
            <a:spLocks noGrp="1"/>
          </p:cNvSpPr>
          <p:nvPr>
            <p:ph type="title"/>
          </p:nvPr>
        </p:nvSpPr>
        <p:spPr>
          <a:xfrm>
            <a:off x="-1" y="98992"/>
            <a:ext cx="8942119" cy="536972"/>
          </a:xfrm>
          <a:noFill/>
        </p:spPr>
        <p:txBody>
          <a:bodyPr>
            <a:normAutofit fontScale="90000"/>
          </a:bodyPr>
          <a:lstStyle/>
          <a:p>
            <a:r>
              <a:rPr lang="en-US" sz="1600" dirty="0">
                <a:latin typeface="Candara"/>
              </a:rPr>
              <a:t>1.5: </a:t>
            </a:r>
            <a:r>
              <a:rPr lang="en-US" sz="1400" dirty="0">
                <a:latin typeface="Candara"/>
              </a:rPr>
              <a:t>Collections 						</a:t>
            </a:r>
            <a:br>
              <a:rPr lang="en-US" sz="1400" dirty="0">
                <a:latin typeface="Candara"/>
              </a:rPr>
            </a:br>
            <a:r>
              <a:rPr lang="en-US" sz="2300" dirty="0" err="1"/>
              <a:t>NestedTables</a:t>
            </a:r>
            <a:r>
              <a:rPr lang="en-US" sz="2300" dirty="0"/>
              <a:t>				 			…..</a:t>
            </a:r>
            <a:r>
              <a:rPr lang="en-US" sz="2300" dirty="0" err="1"/>
              <a:t>contd</a:t>
            </a:r>
            <a:endParaRPr lang="en-US" sz="2300" b="1" dirty="0">
              <a:latin typeface="Candara"/>
            </a:endParaRPr>
          </a:p>
        </p:txBody>
      </p:sp>
      <p:sp>
        <p:nvSpPr>
          <p:cNvPr id="12292" name="Rectangle 3"/>
          <p:cNvSpPr>
            <a:spLocks noGrp="1" noChangeArrowheads="1"/>
          </p:cNvSpPr>
          <p:nvPr>
            <p:ph idx="1"/>
          </p:nvPr>
        </p:nvSpPr>
        <p:spPr>
          <a:xfrm>
            <a:off x="0" y="855959"/>
            <a:ext cx="9144000" cy="3917922"/>
          </a:xfrm>
        </p:spPr>
        <p:txBody>
          <a:bodyPr>
            <a:noAutofit/>
          </a:bodyPr>
          <a:lstStyle/>
          <a:p>
            <a:endParaRPr lang="en-US" sz="1100" dirty="0"/>
          </a:p>
          <a:p>
            <a:r>
              <a:rPr lang="en-US" sz="1100" dirty="0"/>
              <a:t>Following is an example of a nested table variable of strings :</a:t>
            </a:r>
          </a:p>
          <a:p>
            <a:pPr>
              <a:lnSpc>
                <a:spcPct val="80000"/>
              </a:lnSpc>
              <a:buNone/>
            </a:pPr>
            <a:r>
              <a:rPr lang="en-US" sz="1200" dirty="0">
                <a:solidFill>
                  <a:srgbClr val="00B0F0"/>
                </a:solidFill>
              </a:rPr>
              <a:t>DECLARE</a:t>
            </a:r>
          </a:p>
          <a:p>
            <a:pPr>
              <a:lnSpc>
                <a:spcPct val="80000"/>
              </a:lnSpc>
              <a:buNone/>
            </a:pPr>
            <a:r>
              <a:rPr lang="en-US" sz="1200" dirty="0">
                <a:solidFill>
                  <a:srgbClr val="00B0F0"/>
                </a:solidFill>
              </a:rPr>
              <a:t> 	-- Declaring a nested table collection type</a:t>
            </a:r>
          </a:p>
          <a:p>
            <a:pPr>
              <a:lnSpc>
                <a:spcPct val="80000"/>
              </a:lnSpc>
              <a:buNone/>
            </a:pPr>
            <a:r>
              <a:rPr lang="en-US" sz="1200" dirty="0">
                <a:solidFill>
                  <a:srgbClr val="00B0F0"/>
                </a:solidFill>
              </a:rPr>
              <a:t>    	TYPE </a:t>
            </a:r>
            <a:r>
              <a:rPr lang="en-US" sz="1200" dirty="0" err="1">
                <a:solidFill>
                  <a:srgbClr val="00B0F0"/>
                </a:solidFill>
              </a:rPr>
              <a:t>nested_table_type</a:t>
            </a:r>
            <a:r>
              <a:rPr lang="en-US" sz="1200" dirty="0">
                <a:solidFill>
                  <a:srgbClr val="00B0F0"/>
                </a:solidFill>
              </a:rPr>
              <a:t> IS TABLE OF VARCHAR2(20);</a:t>
            </a:r>
          </a:p>
          <a:p>
            <a:pPr>
              <a:lnSpc>
                <a:spcPct val="80000"/>
              </a:lnSpc>
              <a:buNone/>
            </a:pPr>
            <a:r>
              <a:rPr lang="en-US" sz="1200" dirty="0">
                <a:solidFill>
                  <a:srgbClr val="00B0F0"/>
                </a:solidFill>
              </a:rPr>
              <a:t> 	-- Declaring a variable of nested table type</a:t>
            </a:r>
          </a:p>
          <a:p>
            <a:pPr>
              <a:lnSpc>
                <a:spcPct val="80000"/>
              </a:lnSpc>
              <a:buNone/>
            </a:pPr>
            <a:r>
              <a:rPr lang="en-US" sz="1200" dirty="0">
                <a:solidFill>
                  <a:srgbClr val="00B0F0"/>
                </a:solidFill>
              </a:rPr>
              <a:t>		</a:t>
            </a:r>
            <a:r>
              <a:rPr lang="en-US" sz="1200" dirty="0" err="1">
                <a:solidFill>
                  <a:srgbClr val="00B0F0"/>
                </a:solidFill>
              </a:rPr>
              <a:t>t_nt_var</a:t>
            </a:r>
            <a:r>
              <a:rPr lang="en-US" sz="1200" dirty="0">
                <a:solidFill>
                  <a:srgbClr val="00B0F0"/>
                </a:solidFill>
              </a:rPr>
              <a:t>  </a:t>
            </a:r>
            <a:r>
              <a:rPr lang="en-US" sz="1200" dirty="0" err="1">
                <a:solidFill>
                  <a:srgbClr val="00B0F0"/>
                </a:solidFill>
              </a:rPr>
              <a:t>nested_table_type</a:t>
            </a:r>
            <a:r>
              <a:rPr lang="en-US" sz="1200" dirty="0">
                <a:solidFill>
                  <a:srgbClr val="00B0F0"/>
                </a:solidFill>
              </a:rPr>
              <a:t> := </a:t>
            </a:r>
            <a:r>
              <a:rPr lang="en-US" sz="1200" dirty="0" err="1">
                <a:solidFill>
                  <a:srgbClr val="00B0F0"/>
                </a:solidFill>
              </a:rPr>
              <a:t>nested_table_type</a:t>
            </a:r>
            <a:r>
              <a:rPr lang="en-US" sz="1200" dirty="0">
                <a:solidFill>
                  <a:srgbClr val="00B0F0"/>
                </a:solidFill>
              </a:rPr>
              <a:t>();</a:t>
            </a:r>
          </a:p>
          <a:p>
            <a:pPr>
              <a:lnSpc>
                <a:spcPct val="80000"/>
              </a:lnSpc>
              <a:buNone/>
            </a:pPr>
            <a:r>
              <a:rPr lang="en-US" sz="1200" dirty="0">
                <a:solidFill>
                  <a:srgbClr val="00B0F0"/>
                </a:solidFill>
              </a:rPr>
              <a:t>BEGIN</a:t>
            </a:r>
          </a:p>
          <a:p>
            <a:pPr>
              <a:lnSpc>
                <a:spcPct val="80000"/>
              </a:lnSpc>
              <a:buNone/>
            </a:pPr>
            <a:r>
              <a:rPr lang="en-US" sz="1200" dirty="0">
                <a:solidFill>
                  <a:srgbClr val="00B0F0"/>
                </a:solidFill>
              </a:rPr>
              <a:t>		DBMS_OUTPUT.PUT_LINE(</a:t>
            </a:r>
            <a:r>
              <a:rPr lang="en-US" sz="1200" dirty="0" err="1">
                <a:solidFill>
                  <a:srgbClr val="00B0F0"/>
                </a:solidFill>
              </a:rPr>
              <a:t>t_nt_var.count</a:t>
            </a:r>
            <a:r>
              <a:rPr lang="en-US" sz="1200" dirty="0">
                <a:solidFill>
                  <a:srgbClr val="00B0F0"/>
                </a:solidFill>
              </a:rPr>
              <a:t>);</a:t>
            </a:r>
          </a:p>
          <a:p>
            <a:pPr>
              <a:lnSpc>
                <a:spcPct val="80000"/>
              </a:lnSpc>
              <a:buNone/>
            </a:pPr>
            <a:r>
              <a:rPr lang="en-US" sz="1200" dirty="0">
                <a:solidFill>
                  <a:srgbClr val="00B0F0"/>
                </a:solidFill>
              </a:rPr>
              <a:t>		</a:t>
            </a:r>
            <a:r>
              <a:rPr lang="en-US" sz="1200" dirty="0" err="1">
                <a:solidFill>
                  <a:srgbClr val="00B0F0"/>
                </a:solidFill>
              </a:rPr>
              <a:t>t_nt_var</a:t>
            </a:r>
            <a:r>
              <a:rPr lang="en-US" sz="1200" dirty="0">
                <a:solidFill>
                  <a:srgbClr val="00B0F0"/>
                </a:solidFill>
              </a:rPr>
              <a:t> := </a:t>
            </a:r>
            <a:r>
              <a:rPr lang="en-US" sz="1200" dirty="0" err="1">
                <a:solidFill>
                  <a:srgbClr val="00B0F0"/>
                </a:solidFill>
              </a:rPr>
              <a:t>nested_table_type</a:t>
            </a:r>
            <a:r>
              <a:rPr lang="en-US" sz="1200" dirty="0">
                <a:solidFill>
                  <a:srgbClr val="00B0F0"/>
                </a:solidFill>
              </a:rPr>
              <a:t>('Shipping', 'Sales', 'Finance' , 'Payroll');</a:t>
            </a:r>
          </a:p>
          <a:p>
            <a:pPr>
              <a:lnSpc>
                <a:spcPct val="80000"/>
              </a:lnSpc>
              <a:buNone/>
            </a:pPr>
            <a:r>
              <a:rPr lang="en-US" sz="1200" dirty="0">
                <a:solidFill>
                  <a:srgbClr val="00B0F0"/>
                </a:solidFill>
              </a:rPr>
              <a:t>  	--  Accessing array elements</a:t>
            </a:r>
          </a:p>
          <a:p>
            <a:pPr>
              <a:lnSpc>
                <a:spcPct val="80000"/>
              </a:lnSpc>
              <a:buNone/>
            </a:pPr>
            <a:r>
              <a:rPr lang="en-US" sz="1200" dirty="0">
                <a:solidFill>
                  <a:srgbClr val="00B0F0"/>
                </a:solidFill>
              </a:rPr>
              <a:t>		DBMS_OUTPUT.PUT_LINE(</a:t>
            </a:r>
            <a:r>
              <a:rPr lang="en-US" sz="1200" dirty="0" err="1">
                <a:solidFill>
                  <a:srgbClr val="00B0F0"/>
                </a:solidFill>
              </a:rPr>
              <a:t>t_nt_var.count</a:t>
            </a:r>
            <a:r>
              <a:rPr lang="en-US" sz="1200" dirty="0">
                <a:solidFill>
                  <a:srgbClr val="00B0F0"/>
                </a:solidFill>
              </a:rPr>
              <a:t>);</a:t>
            </a:r>
          </a:p>
          <a:p>
            <a:pPr>
              <a:lnSpc>
                <a:spcPct val="80000"/>
              </a:lnSpc>
              <a:buNone/>
            </a:pPr>
            <a:r>
              <a:rPr lang="en-US" sz="1200" dirty="0">
                <a:solidFill>
                  <a:srgbClr val="00B0F0"/>
                </a:solidFill>
              </a:rPr>
              <a:t>		For j in 1..4  LOOP</a:t>
            </a:r>
          </a:p>
          <a:p>
            <a:pPr>
              <a:lnSpc>
                <a:spcPct val="80000"/>
              </a:lnSpc>
              <a:buNone/>
            </a:pPr>
            <a:r>
              <a:rPr lang="en-US" sz="1200" dirty="0">
                <a:solidFill>
                  <a:srgbClr val="00B0F0"/>
                </a:solidFill>
              </a:rPr>
              <a:t>                    	DBMS_OUTPUT.PUT_LINE(</a:t>
            </a:r>
            <a:r>
              <a:rPr lang="en-US" sz="1200" dirty="0" err="1">
                <a:solidFill>
                  <a:srgbClr val="00B0F0"/>
                </a:solidFill>
              </a:rPr>
              <a:t>t_nt_var</a:t>
            </a:r>
            <a:r>
              <a:rPr lang="en-US" sz="1200" dirty="0">
                <a:solidFill>
                  <a:srgbClr val="00B0F0"/>
                </a:solidFill>
              </a:rPr>
              <a:t>(j));</a:t>
            </a:r>
          </a:p>
          <a:p>
            <a:pPr>
              <a:lnSpc>
                <a:spcPct val="80000"/>
              </a:lnSpc>
              <a:buNone/>
            </a:pPr>
            <a:r>
              <a:rPr lang="en-US" sz="1200" dirty="0">
                <a:solidFill>
                  <a:srgbClr val="00B0F0"/>
                </a:solidFill>
              </a:rPr>
              <a:t>          	END LOOP;</a:t>
            </a:r>
          </a:p>
          <a:p>
            <a:pPr>
              <a:lnSpc>
                <a:spcPct val="80000"/>
              </a:lnSpc>
              <a:buNone/>
            </a:pPr>
            <a:r>
              <a:rPr lang="en-US" sz="1200" dirty="0">
                <a:solidFill>
                  <a:srgbClr val="00B0F0"/>
                </a:solidFill>
              </a:rPr>
              <a:t>END;</a:t>
            </a:r>
          </a:p>
          <a:p>
            <a:pPr>
              <a:lnSpc>
                <a:spcPct val="80000"/>
              </a:lnSpc>
              <a:buNone/>
            </a:pPr>
            <a:r>
              <a:rPr lang="en-US" sz="1200" dirty="0">
                <a:solidFill>
                  <a:srgbClr val="00B0F0"/>
                </a:solidFill>
              </a:rPr>
              <a:t>/</a:t>
            </a:r>
          </a:p>
          <a:p>
            <a:pPr>
              <a:buNone/>
            </a:pPr>
            <a:endParaRPr lang="en-IN" sz="1100" dirty="0"/>
          </a:p>
          <a:p>
            <a:pPr>
              <a:buNone/>
            </a:pPr>
            <a:endParaRPr lang="en-IN" sz="1100" dirty="0"/>
          </a:p>
          <a:p>
            <a:pPr>
              <a:buNone/>
            </a:pPr>
            <a:endParaRPr lang="en-US" sz="1100" dirty="0">
              <a:solidFill>
                <a:srgbClr val="00B0F0"/>
              </a:solidFill>
            </a:endParaRPr>
          </a:p>
          <a:p>
            <a:pPr>
              <a:lnSpc>
                <a:spcPct val="80000"/>
              </a:lnSpc>
              <a:buNone/>
            </a:pPr>
            <a:endParaRPr lang="en-IN" sz="11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815586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3"/>
          <p:cNvSpPr>
            <a:spLocks noGrp="1"/>
          </p:cNvSpPr>
          <p:nvPr>
            <p:ph type="title"/>
          </p:nvPr>
        </p:nvSpPr>
        <p:spPr>
          <a:xfrm>
            <a:off x="-1" y="98992"/>
            <a:ext cx="8942119" cy="536972"/>
          </a:xfrm>
          <a:noFill/>
        </p:spPr>
        <p:txBody>
          <a:bodyPr>
            <a:normAutofit fontScale="90000"/>
          </a:bodyPr>
          <a:lstStyle/>
          <a:p>
            <a:r>
              <a:rPr lang="en-US" sz="1600" dirty="0">
                <a:latin typeface="Candara"/>
              </a:rPr>
              <a:t>1.5: </a:t>
            </a:r>
            <a:r>
              <a:rPr lang="en-US" sz="1400" dirty="0">
                <a:latin typeface="Candara"/>
              </a:rPr>
              <a:t>Collections 						</a:t>
            </a:r>
            <a:br>
              <a:rPr lang="en-US" sz="1400" dirty="0">
                <a:latin typeface="Candara"/>
              </a:rPr>
            </a:br>
            <a:r>
              <a:rPr lang="en-US" sz="2300" dirty="0"/>
              <a:t>Nested Table type as </a:t>
            </a:r>
            <a:r>
              <a:rPr lang="en-US" sz="2300" dirty="0" err="1"/>
              <a:t>datatype</a:t>
            </a:r>
            <a:r>
              <a:rPr lang="en-US" sz="2300" dirty="0"/>
              <a:t> of a column of a table</a:t>
            </a:r>
            <a:endParaRPr lang="en-US" sz="2300" b="1" dirty="0">
              <a:latin typeface="Candara"/>
            </a:endParaRPr>
          </a:p>
        </p:txBody>
      </p:sp>
      <p:sp>
        <p:nvSpPr>
          <p:cNvPr id="12292" name="Rectangle 3"/>
          <p:cNvSpPr>
            <a:spLocks noGrp="1" noChangeArrowheads="1"/>
          </p:cNvSpPr>
          <p:nvPr>
            <p:ph idx="1"/>
          </p:nvPr>
        </p:nvSpPr>
        <p:spPr>
          <a:xfrm>
            <a:off x="0" y="855959"/>
            <a:ext cx="9144000" cy="391792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1800" dirty="0"/>
              <a:t>Step-1 : Create an Object-type</a:t>
            </a:r>
          </a:p>
          <a:p>
            <a:pPr marL="141626" lvl="1" indent="-141626">
              <a:lnSpc>
                <a:spcPct val="80000"/>
              </a:lnSpc>
              <a:buClr>
                <a:schemeClr val="accent5"/>
              </a:buClr>
              <a:buNone/>
            </a:pPr>
            <a:r>
              <a:rPr lang="en-US" sz="1600" dirty="0">
                <a:solidFill>
                  <a:srgbClr val="00B0F0"/>
                </a:solidFill>
              </a:rPr>
              <a:t>CREATE or REPLACE TYPE </a:t>
            </a:r>
            <a:r>
              <a:rPr lang="en-US" sz="1600" dirty="0" err="1">
                <a:solidFill>
                  <a:srgbClr val="00B0F0"/>
                </a:solidFill>
              </a:rPr>
              <a:t>previous_job</a:t>
            </a:r>
            <a:r>
              <a:rPr lang="en-US" sz="1600" dirty="0">
                <a:solidFill>
                  <a:srgbClr val="00B0F0"/>
                </a:solidFill>
              </a:rPr>
              <a:t> AS OBJECT</a:t>
            </a:r>
          </a:p>
          <a:p>
            <a:pPr marL="141626" lvl="1" indent="-141626">
              <a:lnSpc>
                <a:spcPct val="80000"/>
              </a:lnSpc>
              <a:buClr>
                <a:schemeClr val="accent5"/>
              </a:buClr>
              <a:buNone/>
            </a:pPr>
            <a:r>
              <a:rPr lang="en-US" sz="1600" dirty="0">
                <a:solidFill>
                  <a:srgbClr val="00B0F0"/>
                </a:solidFill>
              </a:rPr>
              <a:t>(</a:t>
            </a:r>
          </a:p>
          <a:p>
            <a:pPr marL="141626" lvl="1" indent="-141626">
              <a:lnSpc>
                <a:spcPct val="80000"/>
              </a:lnSpc>
              <a:buClr>
                <a:schemeClr val="accent5"/>
              </a:buClr>
              <a:buNone/>
            </a:pPr>
            <a:r>
              <a:rPr lang="en-US" sz="1600" dirty="0">
                <a:solidFill>
                  <a:srgbClr val="00B0F0"/>
                </a:solidFill>
              </a:rPr>
              <a:t>    </a:t>
            </a:r>
            <a:r>
              <a:rPr lang="en-US" sz="1600" dirty="0" err="1">
                <a:solidFill>
                  <a:srgbClr val="00B0F0"/>
                </a:solidFill>
              </a:rPr>
              <a:t>Org_Name</a:t>
            </a:r>
            <a:r>
              <a:rPr lang="en-US" sz="1600" dirty="0">
                <a:solidFill>
                  <a:srgbClr val="00B0F0"/>
                </a:solidFill>
              </a:rPr>
              <a:t>       varchar2(20),</a:t>
            </a:r>
          </a:p>
          <a:p>
            <a:pPr marL="141626" lvl="1" indent="-141626">
              <a:lnSpc>
                <a:spcPct val="80000"/>
              </a:lnSpc>
              <a:buClr>
                <a:schemeClr val="accent5"/>
              </a:buClr>
              <a:buNone/>
            </a:pPr>
            <a:r>
              <a:rPr lang="en-US" sz="1600" dirty="0">
                <a:solidFill>
                  <a:srgbClr val="00B0F0"/>
                </a:solidFill>
              </a:rPr>
              <a:t>    Position           varchar2(20),</a:t>
            </a:r>
          </a:p>
          <a:p>
            <a:pPr marL="141626" lvl="1" indent="-141626">
              <a:lnSpc>
                <a:spcPct val="80000"/>
              </a:lnSpc>
              <a:buClr>
                <a:schemeClr val="accent5"/>
              </a:buClr>
              <a:buNone/>
            </a:pPr>
            <a:r>
              <a:rPr lang="en-US" sz="1600" dirty="0">
                <a:solidFill>
                  <a:srgbClr val="00B0F0"/>
                </a:solidFill>
              </a:rPr>
              <a:t>    </a:t>
            </a:r>
            <a:r>
              <a:rPr lang="en-US" sz="1600" dirty="0" err="1">
                <a:solidFill>
                  <a:srgbClr val="00B0F0"/>
                </a:solidFill>
              </a:rPr>
              <a:t>NoOfYears</a:t>
            </a:r>
            <a:r>
              <a:rPr lang="en-US" sz="1600" dirty="0">
                <a:solidFill>
                  <a:srgbClr val="00B0F0"/>
                </a:solidFill>
              </a:rPr>
              <a:t>       number(2)</a:t>
            </a:r>
          </a:p>
          <a:p>
            <a:pPr marL="141626" lvl="1" indent="-141626">
              <a:lnSpc>
                <a:spcPct val="80000"/>
              </a:lnSpc>
              <a:buClr>
                <a:schemeClr val="accent5"/>
              </a:buClr>
              <a:buNone/>
            </a:pPr>
            <a:r>
              <a:rPr lang="en-US" sz="1600" dirty="0">
                <a:solidFill>
                  <a:srgbClr val="00B0F0"/>
                </a:solidFill>
              </a:rPr>
              <a:t>);</a:t>
            </a:r>
          </a:p>
          <a:p>
            <a:pPr marL="141626" lvl="1" indent="-141626">
              <a:lnSpc>
                <a:spcPct val="80000"/>
              </a:lnSpc>
              <a:buClr>
                <a:schemeClr val="accent5"/>
              </a:buClr>
              <a:buNone/>
            </a:pPr>
            <a:r>
              <a:rPr lang="en-US" sz="1600" dirty="0">
                <a:solidFill>
                  <a:srgbClr val="00B0F0"/>
                </a:solidFill>
              </a:rPr>
              <a:t>/</a:t>
            </a:r>
          </a:p>
          <a:p>
            <a:pPr marL="141626" lvl="1" indent="-141626">
              <a:lnSpc>
                <a:spcPct val="80000"/>
              </a:lnSpc>
              <a:buClr>
                <a:schemeClr val="accent5"/>
              </a:buClr>
              <a:buNone/>
            </a:pPr>
            <a:endParaRPr lang="en-US" sz="1600" dirty="0">
              <a:latin typeface="Courier New" pitchFamily="49" charset="0"/>
            </a:endParaRPr>
          </a:p>
          <a:p>
            <a:pPr>
              <a:buNone/>
            </a:pPr>
            <a:r>
              <a:rPr lang="en-US" sz="1800" dirty="0"/>
              <a:t>Step-2 : Create a Nested Table Object type using the earlier created Object-type</a:t>
            </a:r>
          </a:p>
          <a:p>
            <a:pPr lvl="1">
              <a:buNone/>
            </a:pPr>
            <a:r>
              <a:rPr lang="en-US" sz="1600" dirty="0">
                <a:solidFill>
                  <a:srgbClr val="00B0F0"/>
                </a:solidFill>
              </a:rPr>
              <a:t>CREATE or REPLACE TYPE </a:t>
            </a:r>
            <a:r>
              <a:rPr lang="en-US" sz="1600" dirty="0" err="1">
                <a:solidFill>
                  <a:srgbClr val="00B0F0"/>
                </a:solidFill>
              </a:rPr>
              <a:t>previous_job_tbl</a:t>
            </a:r>
            <a:r>
              <a:rPr lang="en-US" sz="1600" dirty="0">
                <a:solidFill>
                  <a:srgbClr val="00B0F0"/>
                </a:solidFill>
              </a:rPr>
              <a:t> AS TABLE OF </a:t>
            </a:r>
            <a:r>
              <a:rPr lang="en-US" sz="1600" dirty="0" err="1">
                <a:solidFill>
                  <a:srgbClr val="00B0F0"/>
                </a:solidFill>
              </a:rPr>
              <a:t>previous_job</a:t>
            </a:r>
            <a:r>
              <a:rPr lang="en-US" sz="1600" dirty="0">
                <a:solidFill>
                  <a:srgbClr val="00B0F0"/>
                </a:solidFill>
              </a:rPr>
              <a:t>;</a:t>
            </a:r>
          </a:p>
          <a:p>
            <a:pPr lvl="1">
              <a:buNone/>
            </a:pPr>
            <a:r>
              <a:rPr lang="en-US" sz="1600" dirty="0">
                <a:solidFill>
                  <a:srgbClr val="00B0F0"/>
                </a:solidFill>
              </a:rPr>
              <a:t>/</a:t>
            </a:r>
          </a:p>
          <a:p>
            <a:pPr>
              <a:lnSpc>
                <a:spcPct val="80000"/>
              </a:lnSpc>
              <a:buNone/>
            </a:pPr>
            <a:endParaRPr lang="en-IN" sz="11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815586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3"/>
          <p:cNvSpPr>
            <a:spLocks noGrp="1"/>
          </p:cNvSpPr>
          <p:nvPr>
            <p:ph type="title"/>
          </p:nvPr>
        </p:nvSpPr>
        <p:spPr>
          <a:xfrm>
            <a:off x="-1" y="98992"/>
            <a:ext cx="8942119" cy="536972"/>
          </a:xfrm>
          <a:noFill/>
        </p:spPr>
        <p:txBody>
          <a:bodyPr>
            <a:normAutofit fontScale="90000"/>
          </a:bodyPr>
          <a:lstStyle/>
          <a:p>
            <a:r>
              <a:rPr lang="en-US" sz="1600" dirty="0">
                <a:latin typeface="Candara"/>
              </a:rPr>
              <a:t>1.5: </a:t>
            </a:r>
            <a:r>
              <a:rPr lang="en-US" sz="1400" dirty="0">
                <a:latin typeface="Candara"/>
              </a:rPr>
              <a:t>Collections 						</a:t>
            </a:r>
            <a:br>
              <a:rPr lang="en-US" sz="1400" dirty="0">
                <a:latin typeface="Candara"/>
              </a:rPr>
            </a:br>
            <a:r>
              <a:rPr lang="en-US" sz="2300" dirty="0"/>
              <a:t>Nested Table type as </a:t>
            </a:r>
            <a:r>
              <a:rPr lang="en-US" sz="2300" dirty="0" err="1"/>
              <a:t>datatype</a:t>
            </a:r>
            <a:r>
              <a:rPr lang="en-US" sz="2300" dirty="0"/>
              <a:t> of a column of a table	…..</a:t>
            </a:r>
            <a:r>
              <a:rPr lang="en-US" sz="2300" dirty="0" err="1"/>
              <a:t>contd</a:t>
            </a:r>
            <a:endParaRPr lang="en-US" sz="2300" b="1" dirty="0">
              <a:latin typeface="Candara"/>
            </a:endParaRPr>
          </a:p>
        </p:txBody>
      </p:sp>
      <p:sp>
        <p:nvSpPr>
          <p:cNvPr id="12292" name="Rectangle 3"/>
          <p:cNvSpPr>
            <a:spLocks noGrp="1" noChangeArrowheads="1"/>
          </p:cNvSpPr>
          <p:nvPr>
            <p:ph idx="1"/>
          </p:nvPr>
        </p:nvSpPr>
        <p:spPr>
          <a:xfrm>
            <a:off x="0" y="855959"/>
            <a:ext cx="9144000" cy="391792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1800" dirty="0"/>
              <a:t>Step-3</a:t>
            </a:r>
          </a:p>
          <a:p>
            <a:pPr marL="141626" lvl="1" indent="-141626" algn="just">
              <a:lnSpc>
                <a:spcPct val="80000"/>
              </a:lnSpc>
              <a:buClr>
                <a:schemeClr val="accent5"/>
              </a:buClr>
              <a:buNone/>
            </a:pPr>
            <a:r>
              <a:rPr lang="en-US" sz="1600" dirty="0">
                <a:solidFill>
                  <a:srgbClr val="00B0F0"/>
                </a:solidFill>
              </a:rPr>
              <a:t>	CREATE TABLE employees(Name varchar2(20), </a:t>
            </a:r>
            <a:r>
              <a:rPr lang="en-US" sz="1600" dirty="0" err="1">
                <a:solidFill>
                  <a:srgbClr val="00B0F0"/>
                </a:solidFill>
              </a:rPr>
              <a:t>past_job</a:t>
            </a:r>
            <a:r>
              <a:rPr lang="en-US" sz="1600" dirty="0">
                <a:solidFill>
                  <a:srgbClr val="00B0F0"/>
                </a:solidFill>
              </a:rPr>
              <a:t> </a:t>
            </a:r>
            <a:r>
              <a:rPr lang="en-US" sz="1600" dirty="0" err="1">
                <a:solidFill>
                  <a:srgbClr val="00B0F0"/>
                </a:solidFill>
              </a:rPr>
              <a:t>previous_job_tbl</a:t>
            </a:r>
            <a:r>
              <a:rPr lang="en-US" sz="1600" dirty="0">
                <a:solidFill>
                  <a:srgbClr val="00B0F0"/>
                </a:solidFill>
              </a:rPr>
              <a:t>) NESTED TABLE </a:t>
            </a:r>
            <a:r>
              <a:rPr lang="en-US" sz="1600" dirty="0" err="1">
                <a:solidFill>
                  <a:srgbClr val="00B0F0"/>
                </a:solidFill>
              </a:rPr>
              <a:t>past_job</a:t>
            </a:r>
            <a:r>
              <a:rPr lang="en-US" sz="1600" dirty="0">
                <a:solidFill>
                  <a:srgbClr val="00B0F0"/>
                </a:solidFill>
              </a:rPr>
              <a:t> STORE AS </a:t>
            </a:r>
            <a:r>
              <a:rPr lang="en-US" sz="1600" dirty="0" err="1">
                <a:solidFill>
                  <a:srgbClr val="00B0F0"/>
                </a:solidFill>
              </a:rPr>
              <a:t>past_job_tab</a:t>
            </a:r>
            <a:r>
              <a:rPr lang="en-US" sz="1600" dirty="0">
                <a:solidFill>
                  <a:srgbClr val="00B0F0"/>
                </a:solidFill>
              </a:rPr>
              <a:t>;</a:t>
            </a:r>
          </a:p>
          <a:p>
            <a:pPr>
              <a:buNone/>
            </a:pPr>
            <a:endParaRPr lang="en-US" sz="1800" dirty="0">
              <a:latin typeface="Courier New" pitchFamily="49" charset="0"/>
            </a:endParaRPr>
          </a:p>
          <a:p>
            <a:pPr algn="just"/>
            <a:r>
              <a:rPr lang="en-US" sz="1600" dirty="0"/>
              <a:t>Oracle implicitly maintains a table named </a:t>
            </a:r>
            <a:r>
              <a:rPr lang="en-US" sz="1600" dirty="0" err="1"/>
              <a:t>past_job_tab</a:t>
            </a:r>
            <a:r>
              <a:rPr lang="en-US" sz="1600" dirty="0"/>
              <a:t> where all collection elements are stored.</a:t>
            </a:r>
          </a:p>
          <a:p>
            <a:pPr algn="just"/>
            <a:r>
              <a:rPr lang="en-GB" sz="1600" dirty="0"/>
              <a:t>Data pertaining to the Nested table column </a:t>
            </a:r>
            <a:r>
              <a:rPr lang="en-GB" sz="1600" dirty="0" err="1"/>
              <a:t>past_job</a:t>
            </a:r>
            <a:r>
              <a:rPr lang="en-GB" sz="1600" dirty="0"/>
              <a:t> will not be stored inline with the other columns of the table employees. It is stored in a separate location(as an LOB segment) and for each row from employees table(parent row)  a pointer is set by oracle to the corresponding nested rows in </a:t>
            </a:r>
            <a:r>
              <a:rPr lang="en-GB" sz="1600" dirty="0" err="1"/>
              <a:t>past_job_tab</a:t>
            </a:r>
            <a:endParaRPr lang="en-GB" sz="1600" dirty="0"/>
          </a:p>
          <a:p>
            <a:pPr algn="just"/>
            <a:r>
              <a:rPr lang="en-GB" sz="1600" dirty="0"/>
              <a:t>A name must be provided for this separate storage location in the syntax for table creation, </a:t>
            </a:r>
            <a:r>
              <a:rPr lang="en-GB" sz="1600" dirty="0" err="1"/>
              <a:t>eg</a:t>
            </a:r>
            <a:r>
              <a:rPr lang="en-GB" sz="1600" dirty="0"/>
              <a:t>. </a:t>
            </a:r>
            <a:r>
              <a:rPr lang="en-GB" sz="1600" dirty="0" err="1"/>
              <a:t>past_job_tab</a:t>
            </a:r>
            <a:r>
              <a:rPr lang="en-GB" sz="1600" dirty="0"/>
              <a:t> here (storage table)</a:t>
            </a:r>
          </a:p>
          <a:p>
            <a:pPr algn="just"/>
            <a:r>
              <a:rPr lang="en-GB" sz="1600" dirty="0"/>
              <a:t>The storage table does exist in schema and its name is shown when a query is fired on TAB or USER_TABLES but cannot be referred using direct SQL query. Data in it can be referred only through the parent table employees</a:t>
            </a:r>
          </a:p>
          <a:p>
            <a:pPr algn="just">
              <a:buNone/>
            </a:pPr>
            <a:endParaRPr lang="en-US" sz="1800" dirty="0"/>
          </a:p>
          <a:p>
            <a:pPr>
              <a:buNone/>
            </a:pPr>
            <a:endParaRPr lang="en-IN" sz="1100" dirty="0"/>
          </a:p>
          <a:p>
            <a:pPr>
              <a:buNone/>
            </a:pPr>
            <a:endParaRPr lang="en-US" sz="1100" dirty="0">
              <a:solidFill>
                <a:srgbClr val="00B0F0"/>
              </a:solidFill>
            </a:endParaRPr>
          </a:p>
          <a:p>
            <a:pPr>
              <a:lnSpc>
                <a:spcPct val="80000"/>
              </a:lnSpc>
              <a:buNone/>
            </a:pPr>
            <a:endParaRPr lang="en-IN" sz="11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815586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3"/>
          <p:cNvSpPr>
            <a:spLocks noGrp="1"/>
          </p:cNvSpPr>
          <p:nvPr>
            <p:ph type="title"/>
          </p:nvPr>
        </p:nvSpPr>
        <p:spPr>
          <a:xfrm>
            <a:off x="-1" y="98992"/>
            <a:ext cx="8942119" cy="536972"/>
          </a:xfrm>
          <a:noFill/>
        </p:spPr>
        <p:txBody>
          <a:bodyPr>
            <a:normAutofit fontScale="90000"/>
          </a:bodyPr>
          <a:lstStyle/>
          <a:p>
            <a:r>
              <a:rPr lang="en-US" sz="1600" dirty="0">
                <a:latin typeface="Candara"/>
              </a:rPr>
              <a:t>1.5: </a:t>
            </a:r>
            <a:r>
              <a:rPr lang="en-US" sz="1400" dirty="0">
                <a:latin typeface="Candara"/>
              </a:rPr>
              <a:t>Collections 						</a:t>
            </a:r>
            <a:br>
              <a:rPr lang="en-US" sz="1400" dirty="0">
                <a:latin typeface="Candara"/>
              </a:rPr>
            </a:br>
            <a:r>
              <a:rPr lang="en-US" sz="2300" dirty="0"/>
              <a:t>Nested Table type as </a:t>
            </a:r>
            <a:r>
              <a:rPr lang="en-US" sz="2300" dirty="0" err="1"/>
              <a:t>datatype</a:t>
            </a:r>
            <a:r>
              <a:rPr lang="en-US" sz="2300" dirty="0"/>
              <a:t> of a column of a table	…..</a:t>
            </a:r>
            <a:r>
              <a:rPr lang="en-US" sz="2300" dirty="0" err="1"/>
              <a:t>contd</a:t>
            </a:r>
            <a:endParaRPr lang="en-US" sz="2300" b="1" dirty="0">
              <a:latin typeface="Candara"/>
            </a:endParaRPr>
          </a:p>
        </p:txBody>
      </p:sp>
      <p:sp>
        <p:nvSpPr>
          <p:cNvPr id="12292" name="Rectangle 3"/>
          <p:cNvSpPr>
            <a:spLocks noGrp="1" noChangeArrowheads="1"/>
          </p:cNvSpPr>
          <p:nvPr>
            <p:ph idx="1"/>
          </p:nvPr>
        </p:nvSpPr>
        <p:spPr>
          <a:xfrm>
            <a:off x="0" y="855959"/>
            <a:ext cx="9144000" cy="391792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1600" dirty="0">
                <a:solidFill>
                  <a:srgbClr val="00B0F0"/>
                </a:solidFill>
              </a:rPr>
              <a:t>INSERT INTO employees VALUES</a:t>
            </a:r>
          </a:p>
          <a:p>
            <a:pPr>
              <a:buNone/>
            </a:pPr>
            <a:r>
              <a:rPr lang="en-US" sz="1600" dirty="0">
                <a:solidFill>
                  <a:srgbClr val="00B0F0"/>
                </a:solidFill>
              </a:rPr>
              <a:t>(</a:t>
            </a:r>
          </a:p>
          <a:p>
            <a:pPr>
              <a:buNone/>
            </a:pPr>
            <a:r>
              <a:rPr lang="en-US" sz="1600" dirty="0">
                <a:solidFill>
                  <a:srgbClr val="00B0F0"/>
                </a:solidFill>
              </a:rPr>
              <a:t>    '</a:t>
            </a:r>
            <a:r>
              <a:rPr lang="en-US" sz="1600" dirty="0" err="1">
                <a:solidFill>
                  <a:srgbClr val="00B0F0"/>
                </a:solidFill>
              </a:rPr>
              <a:t>Gaurav</a:t>
            </a:r>
            <a:r>
              <a:rPr lang="en-US" sz="1600" dirty="0">
                <a:solidFill>
                  <a:srgbClr val="00B0F0"/>
                </a:solidFill>
              </a:rPr>
              <a:t>',</a:t>
            </a:r>
          </a:p>
          <a:p>
            <a:pPr>
              <a:buNone/>
            </a:pPr>
            <a:r>
              <a:rPr lang="en-US" sz="1600" dirty="0">
                <a:solidFill>
                  <a:srgbClr val="00B0F0"/>
                </a:solidFill>
              </a:rPr>
              <a:t>    </a:t>
            </a:r>
            <a:r>
              <a:rPr lang="en-US" sz="1600" dirty="0" err="1">
                <a:solidFill>
                  <a:srgbClr val="00B0F0"/>
                </a:solidFill>
              </a:rPr>
              <a:t>previous_job_tbl</a:t>
            </a:r>
            <a:endParaRPr lang="en-US" sz="1600" dirty="0">
              <a:solidFill>
                <a:srgbClr val="00B0F0"/>
              </a:solidFill>
            </a:endParaRPr>
          </a:p>
          <a:p>
            <a:pPr>
              <a:buNone/>
            </a:pPr>
            <a:r>
              <a:rPr lang="en-US" sz="1600" dirty="0">
                <a:solidFill>
                  <a:srgbClr val="00B0F0"/>
                </a:solidFill>
              </a:rPr>
              <a:t>    (</a:t>
            </a:r>
          </a:p>
          <a:p>
            <a:pPr>
              <a:buNone/>
            </a:pPr>
            <a:r>
              <a:rPr lang="en-US" sz="1600" dirty="0">
                <a:solidFill>
                  <a:srgbClr val="00B0F0"/>
                </a:solidFill>
              </a:rPr>
              <a:t>        </a:t>
            </a:r>
            <a:r>
              <a:rPr lang="en-US" sz="1600" dirty="0" err="1">
                <a:solidFill>
                  <a:srgbClr val="00B0F0"/>
                </a:solidFill>
              </a:rPr>
              <a:t>previous_job</a:t>
            </a:r>
            <a:r>
              <a:rPr lang="en-US" sz="1600" dirty="0">
                <a:solidFill>
                  <a:srgbClr val="00B0F0"/>
                </a:solidFill>
              </a:rPr>
              <a:t>('</a:t>
            </a:r>
            <a:r>
              <a:rPr lang="en-US" sz="1600" dirty="0" err="1">
                <a:solidFill>
                  <a:srgbClr val="00B0F0"/>
                </a:solidFill>
              </a:rPr>
              <a:t>PromaSoft','Software</a:t>
            </a:r>
            <a:r>
              <a:rPr lang="en-US" sz="1600" dirty="0">
                <a:solidFill>
                  <a:srgbClr val="00B0F0"/>
                </a:solidFill>
              </a:rPr>
              <a:t> Engineer',3),</a:t>
            </a:r>
          </a:p>
          <a:p>
            <a:pPr>
              <a:buNone/>
            </a:pPr>
            <a:r>
              <a:rPr lang="en-US" sz="1600" dirty="0">
                <a:solidFill>
                  <a:srgbClr val="00B0F0"/>
                </a:solidFill>
              </a:rPr>
              <a:t>        </a:t>
            </a:r>
            <a:r>
              <a:rPr lang="en-US" sz="1600" dirty="0" err="1">
                <a:solidFill>
                  <a:srgbClr val="00B0F0"/>
                </a:solidFill>
              </a:rPr>
              <a:t>previous_job</a:t>
            </a:r>
            <a:r>
              <a:rPr lang="en-US" sz="1600" dirty="0">
                <a:solidFill>
                  <a:srgbClr val="00B0F0"/>
                </a:solidFill>
              </a:rPr>
              <a:t>('</a:t>
            </a:r>
            <a:r>
              <a:rPr lang="en-US" sz="1600" dirty="0" err="1">
                <a:solidFill>
                  <a:srgbClr val="00B0F0"/>
                </a:solidFill>
              </a:rPr>
              <a:t>Datapro','System</a:t>
            </a:r>
            <a:r>
              <a:rPr lang="en-US" sz="1600" dirty="0">
                <a:solidFill>
                  <a:srgbClr val="00B0F0"/>
                </a:solidFill>
              </a:rPr>
              <a:t> Analyst',2),</a:t>
            </a:r>
          </a:p>
          <a:p>
            <a:pPr>
              <a:buNone/>
            </a:pPr>
            <a:r>
              <a:rPr lang="en-US" sz="1600" dirty="0">
                <a:solidFill>
                  <a:srgbClr val="00B0F0"/>
                </a:solidFill>
              </a:rPr>
              <a:t>        </a:t>
            </a:r>
            <a:r>
              <a:rPr lang="en-US" sz="1600" dirty="0" err="1">
                <a:solidFill>
                  <a:srgbClr val="00B0F0"/>
                </a:solidFill>
              </a:rPr>
              <a:t>previous_job</a:t>
            </a:r>
            <a:r>
              <a:rPr lang="en-US" sz="1600" dirty="0">
                <a:solidFill>
                  <a:srgbClr val="00B0F0"/>
                </a:solidFill>
              </a:rPr>
              <a:t>('</a:t>
            </a:r>
            <a:r>
              <a:rPr lang="en-US" sz="1600" dirty="0" err="1">
                <a:solidFill>
                  <a:srgbClr val="00B0F0"/>
                </a:solidFill>
              </a:rPr>
              <a:t>SoftTech','Research</a:t>
            </a:r>
            <a:r>
              <a:rPr lang="en-US" sz="1600" dirty="0">
                <a:solidFill>
                  <a:srgbClr val="00B0F0"/>
                </a:solidFill>
              </a:rPr>
              <a:t> fellow',4)</a:t>
            </a:r>
          </a:p>
          <a:p>
            <a:pPr>
              <a:buNone/>
            </a:pPr>
            <a:r>
              <a:rPr lang="en-US" sz="1600" dirty="0">
                <a:solidFill>
                  <a:srgbClr val="00B0F0"/>
                </a:solidFill>
              </a:rPr>
              <a:t>     )</a:t>
            </a:r>
          </a:p>
          <a:p>
            <a:pPr>
              <a:buNone/>
            </a:pPr>
            <a:r>
              <a:rPr lang="en-US" sz="1600" dirty="0">
                <a:solidFill>
                  <a:srgbClr val="00B0F0"/>
                </a:solidFill>
              </a:rPr>
              <a:t>);</a:t>
            </a:r>
          </a:p>
          <a:p>
            <a:pPr>
              <a:buNone/>
            </a:pPr>
            <a:endParaRPr lang="en-US" sz="1600" dirty="0">
              <a:solidFill>
                <a:srgbClr val="00B0F0"/>
              </a:solidFill>
            </a:endParaRPr>
          </a:p>
          <a:p>
            <a:pPr algn="just">
              <a:buNone/>
            </a:pPr>
            <a:r>
              <a:rPr lang="en-US" sz="1600" dirty="0">
                <a:solidFill>
                  <a:srgbClr val="00B0F0"/>
                </a:solidFill>
              </a:rPr>
              <a:t>	SELECT </a:t>
            </a:r>
            <a:r>
              <a:rPr lang="en-US" sz="1600" dirty="0" err="1">
                <a:solidFill>
                  <a:srgbClr val="00B0F0"/>
                </a:solidFill>
              </a:rPr>
              <a:t>a.Org_Name</a:t>
            </a:r>
            <a:r>
              <a:rPr lang="en-US" sz="1600" dirty="0">
                <a:solidFill>
                  <a:srgbClr val="00B0F0"/>
                </a:solidFill>
              </a:rPr>
              <a:t>, </a:t>
            </a:r>
            <a:r>
              <a:rPr lang="en-US" sz="1600" dirty="0" err="1">
                <a:solidFill>
                  <a:srgbClr val="00B0F0"/>
                </a:solidFill>
              </a:rPr>
              <a:t>a.NoOfYears</a:t>
            </a:r>
            <a:r>
              <a:rPr lang="en-US" sz="1600" dirty="0">
                <a:solidFill>
                  <a:srgbClr val="00B0F0"/>
                </a:solidFill>
              </a:rPr>
              <a:t> FROM TABLE (SELECT </a:t>
            </a:r>
            <a:r>
              <a:rPr lang="en-US" sz="1600" dirty="0" err="1">
                <a:solidFill>
                  <a:srgbClr val="00B0F0"/>
                </a:solidFill>
              </a:rPr>
              <a:t>past_job</a:t>
            </a:r>
            <a:r>
              <a:rPr lang="en-US" sz="1600" dirty="0">
                <a:solidFill>
                  <a:srgbClr val="00B0F0"/>
                </a:solidFill>
              </a:rPr>
              <a:t> FROM employees WHERE name='</a:t>
            </a:r>
            <a:r>
              <a:rPr lang="en-US" sz="1600" dirty="0" err="1">
                <a:solidFill>
                  <a:srgbClr val="00B0F0"/>
                </a:solidFill>
              </a:rPr>
              <a:t>Gaurav</a:t>
            </a:r>
            <a:r>
              <a:rPr lang="en-US" sz="1600" dirty="0">
                <a:solidFill>
                  <a:srgbClr val="00B0F0"/>
                </a:solidFill>
              </a:rPr>
              <a:t>') a ;</a:t>
            </a:r>
          </a:p>
          <a:p>
            <a:pPr algn="just">
              <a:buNone/>
            </a:pPr>
            <a:endParaRPr lang="en-US" sz="1800" dirty="0"/>
          </a:p>
          <a:p>
            <a:pPr>
              <a:buNone/>
            </a:pPr>
            <a:endParaRPr lang="en-IN" sz="1100" dirty="0"/>
          </a:p>
          <a:p>
            <a:pPr>
              <a:buNone/>
            </a:pPr>
            <a:endParaRPr lang="en-US" sz="1100" dirty="0">
              <a:solidFill>
                <a:srgbClr val="00B0F0"/>
              </a:solidFill>
            </a:endParaRPr>
          </a:p>
          <a:p>
            <a:pPr>
              <a:lnSpc>
                <a:spcPct val="80000"/>
              </a:lnSpc>
              <a:buNone/>
            </a:pPr>
            <a:endParaRPr lang="en-IN" sz="11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815586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3"/>
          <p:cNvSpPr>
            <a:spLocks noGrp="1"/>
          </p:cNvSpPr>
          <p:nvPr>
            <p:ph type="title"/>
          </p:nvPr>
        </p:nvSpPr>
        <p:spPr>
          <a:xfrm>
            <a:off x="-1" y="98992"/>
            <a:ext cx="8942119" cy="536972"/>
          </a:xfrm>
          <a:noFill/>
        </p:spPr>
        <p:txBody>
          <a:bodyPr>
            <a:normAutofit fontScale="90000"/>
          </a:bodyPr>
          <a:lstStyle/>
          <a:p>
            <a:r>
              <a:rPr lang="en-US" sz="1600" dirty="0">
                <a:latin typeface="Candara"/>
              </a:rPr>
              <a:t>1.5: </a:t>
            </a:r>
            <a:r>
              <a:rPr lang="en-US" sz="1400" dirty="0">
                <a:latin typeface="Candara"/>
              </a:rPr>
              <a:t>Collections 						</a:t>
            </a:r>
            <a:br>
              <a:rPr lang="en-US" sz="1400" dirty="0">
                <a:latin typeface="Candara"/>
              </a:rPr>
            </a:br>
            <a:r>
              <a:rPr lang="en-US" sz="2300" dirty="0"/>
              <a:t>Nested Table type as </a:t>
            </a:r>
            <a:r>
              <a:rPr lang="en-US" sz="2300" dirty="0" err="1"/>
              <a:t>datatype</a:t>
            </a:r>
            <a:r>
              <a:rPr lang="en-US" sz="2300" dirty="0"/>
              <a:t> of a column of a table	…..</a:t>
            </a:r>
            <a:r>
              <a:rPr lang="en-US" sz="2300" dirty="0" err="1"/>
              <a:t>contd</a:t>
            </a:r>
            <a:endParaRPr lang="en-US" sz="2300" b="1" dirty="0">
              <a:latin typeface="Candara"/>
            </a:endParaRPr>
          </a:p>
        </p:txBody>
      </p:sp>
      <p:sp>
        <p:nvSpPr>
          <p:cNvPr id="12292" name="Rectangle 3"/>
          <p:cNvSpPr>
            <a:spLocks noGrp="1" noChangeArrowheads="1"/>
          </p:cNvSpPr>
          <p:nvPr>
            <p:ph idx="1"/>
          </p:nvPr>
        </p:nvSpPr>
        <p:spPr>
          <a:xfrm>
            <a:off x="0" y="855959"/>
            <a:ext cx="9144000" cy="3917922"/>
          </a:xfrm>
        </p:spPr>
        <p:txBody>
          <a:bodyPr>
            <a:noAutofit/>
          </a:bodyPr>
          <a:lstStyle/>
          <a:p>
            <a:pPr>
              <a:buNone/>
            </a:pPr>
            <a:endParaRPr lang="en-US" sz="1800" dirty="0">
              <a:solidFill>
                <a:schemeClr val="tx1"/>
              </a:solidFill>
              <a:latin typeface="Courier New" pitchFamily="49" charset="0"/>
            </a:endParaRPr>
          </a:p>
          <a:p>
            <a:pPr>
              <a:buNone/>
            </a:pPr>
            <a:r>
              <a:rPr lang="en-US" sz="1800" dirty="0">
                <a:solidFill>
                  <a:schemeClr val="tx1"/>
                </a:solidFill>
                <a:latin typeface="Courier New" pitchFamily="49" charset="0"/>
              </a:rPr>
              <a:t>	</a:t>
            </a:r>
            <a:r>
              <a:rPr lang="en-US" sz="1600" dirty="0">
                <a:solidFill>
                  <a:srgbClr val="00B0F0"/>
                </a:solidFill>
              </a:rPr>
              <a:t>UPDATE</a:t>
            </a:r>
          </a:p>
          <a:p>
            <a:pPr>
              <a:buNone/>
            </a:pPr>
            <a:r>
              <a:rPr lang="en-US" sz="1600" dirty="0">
                <a:solidFill>
                  <a:srgbClr val="00B0F0"/>
                </a:solidFill>
              </a:rPr>
              <a:t>	TABLE(SELECT </a:t>
            </a:r>
            <a:r>
              <a:rPr lang="en-US" sz="1600" dirty="0" err="1">
                <a:solidFill>
                  <a:srgbClr val="00B0F0"/>
                </a:solidFill>
              </a:rPr>
              <a:t>past_job</a:t>
            </a:r>
            <a:r>
              <a:rPr lang="en-US" sz="1600" dirty="0">
                <a:solidFill>
                  <a:srgbClr val="00B0F0"/>
                </a:solidFill>
              </a:rPr>
              <a:t> FROM employees WHERE name = '</a:t>
            </a:r>
            <a:r>
              <a:rPr lang="en-US" sz="1600" dirty="0" err="1">
                <a:solidFill>
                  <a:srgbClr val="00B0F0"/>
                </a:solidFill>
              </a:rPr>
              <a:t>Gaurav</a:t>
            </a:r>
            <a:r>
              <a:rPr lang="en-US" sz="1600" dirty="0">
                <a:solidFill>
                  <a:srgbClr val="00B0F0"/>
                </a:solidFill>
              </a:rPr>
              <a:t>')</a:t>
            </a:r>
          </a:p>
          <a:p>
            <a:pPr>
              <a:buNone/>
            </a:pPr>
            <a:r>
              <a:rPr lang="en-US" sz="1600" dirty="0">
                <a:solidFill>
                  <a:srgbClr val="00B0F0"/>
                </a:solidFill>
              </a:rPr>
              <a:t>	SET </a:t>
            </a:r>
            <a:r>
              <a:rPr lang="en-US" sz="1600" dirty="0" err="1">
                <a:solidFill>
                  <a:srgbClr val="00B0F0"/>
                </a:solidFill>
              </a:rPr>
              <a:t>NoOfYears</a:t>
            </a:r>
            <a:r>
              <a:rPr lang="en-US" sz="1600" dirty="0">
                <a:solidFill>
                  <a:srgbClr val="00B0F0"/>
                </a:solidFill>
              </a:rPr>
              <a:t> = 5</a:t>
            </a:r>
          </a:p>
          <a:p>
            <a:pPr>
              <a:buNone/>
            </a:pPr>
            <a:r>
              <a:rPr lang="en-US" sz="1600" dirty="0">
                <a:solidFill>
                  <a:srgbClr val="00B0F0"/>
                </a:solidFill>
              </a:rPr>
              <a:t>	WHERE </a:t>
            </a:r>
            <a:r>
              <a:rPr lang="en-US" sz="1600" dirty="0" err="1">
                <a:solidFill>
                  <a:srgbClr val="00B0F0"/>
                </a:solidFill>
              </a:rPr>
              <a:t>Org_Name</a:t>
            </a:r>
            <a:r>
              <a:rPr lang="en-US" sz="1600" dirty="0">
                <a:solidFill>
                  <a:srgbClr val="00B0F0"/>
                </a:solidFill>
              </a:rPr>
              <a:t>='</a:t>
            </a:r>
            <a:r>
              <a:rPr lang="en-US" sz="1600" dirty="0" err="1">
                <a:solidFill>
                  <a:srgbClr val="00B0F0"/>
                </a:solidFill>
              </a:rPr>
              <a:t>PromaSoft</a:t>
            </a:r>
            <a:r>
              <a:rPr lang="en-US" sz="1600" dirty="0">
                <a:solidFill>
                  <a:srgbClr val="00B0F0"/>
                </a:solidFill>
              </a:rPr>
              <a:t>';</a:t>
            </a:r>
          </a:p>
          <a:p>
            <a:pPr>
              <a:buNone/>
            </a:pPr>
            <a:endParaRPr lang="en-US" sz="1600" dirty="0">
              <a:solidFill>
                <a:srgbClr val="00B0F0"/>
              </a:solidFill>
            </a:endParaRPr>
          </a:p>
          <a:p>
            <a:pPr>
              <a:buNone/>
            </a:pPr>
            <a:r>
              <a:rPr lang="en-US" sz="1600" dirty="0">
                <a:solidFill>
                  <a:srgbClr val="00B0F0"/>
                </a:solidFill>
              </a:rPr>
              <a:t>	DELETE FROM</a:t>
            </a:r>
          </a:p>
          <a:p>
            <a:pPr>
              <a:buNone/>
            </a:pPr>
            <a:r>
              <a:rPr lang="en-US" sz="1600" dirty="0">
                <a:solidFill>
                  <a:srgbClr val="00B0F0"/>
                </a:solidFill>
              </a:rPr>
              <a:t>	TABLE (SELECT </a:t>
            </a:r>
            <a:r>
              <a:rPr lang="en-US" sz="1600" dirty="0" err="1">
                <a:solidFill>
                  <a:srgbClr val="00B0F0"/>
                </a:solidFill>
              </a:rPr>
              <a:t>past_job</a:t>
            </a:r>
            <a:r>
              <a:rPr lang="en-US" sz="1600" dirty="0">
                <a:solidFill>
                  <a:srgbClr val="00B0F0"/>
                </a:solidFill>
              </a:rPr>
              <a:t> FROM employees WHERE name = '</a:t>
            </a:r>
            <a:r>
              <a:rPr lang="en-US" sz="1600" dirty="0" err="1">
                <a:solidFill>
                  <a:srgbClr val="00B0F0"/>
                </a:solidFill>
              </a:rPr>
              <a:t>Gaurav</a:t>
            </a:r>
            <a:r>
              <a:rPr lang="en-US" sz="1600" dirty="0">
                <a:solidFill>
                  <a:srgbClr val="00B0F0"/>
                </a:solidFill>
              </a:rPr>
              <a:t>')</a:t>
            </a:r>
          </a:p>
          <a:p>
            <a:pPr>
              <a:buNone/>
            </a:pPr>
            <a:r>
              <a:rPr lang="en-US" sz="1600" dirty="0">
                <a:solidFill>
                  <a:srgbClr val="00B0F0"/>
                </a:solidFill>
              </a:rPr>
              <a:t>	where </a:t>
            </a:r>
            <a:r>
              <a:rPr lang="en-US" sz="1600" dirty="0" err="1">
                <a:solidFill>
                  <a:srgbClr val="00B0F0"/>
                </a:solidFill>
              </a:rPr>
              <a:t>Org_Name</a:t>
            </a:r>
            <a:r>
              <a:rPr lang="en-US" sz="1600" dirty="0">
                <a:solidFill>
                  <a:srgbClr val="00B0F0"/>
                </a:solidFill>
              </a:rPr>
              <a:t>='</a:t>
            </a:r>
            <a:r>
              <a:rPr lang="en-US" sz="1600" dirty="0" err="1">
                <a:solidFill>
                  <a:srgbClr val="00B0F0"/>
                </a:solidFill>
              </a:rPr>
              <a:t>PromaSoft</a:t>
            </a:r>
            <a:r>
              <a:rPr lang="en-US" sz="1600" dirty="0">
                <a:solidFill>
                  <a:srgbClr val="00B0F0"/>
                </a:solidFill>
              </a:rPr>
              <a:t>';</a:t>
            </a:r>
          </a:p>
          <a:p>
            <a:pPr>
              <a:buNone/>
            </a:pPr>
            <a:endParaRPr lang="en-US" sz="1600" dirty="0">
              <a:solidFill>
                <a:srgbClr val="00B0F0"/>
              </a:solidFill>
            </a:endParaRPr>
          </a:p>
          <a:p>
            <a:pPr>
              <a:buNone/>
            </a:pPr>
            <a:r>
              <a:rPr lang="en-US" sz="1600" dirty="0">
                <a:solidFill>
                  <a:srgbClr val="00B0F0"/>
                </a:solidFill>
              </a:rPr>
              <a:t>	SELECT </a:t>
            </a:r>
            <a:r>
              <a:rPr lang="en-US" sz="1600" dirty="0" err="1">
                <a:solidFill>
                  <a:srgbClr val="00B0F0"/>
                </a:solidFill>
              </a:rPr>
              <a:t>a.Org_Name</a:t>
            </a:r>
            <a:r>
              <a:rPr lang="en-US" sz="1600" dirty="0">
                <a:solidFill>
                  <a:srgbClr val="00B0F0"/>
                </a:solidFill>
              </a:rPr>
              <a:t>, </a:t>
            </a:r>
            <a:r>
              <a:rPr lang="en-US" sz="1600" dirty="0" err="1">
                <a:solidFill>
                  <a:srgbClr val="00B0F0"/>
                </a:solidFill>
              </a:rPr>
              <a:t>a.NoOfYears</a:t>
            </a:r>
            <a:r>
              <a:rPr lang="en-US" sz="1600" dirty="0">
                <a:solidFill>
                  <a:srgbClr val="00B0F0"/>
                </a:solidFill>
              </a:rPr>
              <a:t> FROM</a:t>
            </a:r>
          </a:p>
          <a:p>
            <a:pPr>
              <a:buNone/>
            </a:pPr>
            <a:r>
              <a:rPr lang="en-US" sz="1600" dirty="0">
                <a:solidFill>
                  <a:srgbClr val="00B0F0"/>
                </a:solidFill>
              </a:rPr>
              <a:t>	TABLE (SELECT </a:t>
            </a:r>
            <a:r>
              <a:rPr lang="en-US" sz="1600" dirty="0" err="1">
                <a:solidFill>
                  <a:srgbClr val="00B0F0"/>
                </a:solidFill>
              </a:rPr>
              <a:t>past_job</a:t>
            </a:r>
            <a:r>
              <a:rPr lang="en-US" sz="1600" dirty="0">
                <a:solidFill>
                  <a:srgbClr val="00B0F0"/>
                </a:solidFill>
              </a:rPr>
              <a:t> FROM employees WHERE name='</a:t>
            </a:r>
            <a:r>
              <a:rPr lang="en-US" sz="1600" dirty="0" err="1">
                <a:solidFill>
                  <a:srgbClr val="00B0F0"/>
                </a:solidFill>
              </a:rPr>
              <a:t>Gaurav</a:t>
            </a:r>
            <a:r>
              <a:rPr lang="en-US" sz="1600" dirty="0">
                <a:solidFill>
                  <a:srgbClr val="00B0F0"/>
                </a:solidFill>
              </a:rPr>
              <a:t>') a ;</a:t>
            </a:r>
          </a:p>
          <a:p>
            <a:pPr>
              <a:buNone/>
            </a:pPr>
            <a:endParaRPr lang="en-IN" sz="1100" dirty="0"/>
          </a:p>
          <a:p>
            <a:pPr>
              <a:buNone/>
            </a:pPr>
            <a:endParaRPr lang="en-US" sz="1100" dirty="0">
              <a:solidFill>
                <a:srgbClr val="00B0F0"/>
              </a:solidFill>
            </a:endParaRPr>
          </a:p>
          <a:p>
            <a:pPr>
              <a:lnSpc>
                <a:spcPct val="80000"/>
              </a:lnSpc>
              <a:buNone/>
            </a:pPr>
            <a:endParaRPr lang="en-IN" sz="11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815586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3"/>
          <p:cNvSpPr>
            <a:spLocks noGrp="1"/>
          </p:cNvSpPr>
          <p:nvPr>
            <p:ph type="title"/>
          </p:nvPr>
        </p:nvSpPr>
        <p:spPr>
          <a:xfrm>
            <a:off x="-1" y="98992"/>
            <a:ext cx="8942119" cy="536972"/>
          </a:xfrm>
          <a:noFill/>
        </p:spPr>
        <p:txBody>
          <a:bodyPr>
            <a:normAutofit fontScale="90000"/>
          </a:bodyPr>
          <a:lstStyle/>
          <a:p>
            <a:r>
              <a:rPr lang="en-US" sz="1600" dirty="0">
                <a:latin typeface="Candara"/>
              </a:rPr>
              <a:t>1.5: </a:t>
            </a:r>
            <a:r>
              <a:rPr lang="en-US" sz="1400" dirty="0">
                <a:latin typeface="Candara"/>
              </a:rPr>
              <a:t>Collections 						</a:t>
            </a:r>
            <a:br>
              <a:rPr lang="en-US" sz="1400" dirty="0">
                <a:latin typeface="Candara"/>
              </a:rPr>
            </a:br>
            <a:r>
              <a:rPr lang="en-US" sz="2300" dirty="0"/>
              <a:t>Nested Table type as </a:t>
            </a:r>
            <a:r>
              <a:rPr lang="en-US" sz="2300" dirty="0" err="1"/>
              <a:t>datatype</a:t>
            </a:r>
            <a:r>
              <a:rPr lang="en-US" sz="2300" dirty="0"/>
              <a:t> of a column of a table	…..</a:t>
            </a:r>
            <a:r>
              <a:rPr lang="en-US" sz="2300" dirty="0" err="1"/>
              <a:t>contd</a:t>
            </a:r>
            <a:endParaRPr lang="en-US" sz="2300" b="1" dirty="0">
              <a:latin typeface="Candara"/>
            </a:endParaRPr>
          </a:p>
        </p:txBody>
      </p:sp>
      <p:sp>
        <p:nvSpPr>
          <p:cNvPr id="12292" name="Rectangle 3"/>
          <p:cNvSpPr>
            <a:spLocks noGrp="1" noChangeArrowheads="1"/>
          </p:cNvSpPr>
          <p:nvPr>
            <p:ph idx="1"/>
          </p:nvPr>
        </p:nvSpPr>
        <p:spPr>
          <a:xfrm>
            <a:off x="0" y="855959"/>
            <a:ext cx="9144000" cy="3917922"/>
          </a:xfrm>
        </p:spPr>
        <p:txBody>
          <a:bodyPr>
            <a:noAutofit/>
          </a:bodyPr>
          <a:lstStyle/>
          <a:p>
            <a:endParaRPr lang="en-US" sz="1400" dirty="0">
              <a:solidFill>
                <a:schemeClr val="tx1"/>
              </a:solidFill>
              <a:latin typeface="+mj-lt"/>
            </a:endParaRPr>
          </a:p>
          <a:p>
            <a:pPr algn="just"/>
            <a:r>
              <a:rPr lang="en-US" sz="1400" dirty="0">
                <a:solidFill>
                  <a:schemeClr val="tx1"/>
                </a:solidFill>
                <a:latin typeface="+mj-lt"/>
              </a:rPr>
              <a:t>Example :</a:t>
            </a:r>
            <a:r>
              <a:rPr lang="en-US" sz="1400" dirty="0">
                <a:latin typeface="+mj-lt"/>
              </a:rPr>
              <a:t>First </a:t>
            </a:r>
            <a:r>
              <a:rPr lang="en-US" sz="1400" dirty="0"/>
              <a:t>you may create a user-defined type as an object-type(or </a:t>
            </a:r>
            <a:r>
              <a:rPr lang="en-US" sz="1400" dirty="0" err="1"/>
              <a:t>datatype</a:t>
            </a:r>
            <a:r>
              <a:rPr lang="en-US" sz="1400" dirty="0"/>
              <a:t>) as follows:</a:t>
            </a:r>
          </a:p>
          <a:p>
            <a:pPr>
              <a:buNone/>
            </a:pPr>
            <a:r>
              <a:rPr lang="en-US" sz="1600" dirty="0">
                <a:solidFill>
                  <a:srgbClr val="00B0F0"/>
                </a:solidFill>
              </a:rPr>
              <a:t>create or replace type </a:t>
            </a:r>
            <a:r>
              <a:rPr lang="en-US" sz="1600" dirty="0" err="1">
                <a:solidFill>
                  <a:srgbClr val="00B0F0"/>
                </a:solidFill>
              </a:rPr>
              <a:t>animal_ty</a:t>
            </a:r>
            <a:r>
              <a:rPr lang="en-US" sz="1600" dirty="0">
                <a:solidFill>
                  <a:srgbClr val="00B0F0"/>
                </a:solidFill>
              </a:rPr>
              <a:t> as object</a:t>
            </a:r>
          </a:p>
          <a:p>
            <a:pPr>
              <a:buNone/>
            </a:pPr>
            <a:r>
              <a:rPr lang="en-US" sz="1600" dirty="0">
                <a:solidFill>
                  <a:srgbClr val="00B0F0"/>
                </a:solidFill>
              </a:rPr>
              <a:t>(breed varchar2(25),</a:t>
            </a:r>
          </a:p>
          <a:p>
            <a:pPr>
              <a:buNone/>
            </a:pPr>
            <a:r>
              <a:rPr lang="en-US" sz="1600" dirty="0">
                <a:solidFill>
                  <a:srgbClr val="00B0F0"/>
                </a:solidFill>
              </a:rPr>
              <a:t> name varchar2(25),</a:t>
            </a:r>
          </a:p>
          <a:p>
            <a:pPr>
              <a:buNone/>
            </a:pPr>
            <a:r>
              <a:rPr lang="en-US" sz="1600" dirty="0">
                <a:solidFill>
                  <a:srgbClr val="00B0F0"/>
                </a:solidFill>
              </a:rPr>
              <a:t> </a:t>
            </a:r>
            <a:r>
              <a:rPr lang="en-US" sz="1600" dirty="0" err="1">
                <a:solidFill>
                  <a:srgbClr val="00B0F0"/>
                </a:solidFill>
              </a:rPr>
              <a:t>birthdate</a:t>
            </a:r>
            <a:r>
              <a:rPr lang="en-US" sz="1600" dirty="0">
                <a:solidFill>
                  <a:srgbClr val="00B0F0"/>
                </a:solidFill>
              </a:rPr>
              <a:t> date);</a:t>
            </a:r>
          </a:p>
          <a:p>
            <a:pPr>
              <a:buNone/>
            </a:pPr>
            <a:r>
              <a:rPr lang="en-US" sz="1600" dirty="0">
                <a:solidFill>
                  <a:srgbClr val="00B0F0"/>
                </a:solidFill>
              </a:rPr>
              <a:t>/</a:t>
            </a:r>
          </a:p>
          <a:p>
            <a:pPr>
              <a:buNone/>
            </a:pPr>
            <a:endParaRPr lang="en-US" sz="1600" dirty="0">
              <a:solidFill>
                <a:srgbClr val="00B0F0"/>
              </a:solidFill>
            </a:endParaRPr>
          </a:p>
          <a:p>
            <a:pPr algn="just"/>
            <a:r>
              <a:rPr lang="en-US" sz="1400" dirty="0"/>
              <a:t>Then you create a another type(or </a:t>
            </a:r>
            <a:r>
              <a:rPr lang="en-US" sz="1400" dirty="0" err="1"/>
              <a:t>datatype</a:t>
            </a:r>
            <a:r>
              <a:rPr lang="en-US" sz="1400" dirty="0"/>
              <a:t> or nested-table object type)  with the “as table of” clause from the earlier created object-type :</a:t>
            </a:r>
          </a:p>
          <a:p>
            <a:pPr>
              <a:buNone/>
            </a:pPr>
            <a:r>
              <a:rPr lang="en-US" sz="1600" dirty="0">
                <a:solidFill>
                  <a:srgbClr val="00B0F0"/>
                </a:solidFill>
              </a:rPr>
              <a:t>Create type </a:t>
            </a:r>
            <a:r>
              <a:rPr lang="en-US" sz="1600" dirty="0" err="1">
                <a:solidFill>
                  <a:srgbClr val="00B0F0"/>
                </a:solidFill>
              </a:rPr>
              <a:t>animal_nt</a:t>
            </a:r>
            <a:r>
              <a:rPr lang="en-US" sz="1600" dirty="0">
                <a:solidFill>
                  <a:srgbClr val="00B0F0"/>
                </a:solidFill>
              </a:rPr>
              <a:t> as table of </a:t>
            </a:r>
            <a:r>
              <a:rPr lang="en-US" sz="1600" dirty="0" err="1">
                <a:solidFill>
                  <a:srgbClr val="00B0F0"/>
                </a:solidFill>
              </a:rPr>
              <a:t>animal_ty</a:t>
            </a:r>
            <a:r>
              <a:rPr lang="en-US" sz="1600" dirty="0">
                <a:solidFill>
                  <a:srgbClr val="00B0F0"/>
                </a:solidFill>
              </a:rPr>
              <a:t>;</a:t>
            </a:r>
          </a:p>
          <a:p>
            <a:pPr>
              <a:buNone/>
            </a:pPr>
            <a:r>
              <a:rPr lang="en-US" sz="1600" dirty="0">
                <a:solidFill>
                  <a:srgbClr val="00B0F0"/>
                </a:solidFill>
              </a:rPr>
              <a:t>/</a:t>
            </a:r>
            <a:endParaRPr lang="en-IN" sz="1600" dirty="0"/>
          </a:p>
          <a:p>
            <a:pPr>
              <a:buNone/>
            </a:pPr>
            <a:endParaRPr lang="en-US" sz="1100" dirty="0">
              <a:solidFill>
                <a:srgbClr val="00B0F0"/>
              </a:solidFill>
            </a:endParaRPr>
          </a:p>
          <a:p>
            <a:pPr>
              <a:lnSpc>
                <a:spcPct val="80000"/>
              </a:lnSpc>
              <a:buNone/>
            </a:pPr>
            <a:endParaRPr lang="en-IN" sz="11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815586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3"/>
          <p:cNvSpPr>
            <a:spLocks noGrp="1"/>
          </p:cNvSpPr>
          <p:nvPr>
            <p:ph type="title"/>
          </p:nvPr>
        </p:nvSpPr>
        <p:spPr>
          <a:xfrm>
            <a:off x="-1" y="98992"/>
            <a:ext cx="8942119" cy="536972"/>
          </a:xfrm>
          <a:noFill/>
        </p:spPr>
        <p:txBody>
          <a:bodyPr>
            <a:normAutofit fontScale="90000"/>
          </a:bodyPr>
          <a:lstStyle/>
          <a:p>
            <a:r>
              <a:rPr lang="en-US" sz="1600" dirty="0">
                <a:latin typeface="Candara"/>
              </a:rPr>
              <a:t>1.5: </a:t>
            </a:r>
            <a:r>
              <a:rPr lang="en-US" sz="1400" dirty="0">
                <a:latin typeface="Candara"/>
              </a:rPr>
              <a:t>Collections 						</a:t>
            </a:r>
            <a:br>
              <a:rPr lang="en-US" sz="1400" dirty="0">
                <a:latin typeface="Candara"/>
              </a:rPr>
            </a:br>
            <a:r>
              <a:rPr lang="en-US" sz="2300" dirty="0"/>
              <a:t>Nested Table type as </a:t>
            </a:r>
            <a:r>
              <a:rPr lang="en-US" sz="2300" dirty="0" err="1"/>
              <a:t>datatype</a:t>
            </a:r>
            <a:r>
              <a:rPr lang="en-US" sz="2300" dirty="0"/>
              <a:t> of a column of a table	…..</a:t>
            </a:r>
            <a:r>
              <a:rPr lang="en-US" sz="2300" dirty="0" err="1"/>
              <a:t>contd</a:t>
            </a:r>
            <a:endParaRPr lang="en-US" sz="2300" b="1" dirty="0">
              <a:latin typeface="Candara"/>
            </a:endParaRPr>
          </a:p>
        </p:txBody>
      </p:sp>
      <p:sp>
        <p:nvSpPr>
          <p:cNvPr id="12292" name="Rectangle 3"/>
          <p:cNvSpPr>
            <a:spLocks noGrp="1" noChangeArrowheads="1"/>
          </p:cNvSpPr>
          <p:nvPr>
            <p:ph idx="1"/>
          </p:nvPr>
        </p:nvSpPr>
        <p:spPr>
          <a:xfrm>
            <a:off x="0" y="855959"/>
            <a:ext cx="9144000" cy="3917922"/>
          </a:xfrm>
        </p:spPr>
        <p:txBody>
          <a:bodyPr>
            <a:noAutofit/>
          </a:bodyPr>
          <a:lstStyle/>
          <a:p>
            <a:r>
              <a:rPr lang="en-US" sz="1400" dirty="0"/>
              <a:t>Next, create the nested table as follows :</a:t>
            </a:r>
          </a:p>
          <a:p>
            <a:pPr>
              <a:buNone/>
            </a:pPr>
            <a:r>
              <a:rPr lang="en-US" sz="1600" dirty="0">
                <a:solidFill>
                  <a:srgbClr val="00B0F0"/>
                </a:solidFill>
              </a:rPr>
              <a:t>Create table breeder</a:t>
            </a:r>
          </a:p>
          <a:p>
            <a:pPr>
              <a:buNone/>
            </a:pPr>
            <a:r>
              <a:rPr lang="en-US" sz="1600" dirty="0">
                <a:solidFill>
                  <a:srgbClr val="00B0F0"/>
                </a:solidFill>
              </a:rPr>
              <a:t>(</a:t>
            </a:r>
            <a:r>
              <a:rPr lang="en-US" sz="1600" dirty="0" err="1">
                <a:solidFill>
                  <a:srgbClr val="00B0F0"/>
                </a:solidFill>
              </a:rPr>
              <a:t>breedername</a:t>
            </a:r>
            <a:r>
              <a:rPr lang="en-US" sz="1600" dirty="0">
                <a:solidFill>
                  <a:srgbClr val="00B0F0"/>
                </a:solidFill>
              </a:rPr>
              <a:t> varchar2(25),</a:t>
            </a:r>
          </a:p>
          <a:p>
            <a:pPr>
              <a:buNone/>
            </a:pPr>
            <a:r>
              <a:rPr lang="en-US" sz="1600" dirty="0">
                <a:solidFill>
                  <a:srgbClr val="00B0F0"/>
                </a:solidFill>
              </a:rPr>
              <a:t>animals </a:t>
            </a:r>
            <a:r>
              <a:rPr lang="en-US" sz="1600" dirty="0" err="1">
                <a:solidFill>
                  <a:srgbClr val="00B0F0"/>
                </a:solidFill>
              </a:rPr>
              <a:t>animal_nt</a:t>
            </a:r>
            <a:r>
              <a:rPr lang="en-US" sz="1600" dirty="0">
                <a:solidFill>
                  <a:srgbClr val="00B0F0"/>
                </a:solidFill>
              </a:rPr>
              <a:t>)</a:t>
            </a:r>
          </a:p>
          <a:p>
            <a:pPr>
              <a:buNone/>
            </a:pPr>
            <a:r>
              <a:rPr lang="en-US" sz="1600" dirty="0">
                <a:solidFill>
                  <a:srgbClr val="00B0F0"/>
                </a:solidFill>
              </a:rPr>
              <a:t>nested table animals store as </a:t>
            </a:r>
            <a:r>
              <a:rPr lang="en-US" sz="1600" dirty="0" err="1">
                <a:solidFill>
                  <a:srgbClr val="00B0F0"/>
                </a:solidFill>
              </a:rPr>
              <a:t>animals_nt_tab</a:t>
            </a:r>
            <a:r>
              <a:rPr lang="en-US" sz="1600" dirty="0">
                <a:solidFill>
                  <a:srgbClr val="00B0F0"/>
                </a:solidFill>
              </a:rPr>
              <a:t>;</a:t>
            </a:r>
          </a:p>
          <a:p>
            <a:pPr>
              <a:buNone/>
            </a:pPr>
            <a:r>
              <a:rPr lang="en-US" sz="2400" dirty="0"/>
              <a:t> </a:t>
            </a:r>
            <a:endParaRPr lang="en-US" sz="1400" dirty="0"/>
          </a:p>
          <a:p>
            <a:pPr algn="just"/>
            <a:r>
              <a:rPr lang="en-US" sz="1400" dirty="0"/>
              <a:t>The 1</a:t>
            </a:r>
            <a:r>
              <a:rPr lang="en-US" sz="1400" baseline="30000" dirty="0"/>
              <a:t>st</a:t>
            </a:r>
            <a:r>
              <a:rPr lang="en-US" sz="1400" dirty="0"/>
              <a:t> column is the </a:t>
            </a:r>
            <a:r>
              <a:rPr lang="en-US" sz="1400" dirty="0" err="1"/>
              <a:t>Breedername</a:t>
            </a:r>
            <a:r>
              <a:rPr lang="en-US" sz="1400" dirty="0"/>
              <a:t> column. The 2</a:t>
            </a:r>
            <a:r>
              <a:rPr lang="en-US" sz="1400" baseline="30000" dirty="0"/>
              <a:t>nd</a:t>
            </a:r>
            <a:r>
              <a:rPr lang="en-US" sz="1400" dirty="0"/>
              <a:t> column is animals, whose data-type is the nested table object type “</a:t>
            </a:r>
            <a:r>
              <a:rPr lang="en-US" sz="1400" dirty="0" err="1"/>
              <a:t>animal_nt</a:t>
            </a:r>
            <a:r>
              <a:rPr lang="en-US" sz="1400" dirty="0"/>
              <a:t>”</a:t>
            </a:r>
          </a:p>
          <a:p>
            <a:pPr>
              <a:buNone/>
            </a:pPr>
            <a:r>
              <a:rPr lang="en-US" sz="1400" dirty="0"/>
              <a:t>	</a:t>
            </a:r>
          </a:p>
          <a:p>
            <a:pPr algn="just"/>
            <a:r>
              <a:rPr lang="en-US" sz="1400" dirty="0"/>
              <a:t>The data of the nested table is not stored inline with the rest of the data of the main table. The data in the “animals”  column will be stored in a table(</a:t>
            </a:r>
            <a:r>
              <a:rPr lang="en-US" sz="1400" dirty="0" err="1"/>
              <a:t>animals_nt_tab</a:t>
            </a:r>
            <a:r>
              <a:rPr lang="en-US" sz="1400" dirty="0"/>
              <a:t>), and the data in the “</a:t>
            </a:r>
            <a:r>
              <a:rPr lang="en-US" sz="1400" dirty="0" err="1"/>
              <a:t>Breedername</a:t>
            </a:r>
            <a:r>
              <a:rPr lang="en-US" sz="1400" dirty="0"/>
              <a:t>” column will be stored in the main table(breeder). Pointers are maintained by oracle between the two tables.</a:t>
            </a:r>
          </a:p>
          <a:p>
            <a:pPr>
              <a:buNone/>
            </a:pPr>
            <a:endParaRPr lang="en-US" sz="1400" dirty="0">
              <a:solidFill>
                <a:srgbClr val="00B0F0"/>
              </a:solidFill>
            </a:endParaRPr>
          </a:p>
          <a:p>
            <a:pPr>
              <a:lnSpc>
                <a:spcPct val="80000"/>
              </a:lnSpc>
              <a:buNone/>
            </a:pPr>
            <a:endParaRPr lang="en-IN" sz="14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815586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3"/>
          <p:cNvSpPr>
            <a:spLocks noGrp="1"/>
          </p:cNvSpPr>
          <p:nvPr>
            <p:ph type="title"/>
          </p:nvPr>
        </p:nvSpPr>
        <p:spPr>
          <a:xfrm>
            <a:off x="-1" y="98992"/>
            <a:ext cx="8942119" cy="536972"/>
          </a:xfrm>
          <a:noFill/>
        </p:spPr>
        <p:txBody>
          <a:bodyPr>
            <a:normAutofit fontScale="90000"/>
          </a:bodyPr>
          <a:lstStyle/>
          <a:p>
            <a:r>
              <a:rPr lang="en-US" sz="1600" dirty="0">
                <a:latin typeface="Candara"/>
              </a:rPr>
              <a:t>1.5: </a:t>
            </a:r>
            <a:r>
              <a:rPr lang="en-US" sz="1400" dirty="0">
                <a:latin typeface="Candara"/>
              </a:rPr>
              <a:t>Collections 						</a:t>
            </a:r>
            <a:br>
              <a:rPr lang="en-US" sz="1400" dirty="0">
                <a:latin typeface="Candara"/>
              </a:rPr>
            </a:br>
            <a:r>
              <a:rPr lang="en-US" sz="2300" dirty="0"/>
              <a:t>Nested Table type as </a:t>
            </a:r>
            <a:r>
              <a:rPr lang="en-US" sz="2300" dirty="0" err="1"/>
              <a:t>datatype</a:t>
            </a:r>
            <a:r>
              <a:rPr lang="en-US" sz="2300" dirty="0"/>
              <a:t> of a column of a table	…..</a:t>
            </a:r>
            <a:r>
              <a:rPr lang="en-US" sz="2300" dirty="0" err="1"/>
              <a:t>contd</a:t>
            </a:r>
            <a:endParaRPr lang="en-US" sz="2300" b="1" dirty="0">
              <a:latin typeface="Candara"/>
            </a:endParaRPr>
          </a:p>
        </p:txBody>
      </p:sp>
      <p:sp>
        <p:nvSpPr>
          <p:cNvPr id="12292" name="Rectangle 3"/>
          <p:cNvSpPr>
            <a:spLocks noGrp="1" noChangeArrowheads="1"/>
          </p:cNvSpPr>
          <p:nvPr>
            <p:ph idx="1"/>
          </p:nvPr>
        </p:nvSpPr>
        <p:spPr>
          <a:xfrm>
            <a:off x="0" y="855959"/>
            <a:ext cx="9144000" cy="3917922"/>
          </a:xfrm>
        </p:spPr>
        <p:txBody>
          <a:bodyPr>
            <a:noAutofit/>
          </a:bodyPr>
          <a:lstStyle/>
          <a:p>
            <a:r>
              <a:rPr lang="en-US" sz="1400" dirty="0"/>
              <a:t>Inserting records in the Breeder table</a:t>
            </a:r>
          </a:p>
          <a:p>
            <a:pPr>
              <a:buNone/>
            </a:pPr>
            <a:r>
              <a:rPr lang="en-US" sz="1600" dirty="0">
                <a:solidFill>
                  <a:srgbClr val="00B0F0"/>
                </a:solidFill>
              </a:rPr>
              <a:t>Insert into breeder values</a:t>
            </a:r>
          </a:p>
          <a:p>
            <a:pPr>
              <a:buNone/>
            </a:pPr>
            <a:r>
              <a:rPr lang="en-US" sz="1600" dirty="0">
                <a:solidFill>
                  <a:srgbClr val="00B0F0"/>
                </a:solidFill>
              </a:rPr>
              <a:t>('Hemant', </a:t>
            </a:r>
            <a:r>
              <a:rPr lang="en-US" sz="1600" dirty="0" err="1">
                <a:solidFill>
                  <a:srgbClr val="00B0F0"/>
                </a:solidFill>
              </a:rPr>
              <a:t>animal_nt</a:t>
            </a:r>
            <a:r>
              <a:rPr lang="en-US" sz="1600" dirty="0">
                <a:solidFill>
                  <a:srgbClr val="00B0F0"/>
                </a:solidFill>
              </a:rPr>
              <a:t>(</a:t>
            </a:r>
            <a:r>
              <a:rPr lang="en-US" sz="1600" dirty="0" err="1">
                <a:solidFill>
                  <a:srgbClr val="00B0F0"/>
                </a:solidFill>
              </a:rPr>
              <a:t>animal_ty</a:t>
            </a:r>
            <a:r>
              <a:rPr lang="en-US" sz="1600" dirty="0">
                <a:solidFill>
                  <a:srgbClr val="00B0F0"/>
                </a:solidFill>
              </a:rPr>
              <a:t>('Dog', '</a:t>
            </a:r>
            <a:r>
              <a:rPr lang="en-US" sz="1600" dirty="0" err="1">
                <a:solidFill>
                  <a:srgbClr val="00B0F0"/>
                </a:solidFill>
              </a:rPr>
              <a:t>Tomy</a:t>
            </a:r>
            <a:r>
              <a:rPr lang="en-US" sz="1600" dirty="0">
                <a:solidFill>
                  <a:srgbClr val="00B0F0"/>
                </a:solidFill>
              </a:rPr>
              <a:t>', '31-Dec-2005'),</a:t>
            </a:r>
          </a:p>
          <a:p>
            <a:pPr>
              <a:buNone/>
            </a:pPr>
            <a:r>
              <a:rPr lang="en-US" sz="1600" dirty="0">
                <a:solidFill>
                  <a:srgbClr val="00B0F0"/>
                </a:solidFill>
              </a:rPr>
              <a:t>    </a:t>
            </a:r>
            <a:r>
              <a:rPr lang="en-US" sz="1600" dirty="0" err="1">
                <a:solidFill>
                  <a:srgbClr val="00B0F0"/>
                </a:solidFill>
              </a:rPr>
              <a:t>animal_ty</a:t>
            </a:r>
            <a:r>
              <a:rPr lang="en-US" sz="1600" dirty="0">
                <a:solidFill>
                  <a:srgbClr val="00B0F0"/>
                </a:solidFill>
              </a:rPr>
              <a:t>('Horse', '</a:t>
            </a:r>
            <a:r>
              <a:rPr lang="en-US" sz="1600" dirty="0" err="1">
                <a:solidFill>
                  <a:srgbClr val="00B0F0"/>
                </a:solidFill>
              </a:rPr>
              <a:t>Chetak</a:t>
            </a:r>
            <a:r>
              <a:rPr lang="en-US" sz="1600" dirty="0">
                <a:solidFill>
                  <a:srgbClr val="00B0F0"/>
                </a:solidFill>
              </a:rPr>
              <a:t>', '31-Dec-2005'),</a:t>
            </a:r>
          </a:p>
          <a:p>
            <a:pPr>
              <a:buNone/>
            </a:pPr>
            <a:r>
              <a:rPr lang="en-US" sz="1600" dirty="0">
                <a:solidFill>
                  <a:srgbClr val="00B0F0"/>
                </a:solidFill>
              </a:rPr>
              <a:t>    </a:t>
            </a:r>
            <a:r>
              <a:rPr lang="en-US" sz="1600" dirty="0" err="1">
                <a:solidFill>
                  <a:srgbClr val="00B0F0"/>
                </a:solidFill>
              </a:rPr>
              <a:t>animal_ty</a:t>
            </a:r>
            <a:r>
              <a:rPr lang="en-US" sz="1600" dirty="0">
                <a:solidFill>
                  <a:srgbClr val="00B0F0"/>
                </a:solidFill>
              </a:rPr>
              <a:t>('Kitten', '</a:t>
            </a:r>
            <a:r>
              <a:rPr lang="en-US" sz="1600" dirty="0" err="1">
                <a:solidFill>
                  <a:srgbClr val="00B0F0"/>
                </a:solidFill>
              </a:rPr>
              <a:t>Meo</a:t>
            </a:r>
            <a:r>
              <a:rPr lang="en-US" sz="1600" dirty="0">
                <a:solidFill>
                  <a:srgbClr val="00B0F0"/>
                </a:solidFill>
              </a:rPr>
              <a:t>', '31-Dec-2005')</a:t>
            </a:r>
          </a:p>
          <a:p>
            <a:pPr>
              <a:buNone/>
            </a:pPr>
            <a:r>
              <a:rPr lang="en-US" sz="1600" dirty="0">
                <a:solidFill>
                  <a:srgbClr val="00B0F0"/>
                </a:solidFill>
              </a:rPr>
              <a:t>    )</a:t>
            </a:r>
          </a:p>
          <a:p>
            <a:pPr>
              <a:buNone/>
            </a:pPr>
            <a:r>
              <a:rPr lang="en-US" sz="1600" dirty="0">
                <a:solidFill>
                  <a:srgbClr val="00B0F0"/>
                </a:solidFill>
              </a:rPr>
              <a:t>)</a:t>
            </a:r>
          </a:p>
          <a:p>
            <a:pPr>
              <a:buNone/>
            </a:pPr>
            <a:r>
              <a:rPr lang="en-US" sz="1600" dirty="0">
                <a:solidFill>
                  <a:srgbClr val="00B0F0"/>
                </a:solidFill>
              </a:rPr>
              <a:t>/</a:t>
            </a:r>
          </a:p>
          <a:p>
            <a:pPr>
              <a:buNone/>
            </a:pPr>
            <a:r>
              <a:rPr lang="en-US" sz="1600" dirty="0">
                <a:solidFill>
                  <a:srgbClr val="00B0F0"/>
                </a:solidFill>
              </a:rPr>
              <a:t>Insert into breeder values</a:t>
            </a:r>
          </a:p>
          <a:p>
            <a:pPr>
              <a:buNone/>
            </a:pPr>
            <a:r>
              <a:rPr lang="en-US" sz="1600" dirty="0">
                <a:solidFill>
                  <a:srgbClr val="00B0F0"/>
                </a:solidFill>
              </a:rPr>
              <a:t>('Saloni', </a:t>
            </a:r>
            <a:r>
              <a:rPr lang="en-US" sz="1600" dirty="0" err="1">
                <a:solidFill>
                  <a:srgbClr val="00B0F0"/>
                </a:solidFill>
              </a:rPr>
              <a:t>animal_nt</a:t>
            </a:r>
            <a:r>
              <a:rPr lang="en-US" sz="1600" dirty="0">
                <a:solidFill>
                  <a:srgbClr val="00B0F0"/>
                </a:solidFill>
              </a:rPr>
              <a:t>(</a:t>
            </a:r>
            <a:r>
              <a:rPr lang="en-US" sz="1600" dirty="0" err="1">
                <a:solidFill>
                  <a:srgbClr val="00B0F0"/>
                </a:solidFill>
              </a:rPr>
              <a:t>animal_ty</a:t>
            </a:r>
            <a:r>
              <a:rPr lang="en-US" sz="1600" dirty="0">
                <a:solidFill>
                  <a:srgbClr val="00B0F0"/>
                </a:solidFill>
              </a:rPr>
              <a:t>('Rabbit', '</a:t>
            </a:r>
            <a:r>
              <a:rPr lang="en-US" sz="1600" dirty="0" err="1">
                <a:solidFill>
                  <a:srgbClr val="00B0F0"/>
                </a:solidFill>
              </a:rPr>
              <a:t>Buny</a:t>
            </a:r>
            <a:r>
              <a:rPr lang="en-US" sz="1600" dirty="0">
                <a:solidFill>
                  <a:srgbClr val="00B0F0"/>
                </a:solidFill>
              </a:rPr>
              <a:t>', '03-Dec-2015'),</a:t>
            </a:r>
          </a:p>
          <a:p>
            <a:pPr>
              <a:buNone/>
            </a:pPr>
            <a:r>
              <a:rPr lang="en-US" sz="1600" dirty="0">
                <a:solidFill>
                  <a:srgbClr val="00B0F0"/>
                </a:solidFill>
              </a:rPr>
              <a:t>    </a:t>
            </a:r>
            <a:r>
              <a:rPr lang="en-US" sz="1600" dirty="0" err="1">
                <a:solidFill>
                  <a:srgbClr val="00B0F0"/>
                </a:solidFill>
              </a:rPr>
              <a:t>animal_ty</a:t>
            </a:r>
            <a:r>
              <a:rPr lang="en-US" sz="1600" dirty="0">
                <a:solidFill>
                  <a:srgbClr val="00B0F0"/>
                </a:solidFill>
              </a:rPr>
              <a:t>('Sheep', 'Mary', '31-Jul-2005'),</a:t>
            </a:r>
          </a:p>
          <a:p>
            <a:pPr>
              <a:buNone/>
            </a:pPr>
            <a:r>
              <a:rPr lang="en-US" sz="1600" dirty="0">
                <a:solidFill>
                  <a:srgbClr val="00B0F0"/>
                </a:solidFill>
              </a:rPr>
              <a:t>    </a:t>
            </a:r>
            <a:r>
              <a:rPr lang="en-US" sz="1600" dirty="0" err="1">
                <a:solidFill>
                  <a:srgbClr val="00B0F0"/>
                </a:solidFill>
              </a:rPr>
              <a:t>animal_ty</a:t>
            </a:r>
            <a:r>
              <a:rPr lang="en-US" sz="1600" dirty="0">
                <a:solidFill>
                  <a:srgbClr val="00B0F0"/>
                </a:solidFill>
              </a:rPr>
              <a:t>('Horse', 'Blackie', '30-Jun-2008')</a:t>
            </a:r>
          </a:p>
          <a:p>
            <a:pPr>
              <a:buNone/>
            </a:pPr>
            <a:r>
              <a:rPr lang="en-US" sz="1600" dirty="0">
                <a:solidFill>
                  <a:srgbClr val="00B0F0"/>
                </a:solidFill>
              </a:rPr>
              <a:t>    )</a:t>
            </a:r>
          </a:p>
          <a:p>
            <a:pPr>
              <a:buNone/>
            </a:pPr>
            <a:r>
              <a:rPr lang="en-US" sz="1600" dirty="0">
                <a:solidFill>
                  <a:srgbClr val="00B0F0"/>
                </a:solidFill>
              </a:rPr>
              <a:t>)</a:t>
            </a:r>
          </a:p>
          <a:p>
            <a:pPr>
              <a:buNone/>
            </a:pPr>
            <a:r>
              <a:rPr lang="en-US" sz="1600" dirty="0">
                <a:solidFill>
                  <a:srgbClr val="00B0F0"/>
                </a:solidFill>
              </a:rPr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111815586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3"/>
          <p:cNvSpPr>
            <a:spLocks noGrp="1"/>
          </p:cNvSpPr>
          <p:nvPr>
            <p:ph type="title"/>
          </p:nvPr>
        </p:nvSpPr>
        <p:spPr>
          <a:xfrm>
            <a:off x="-1" y="98992"/>
            <a:ext cx="8942119" cy="536972"/>
          </a:xfrm>
          <a:noFill/>
        </p:spPr>
        <p:txBody>
          <a:bodyPr>
            <a:normAutofit fontScale="90000"/>
          </a:bodyPr>
          <a:lstStyle/>
          <a:p>
            <a:r>
              <a:rPr lang="en-US" sz="1600" dirty="0">
                <a:latin typeface="Candara"/>
              </a:rPr>
              <a:t>1.5: </a:t>
            </a:r>
            <a:r>
              <a:rPr lang="en-US" sz="1400" dirty="0">
                <a:latin typeface="Candara"/>
              </a:rPr>
              <a:t>Collections 						</a:t>
            </a:r>
            <a:br>
              <a:rPr lang="en-US" sz="1400" dirty="0">
                <a:latin typeface="Candara"/>
              </a:rPr>
            </a:br>
            <a:r>
              <a:rPr lang="en-US" sz="2300" dirty="0"/>
              <a:t>Nested Table type as </a:t>
            </a:r>
            <a:r>
              <a:rPr lang="en-US" sz="2300" dirty="0" err="1"/>
              <a:t>datatype</a:t>
            </a:r>
            <a:r>
              <a:rPr lang="en-US" sz="2300" dirty="0"/>
              <a:t> of a column of a table	…..</a:t>
            </a:r>
            <a:r>
              <a:rPr lang="en-US" sz="2300" dirty="0" err="1"/>
              <a:t>contd</a:t>
            </a:r>
            <a:endParaRPr lang="en-US" sz="2300" b="1" dirty="0">
              <a:latin typeface="Candara"/>
            </a:endParaRPr>
          </a:p>
        </p:txBody>
      </p:sp>
      <p:sp>
        <p:nvSpPr>
          <p:cNvPr id="12292" name="Rectangle 3"/>
          <p:cNvSpPr>
            <a:spLocks noGrp="1" noChangeArrowheads="1"/>
          </p:cNvSpPr>
          <p:nvPr>
            <p:ph idx="1"/>
          </p:nvPr>
        </p:nvSpPr>
        <p:spPr>
          <a:xfrm>
            <a:off x="0" y="855959"/>
            <a:ext cx="9144000" cy="3917922"/>
          </a:xfrm>
        </p:spPr>
        <p:txBody>
          <a:bodyPr>
            <a:noAutofit/>
          </a:bodyPr>
          <a:lstStyle/>
          <a:p>
            <a:r>
              <a:rPr lang="en-US" sz="1600" dirty="0">
                <a:solidFill>
                  <a:schemeClr val="tx1"/>
                </a:solidFill>
              </a:rPr>
              <a:t>To query the main table breeder</a:t>
            </a:r>
          </a:p>
          <a:p>
            <a:pPr>
              <a:buNone/>
            </a:pPr>
            <a:r>
              <a:rPr lang="en-US" sz="1600" dirty="0">
                <a:solidFill>
                  <a:srgbClr val="00B0F0"/>
                </a:solidFill>
              </a:rPr>
              <a:t>Select * from breeder;</a:t>
            </a:r>
          </a:p>
          <a:p>
            <a:pPr>
              <a:buNone/>
            </a:pPr>
            <a:endParaRPr lang="en-US" sz="1600" dirty="0">
              <a:solidFill>
                <a:srgbClr val="00B0F0"/>
              </a:solidFill>
            </a:endParaRPr>
          </a:p>
          <a:p>
            <a:r>
              <a:rPr lang="en-US" sz="1600" dirty="0"/>
              <a:t>Cannot reference nested table column’s storage table.</a:t>
            </a:r>
          </a:p>
          <a:p>
            <a:pPr>
              <a:buNone/>
            </a:pPr>
            <a:r>
              <a:rPr lang="en-US" sz="1600" dirty="0">
                <a:solidFill>
                  <a:srgbClr val="00B0F0"/>
                </a:solidFill>
              </a:rPr>
              <a:t>select * from </a:t>
            </a:r>
            <a:r>
              <a:rPr lang="en-US" sz="1600" dirty="0" err="1">
                <a:solidFill>
                  <a:srgbClr val="00B0F0"/>
                </a:solidFill>
              </a:rPr>
              <a:t>animals_nt_tab</a:t>
            </a:r>
            <a:r>
              <a:rPr lang="en-US" sz="1600" dirty="0">
                <a:solidFill>
                  <a:srgbClr val="00B0F0"/>
                </a:solidFill>
              </a:rPr>
              <a:t>;</a:t>
            </a:r>
          </a:p>
          <a:p>
            <a:pPr>
              <a:buNone/>
            </a:pPr>
            <a:r>
              <a:rPr lang="en-US" sz="1600" dirty="0">
                <a:solidFill>
                  <a:schemeClr val="tx1"/>
                </a:solidFill>
              </a:rPr>
              <a:t>or</a:t>
            </a:r>
          </a:p>
          <a:p>
            <a:pPr>
              <a:buNone/>
            </a:pPr>
            <a:r>
              <a:rPr lang="en-US" sz="1600" dirty="0">
                <a:solidFill>
                  <a:srgbClr val="00B0F0"/>
                </a:solidFill>
              </a:rPr>
              <a:t>select </a:t>
            </a:r>
            <a:r>
              <a:rPr lang="en-US" sz="1600" dirty="0" err="1">
                <a:solidFill>
                  <a:srgbClr val="00B0F0"/>
                </a:solidFill>
              </a:rPr>
              <a:t>birthdate</a:t>
            </a:r>
            <a:r>
              <a:rPr lang="en-US" sz="1600" dirty="0">
                <a:solidFill>
                  <a:srgbClr val="00B0F0"/>
                </a:solidFill>
              </a:rPr>
              <a:t> from </a:t>
            </a:r>
            <a:r>
              <a:rPr lang="en-US" sz="1600" dirty="0" err="1">
                <a:solidFill>
                  <a:srgbClr val="00B0F0"/>
                </a:solidFill>
              </a:rPr>
              <a:t>animal_nt</a:t>
            </a:r>
            <a:r>
              <a:rPr lang="en-US" sz="1600" dirty="0">
                <a:solidFill>
                  <a:srgbClr val="00B0F0"/>
                </a:solidFill>
              </a:rPr>
              <a:t>;</a:t>
            </a:r>
          </a:p>
          <a:p>
            <a:pPr>
              <a:buNone/>
            </a:pPr>
            <a:endParaRPr lang="en-US" sz="1600" dirty="0">
              <a:solidFill>
                <a:srgbClr val="00B0F0"/>
              </a:solidFill>
            </a:endParaRPr>
          </a:p>
          <a:p>
            <a:r>
              <a:rPr lang="en-US" sz="1600" dirty="0"/>
              <a:t>To select columns like </a:t>
            </a:r>
            <a:r>
              <a:rPr lang="en-US" sz="1600" dirty="0" err="1"/>
              <a:t>birthdate</a:t>
            </a:r>
            <a:r>
              <a:rPr lang="en-US" sz="1600" dirty="0"/>
              <a:t> from nested table, you need to flatten the table to a normal table by using the </a:t>
            </a:r>
            <a:r>
              <a:rPr lang="en-US" sz="1600" b="1" dirty="0"/>
              <a:t>table</a:t>
            </a:r>
            <a:r>
              <a:rPr lang="en-US" sz="1600" dirty="0"/>
              <a:t> function as follows:</a:t>
            </a:r>
          </a:p>
          <a:p>
            <a:pPr>
              <a:buNone/>
            </a:pPr>
            <a:r>
              <a:rPr lang="en-US" sz="1600" dirty="0"/>
              <a:t> </a:t>
            </a:r>
            <a:r>
              <a:rPr lang="en-US" sz="1600" dirty="0">
                <a:solidFill>
                  <a:srgbClr val="00B0F0"/>
                </a:solidFill>
              </a:rPr>
              <a:t>Select </a:t>
            </a:r>
            <a:r>
              <a:rPr lang="en-US" sz="1600" dirty="0" err="1">
                <a:solidFill>
                  <a:srgbClr val="00B0F0"/>
                </a:solidFill>
              </a:rPr>
              <a:t>breedername</a:t>
            </a:r>
            <a:r>
              <a:rPr lang="en-US" sz="1600" dirty="0">
                <a:solidFill>
                  <a:srgbClr val="00B0F0"/>
                </a:solidFill>
              </a:rPr>
              <a:t>, a.name, </a:t>
            </a:r>
            <a:r>
              <a:rPr lang="en-US" sz="1600" dirty="0" err="1">
                <a:solidFill>
                  <a:srgbClr val="00B0F0"/>
                </a:solidFill>
              </a:rPr>
              <a:t>a.birthdate</a:t>
            </a:r>
            <a:r>
              <a:rPr lang="en-US" sz="1600" dirty="0">
                <a:solidFill>
                  <a:srgbClr val="00B0F0"/>
                </a:solidFill>
              </a:rPr>
              <a:t> from breeder, table(</a:t>
            </a:r>
            <a:r>
              <a:rPr lang="en-US" sz="1600" dirty="0" err="1">
                <a:solidFill>
                  <a:srgbClr val="00B0F0"/>
                </a:solidFill>
              </a:rPr>
              <a:t>breeder.animals</a:t>
            </a:r>
            <a:r>
              <a:rPr lang="en-US" sz="1600" dirty="0">
                <a:solidFill>
                  <a:srgbClr val="00B0F0"/>
                </a:solidFill>
              </a:rPr>
              <a:t>) a;</a:t>
            </a:r>
          </a:p>
          <a:p>
            <a:pPr algn="just">
              <a:buNone/>
            </a:pPr>
            <a:r>
              <a:rPr lang="en-US" sz="1600" dirty="0">
                <a:solidFill>
                  <a:srgbClr val="00B0F0"/>
                </a:solidFill>
              </a:rPr>
              <a:t>Select </a:t>
            </a:r>
            <a:r>
              <a:rPr lang="en-US" sz="1600" dirty="0" err="1">
                <a:solidFill>
                  <a:srgbClr val="00B0F0"/>
                </a:solidFill>
              </a:rPr>
              <a:t>breedername</a:t>
            </a:r>
            <a:r>
              <a:rPr lang="en-US" sz="1600" dirty="0">
                <a:solidFill>
                  <a:srgbClr val="00B0F0"/>
                </a:solidFill>
              </a:rPr>
              <a:t>, a.name, </a:t>
            </a:r>
            <a:r>
              <a:rPr lang="en-US" sz="1600" dirty="0" err="1">
                <a:solidFill>
                  <a:srgbClr val="00B0F0"/>
                </a:solidFill>
              </a:rPr>
              <a:t>a.birthdate</a:t>
            </a:r>
            <a:r>
              <a:rPr lang="en-US" sz="1600" dirty="0">
                <a:solidFill>
                  <a:srgbClr val="00B0F0"/>
                </a:solidFill>
              </a:rPr>
              <a:t> from breeder, table(</a:t>
            </a:r>
            <a:r>
              <a:rPr lang="en-US" sz="1600" dirty="0" err="1">
                <a:solidFill>
                  <a:srgbClr val="00B0F0"/>
                </a:solidFill>
              </a:rPr>
              <a:t>breeder.animals</a:t>
            </a:r>
            <a:r>
              <a:rPr lang="en-US" sz="1600" dirty="0">
                <a:solidFill>
                  <a:srgbClr val="00B0F0"/>
                </a:solidFill>
              </a:rPr>
              <a:t>) a where a.name='</a:t>
            </a:r>
            <a:r>
              <a:rPr lang="en-US" sz="1600" dirty="0" err="1">
                <a:solidFill>
                  <a:srgbClr val="00B0F0"/>
                </a:solidFill>
              </a:rPr>
              <a:t>Tomy</a:t>
            </a:r>
            <a:r>
              <a:rPr lang="en-US" sz="1600" dirty="0">
                <a:solidFill>
                  <a:srgbClr val="00B0F0"/>
                </a:solidFill>
              </a:rPr>
              <a:t>'</a:t>
            </a:r>
          </a:p>
          <a:p>
            <a:pPr>
              <a:buNone/>
            </a:pPr>
            <a:endParaRPr lang="en-US" sz="1600" dirty="0">
              <a:solidFill>
                <a:srgbClr val="00B0F0"/>
              </a:solidFill>
            </a:endParaRPr>
          </a:p>
          <a:p>
            <a:pPr>
              <a:buNone/>
            </a:pPr>
            <a:endParaRPr lang="en-US" sz="1600" dirty="0">
              <a:solidFill>
                <a:srgbClr val="00B0F0"/>
              </a:solidFill>
            </a:endParaRPr>
          </a:p>
          <a:p>
            <a:pPr>
              <a:buNone/>
            </a:pPr>
            <a:endParaRPr lang="en-US" sz="1600" dirty="0">
              <a:solidFill>
                <a:srgbClr val="00B0F0"/>
              </a:solidFill>
            </a:endParaRPr>
          </a:p>
          <a:p>
            <a:pPr>
              <a:buNone/>
            </a:pPr>
            <a:endParaRPr lang="en-US" sz="16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815586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3"/>
          <p:cNvSpPr>
            <a:spLocks noGrp="1"/>
          </p:cNvSpPr>
          <p:nvPr>
            <p:ph type="title"/>
          </p:nvPr>
        </p:nvSpPr>
        <p:spPr>
          <a:xfrm>
            <a:off x="-1" y="98992"/>
            <a:ext cx="8942119" cy="536972"/>
          </a:xfrm>
          <a:noFill/>
        </p:spPr>
        <p:txBody>
          <a:bodyPr>
            <a:normAutofit fontScale="90000"/>
          </a:bodyPr>
          <a:lstStyle/>
          <a:p>
            <a:r>
              <a:rPr lang="en-US" sz="1600" dirty="0">
                <a:latin typeface="Candara"/>
              </a:rPr>
              <a:t>1.5: </a:t>
            </a:r>
            <a:r>
              <a:rPr lang="en-US" sz="1400" dirty="0">
                <a:latin typeface="Candara"/>
              </a:rPr>
              <a:t>Collections 						</a:t>
            </a:r>
            <a:br>
              <a:rPr lang="en-US" sz="1400" dirty="0">
                <a:latin typeface="Candara"/>
              </a:rPr>
            </a:br>
            <a:r>
              <a:rPr lang="en-US" sz="2300" dirty="0"/>
              <a:t>Nested Table type as </a:t>
            </a:r>
            <a:r>
              <a:rPr lang="en-US" sz="2300" dirty="0" err="1"/>
              <a:t>datatype</a:t>
            </a:r>
            <a:r>
              <a:rPr lang="en-US" sz="2300" dirty="0"/>
              <a:t> of a column of a table	…..</a:t>
            </a:r>
            <a:r>
              <a:rPr lang="en-US" sz="2300" dirty="0" err="1"/>
              <a:t>contd</a:t>
            </a:r>
            <a:endParaRPr lang="en-US" sz="2300" b="1" dirty="0">
              <a:latin typeface="Candara"/>
            </a:endParaRPr>
          </a:p>
        </p:txBody>
      </p:sp>
      <p:sp>
        <p:nvSpPr>
          <p:cNvPr id="12292" name="Rectangle 3"/>
          <p:cNvSpPr>
            <a:spLocks noGrp="1" noChangeArrowheads="1"/>
          </p:cNvSpPr>
          <p:nvPr>
            <p:ph idx="1"/>
          </p:nvPr>
        </p:nvSpPr>
        <p:spPr>
          <a:xfrm>
            <a:off x="0" y="855959"/>
            <a:ext cx="9144000" cy="3917922"/>
          </a:xfrm>
        </p:spPr>
        <p:txBody>
          <a:bodyPr>
            <a:noAutofit/>
          </a:bodyPr>
          <a:lstStyle/>
          <a:p>
            <a:r>
              <a:rPr lang="en-US" sz="1600" dirty="0"/>
              <a:t>To insert, update, delete in nested table using the TABLE Function</a:t>
            </a:r>
          </a:p>
          <a:p>
            <a:pPr algn="just">
              <a:buNone/>
            </a:pPr>
            <a:r>
              <a:rPr lang="en-US" sz="1600" dirty="0">
                <a:solidFill>
                  <a:srgbClr val="00B0F0"/>
                </a:solidFill>
              </a:rPr>
              <a:t>Insert into TABLE(select animals from breeder where </a:t>
            </a:r>
            <a:r>
              <a:rPr lang="en-US" sz="1600" dirty="0" err="1">
                <a:solidFill>
                  <a:srgbClr val="00B0F0"/>
                </a:solidFill>
              </a:rPr>
              <a:t>breedername</a:t>
            </a:r>
            <a:r>
              <a:rPr lang="en-US" sz="1600" dirty="0">
                <a:solidFill>
                  <a:srgbClr val="00B0F0"/>
                </a:solidFill>
              </a:rPr>
              <a:t>='Hemant')</a:t>
            </a:r>
          </a:p>
          <a:p>
            <a:pPr algn="just">
              <a:buNone/>
            </a:pPr>
            <a:r>
              <a:rPr lang="en-US" sz="1600" dirty="0">
                <a:solidFill>
                  <a:srgbClr val="00B0F0"/>
                </a:solidFill>
              </a:rPr>
              <a:t>values(</a:t>
            </a:r>
            <a:r>
              <a:rPr lang="en-US" sz="1600" dirty="0" err="1">
                <a:solidFill>
                  <a:srgbClr val="00B0F0"/>
                </a:solidFill>
              </a:rPr>
              <a:t>animal_ty</a:t>
            </a:r>
            <a:r>
              <a:rPr lang="en-US" sz="1600" dirty="0">
                <a:solidFill>
                  <a:srgbClr val="00B0F0"/>
                </a:solidFill>
              </a:rPr>
              <a:t>('Sheep', 'Mary', '26-Jul-2001'))</a:t>
            </a:r>
          </a:p>
          <a:p>
            <a:pPr algn="just">
              <a:buNone/>
            </a:pPr>
            <a:r>
              <a:rPr lang="en-US" sz="1600" dirty="0">
                <a:solidFill>
                  <a:srgbClr val="00B0F0"/>
                </a:solidFill>
              </a:rPr>
              <a:t>/</a:t>
            </a:r>
          </a:p>
          <a:p>
            <a:pPr>
              <a:buNone/>
            </a:pPr>
            <a:r>
              <a:rPr lang="en-US" sz="1600" dirty="0"/>
              <a:t> </a:t>
            </a:r>
          </a:p>
          <a:p>
            <a:r>
              <a:rPr lang="en-US" sz="1600" dirty="0"/>
              <a:t>To add more than one child rows with a single insert to an already existing parent row :</a:t>
            </a:r>
          </a:p>
          <a:p>
            <a:pPr algn="just">
              <a:buNone/>
            </a:pPr>
            <a:r>
              <a:rPr lang="en-US" sz="1600" dirty="0">
                <a:solidFill>
                  <a:srgbClr val="00B0F0"/>
                </a:solidFill>
              </a:rPr>
              <a:t>Insert into TABLE(select animals from breeder where </a:t>
            </a:r>
            <a:r>
              <a:rPr lang="en-US" sz="1600" dirty="0" err="1">
                <a:solidFill>
                  <a:srgbClr val="00B0F0"/>
                </a:solidFill>
              </a:rPr>
              <a:t>breedername</a:t>
            </a:r>
            <a:r>
              <a:rPr lang="en-US" sz="1600" dirty="0">
                <a:solidFill>
                  <a:srgbClr val="00B0F0"/>
                </a:solidFill>
              </a:rPr>
              <a:t>='Hemant')</a:t>
            </a:r>
          </a:p>
          <a:p>
            <a:pPr algn="just">
              <a:buNone/>
            </a:pPr>
            <a:r>
              <a:rPr lang="en-US" sz="1600" dirty="0">
                <a:solidFill>
                  <a:srgbClr val="00B0F0"/>
                </a:solidFill>
              </a:rPr>
              <a:t>select * from table(</a:t>
            </a:r>
          </a:p>
          <a:p>
            <a:pPr algn="just">
              <a:buNone/>
            </a:pPr>
            <a:r>
              <a:rPr lang="en-US" sz="1600" dirty="0">
                <a:solidFill>
                  <a:srgbClr val="00B0F0"/>
                </a:solidFill>
              </a:rPr>
              <a:t>ANIMAL_NT(ANIMAL_TY('Rabbit', 'Tom', '3-DEC-05'),</a:t>
            </a:r>
          </a:p>
          <a:p>
            <a:pPr algn="just">
              <a:buNone/>
            </a:pPr>
            <a:r>
              <a:rPr lang="en-US" sz="1600" dirty="0">
                <a:solidFill>
                  <a:srgbClr val="00B0F0"/>
                </a:solidFill>
              </a:rPr>
              <a:t>ANIMAL_TY('Dog', 'Bruno','01-jun-99'),</a:t>
            </a:r>
          </a:p>
          <a:p>
            <a:pPr algn="just">
              <a:buNone/>
            </a:pPr>
            <a:r>
              <a:rPr lang="en-US" sz="1600" dirty="0">
                <a:solidFill>
                  <a:srgbClr val="00B0F0"/>
                </a:solidFill>
              </a:rPr>
              <a:t>ANIMAL_TY('Dog', 'Bruni','01-apr-99')</a:t>
            </a:r>
          </a:p>
          <a:p>
            <a:pPr algn="just">
              <a:buNone/>
            </a:pPr>
            <a:r>
              <a:rPr lang="en-US" sz="1600" dirty="0">
                <a:solidFill>
                  <a:srgbClr val="00B0F0"/>
                </a:solidFill>
              </a:rPr>
              <a:t>                     )</a:t>
            </a:r>
          </a:p>
          <a:p>
            <a:pPr algn="just">
              <a:buNone/>
            </a:pPr>
            <a:r>
              <a:rPr lang="en-US" sz="1600" dirty="0">
                <a:solidFill>
                  <a:srgbClr val="00B0F0"/>
                </a:solidFill>
              </a:rPr>
              <a:t>                             )</a:t>
            </a:r>
          </a:p>
          <a:p>
            <a:pPr algn="just">
              <a:buNone/>
            </a:pPr>
            <a:r>
              <a:rPr lang="en-US" sz="1600" dirty="0">
                <a:solidFill>
                  <a:srgbClr val="00B0F0"/>
                </a:solidFill>
              </a:rPr>
              <a:t>/</a:t>
            </a:r>
          </a:p>
          <a:p>
            <a:pPr>
              <a:buNone/>
            </a:pPr>
            <a:endParaRPr lang="en-US" sz="1600" dirty="0">
              <a:solidFill>
                <a:srgbClr val="00B0F0"/>
              </a:solidFill>
            </a:endParaRPr>
          </a:p>
          <a:p>
            <a:pPr>
              <a:buNone/>
            </a:pPr>
            <a:endParaRPr lang="en-US" sz="1600" dirty="0">
              <a:solidFill>
                <a:srgbClr val="00B0F0"/>
              </a:solidFill>
            </a:endParaRPr>
          </a:p>
          <a:p>
            <a:pPr>
              <a:buNone/>
            </a:pPr>
            <a:endParaRPr lang="en-US" sz="1600" dirty="0">
              <a:solidFill>
                <a:srgbClr val="00B0F0"/>
              </a:solidFill>
            </a:endParaRPr>
          </a:p>
          <a:p>
            <a:pPr>
              <a:buNone/>
            </a:pPr>
            <a:endParaRPr lang="en-US" sz="16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815586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3"/>
          <p:cNvSpPr>
            <a:spLocks noGrp="1"/>
          </p:cNvSpPr>
          <p:nvPr>
            <p:ph type="title"/>
          </p:nvPr>
        </p:nvSpPr>
        <p:spPr>
          <a:xfrm>
            <a:off x="-1" y="98992"/>
            <a:ext cx="8942119" cy="536972"/>
          </a:xfrm>
          <a:noFill/>
        </p:spPr>
        <p:txBody>
          <a:bodyPr>
            <a:normAutofit fontScale="90000"/>
          </a:bodyPr>
          <a:lstStyle/>
          <a:p>
            <a:r>
              <a:rPr lang="en-US" sz="1600" dirty="0">
                <a:latin typeface="Candara"/>
              </a:rPr>
              <a:t>1.5: </a:t>
            </a:r>
            <a:r>
              <a:rPr lang="en-US" sz="1400" dirty="0">
                <a:latin typeface="Candara"/>
              </a:rPr>
              <a:t>Collections 						</a:t>
            </a:r>
            <a:br>
              <a:rPr lang="en-US" sz="1400" dirty="0">
                <a:latin typeface="Candara"/>
              </a:rPr>
            </a:br>
            <a:r>
              <a:rPr lang="en-US" sz="2300" dirty="0"/>
              <a:t>Nested Table type as </a:t>
            </a:r>
            <a:r>
              <a:rPr lang="en-US" sz="2300" dirty="0" err="1"/>
              <a:t>datatype</a:t>
            </a:r>
            <a:r>
              <a:rPr lang="en-US" sz="2300" dirty="0"/>
              <a:t> of a column of a table	…..</a:t>
            </a:r>
            <a:r>
              <a:rPr lang="en-US" sz="2300" dirty="0" err="1"/>
              <a:t>contd</a:t>
            </a:r>
            <a:endParaRPr lang="en-US" sz="2300" b="1" dirty="0">
              <a:latin typeface="Candara"/>
            </a:endParaRPr>
          </a:p>
        </p:txBody>
      </p:sp>
      <p:sp>
        <p:nvSpPr>
          <p:cNvPr id="12292" name="Rectangle 3"/>
          <p:cNvSpPr>
            <a:spLocks noGrp="1" noChangeArrowheads="1"/>
          </p:cNvSpPr>
          <p:nvPr>
            <p:ph idx="1"/>
          </p:nvPr>
        </p:nvSpPr>
        <p:spPr>
          <a:xfrm>
            <a:off x="0" y="855959"/>
            <a:ext cx="9144000" cy="3917922"/>
          </a:xfrm>
        </p:spPr>
        <p:txBody>
          <a:bodyPr>
            <a:noAutofit/>
          </a:bodyPr>
          <a:lstStyle/>
          <a:p>
            <a:pPr algn="just">
              <a:buNone/>
            </a:pPr>
            <a:r>
              <a:rPr lang="en-US" sz="1600" dirty="0"/>
              <a:t>	</a:t>
            </a:r>
          </a:p>
          <a:p>
            <a:pPr algn="just">
              <a:buNone/>
            </a:pPr>
            <a:r>
              <a:rPr lang="en-US" sz="1600" dirty="0">
                <a:solidFill>
                  <a:srgbClr val="00B0F0"/>
                </a:solidFill>
              </a:rPr>
              <a:t>	Update TABLE(select animals from breeder where </a:t>
            </a:r>
            <a:r>
              <a:rPr lang="en-US" sz="1600" dirty="0" err="1">
                <a:solidFill>
                  <a:srgbClr val="00B0F0"/>
                </a:solidFill>
              </a:rPr>
              <a:t>breedername</a:t>
            </a:r>
            <a:r>
              <a:rPr lang="en-US" sz="1600" dirty="0">
                <a:solidFill>
                  <a:srgbClr val="00B0F0"/>
                </a:solidFill>
              </a:rPr>
              <a:t>= 'Hemant') A set </a:t>
            </a:r>
            <a:r>
              <a:rPr lang="en-US" sz="1600" dirty="0" err="1">
                <a:solidFill>
                  <a:srgbClr val="00B0F0"/>
                </a:solidFill>
              </a:rPr>
              <a:t>A.birthdate</a:t>
            </a:r>
            <a:r>
              <a:rPr lang="en-US" sz="1600" dirty="0">
                <a:solidFill>
                  <a:srgbClr val="00B0F0"/>
                </a:solidFill>
              </a:rPr>
              <a:t>= '01-Jan-1990' where A.name= '</a:t>
            </a:r>
            <a:r>
              <a:rPr lang="en-US" sz="1600" dirty="0" err="1">
                <a:solidFill>
                  <a:srgbClr val="00B0F0"/>
                </a:solidFill>
              </a:rPr>
              <a:t>Tomy</a:t>
            </a:r>
            <a:r>
              <a:rPr lang="en-US" sz="1600" dirty="0">
                <a:solidFill>
                  <a:srgbClr val="00B0F0"/>
                </a:solidFill>
              </a:rPr>
              <a:t>';</a:t>
            </a:r>
          </a:p>
          <a:p>
            <a:pPr algn="just">
              <a:buNone/>
            </a:pPr>
            <a:endParaRPr lang="en-US" sz="1600" dirty="0">
              <a:solidFill>
                <a:srgbClr val="00B0F0"/>
              </a:solidFill>
            </a:endParaRPr>
          </a:p>
          <a:p>
            <a:pPr algn="just">
              <a:buNone/>
            </a:pPr>
            <a:r>
              <a:rPr lang="en-US" sz="1600" dirty="0">
                <a:solidFill>
                  <a:srgbClr val="00B0F0"/>
                </a:solidFill>
              </a:rPr>
              <a:t>	Delete TABLE(select animals from breeder where </a:t>
            </a:r>
            <a:r>
              <a:rPr lang="en-US" sz="1600" dirty="0" err="1">
                <a:solidFill>
                  <a:srgbClr val="00B0F0"/>
                </a:solidFill>
              </a:rPr>
              <a:t>breedername</a:t>
            </a:r>
            <a:r>
              <a:rPr lang="en-US" sz="1600" dirty="0">
                <a:solidFill>
                  <a:srgbClr val="00B0F0"/>
                </a:solidFill>
              </a:rPr>
              <a:t>= 'Hemant') A where A.name= 'Bruno';</a:t>
            </a:r>
          </a:p>
          <a:p>
            <a:pPr algn="just">
              <a:buNone/>
            </a:pPr>
            <a:endParaRPr lang="en-US" sz="1600" dirty="0">
              <a:solidFill>
                <a:srgbClr val="00B0F0"/>
              </a:solidFill>
            </a:endParaRPr>
          </a:p>
          <a:p>
            <a:pPr>
              <a:buNone/>
            </a:pPr>
            <a:r>
              <a:rPr lang="en-US" sz="1600" dirty="0"/>
              <a:t> A nested table could be based on a scalar datatype as follows :</a:t>
            </a:r>
          </a:p>
          <a:p>
            <a:pPr algn="just">
              <a:buNone/>
            </a:pPr>
            <a:r>
              <a:rPr lang="en-US" sz="1600" dirty="0">
                <a:solidFill>
                  <a:srgbClr val="00B0F0"/>
                </a:solidFill>
              </a:rPr>
              <a:t>Create type </a:t>
            </a:r>
            <a:r>
              <a:rPr lang="en-US" sz="1600" dirty="0" err="1">
                <a:solidFill>
                  <a:srgbClr val="00B0F0"/>
                </a:solidFill>
              </a:rPr>
              <a:t>phone_nt</a:t>
            </a:r>
            <a:r>
              <a:rPr lang="en-US" sz="1600" dirty="0">
                <a:solidFill>
                  <a:srgbClr val="00B0F0"/>
                </a:solidFill>
              </a:rPr>
              <a:t> as table of number(10);</a:t>
            </a:r>
          </a:p>
          <a:p>
            <a:pPr algn="just">
              <a:buNone/>
            </a:pPr>
            <a:r>
              <a:rPr lang="en-US" sz="1600" dirty="0">
                <a:solidFill>
                  <a:srgbClr val="00B0F0"/>
                </a:solidFill>
              </a:rPr>
              <a:t>/</a:t>
            </a:r>
          </a:p>
          <a:p>
            <a:pPr algn="just">
              <a:buNone/>
            </a:pPr>
            <a:endParaRPr lang="en-US" sz="1600" dirty="0">
              <a:solidFill>
                <a:srgbClr val="00B0F0"/>
              </a:solidFill>
            </a:endParaRPr>
          </a:p>
          <a:p>
            <a:pPr algn="just">
              <a:buNone/>
            </a:pPr>
            <a:r>
              <a:rPr lang="en-US" sz="1600" dirty="0">
                <a:solidFill>
                  <a:srgbClr val="00B0F0"/>
                </a:solidFill>
              </a:rPr>
              <a:t>create table friends(name varchar2(30), phone </a:t>
            </a:r>
            <a:r>
              <a:rPr lang="en-US" sz="1600" dirty="0" err="1">
                <a:solidFill>
                  <a:srgbClr val="00B0F0"/>
                </a:solidFill>
              </a:rPr>
              <a:t>phone_nt</a:t>
            </a:r>
            <a:r>
              <a:rPr lang="en-US" sz="1600" dirty="0">
                <a:solidFill>
                  <a:srgbClr val="00B0F0"/>
                </a:solidFill>
              </a:rPr>
              <a:t>) nested table phone store as </a:t>
            </a:r>
            <a:r>
              <a:rPr lang="en-US" sz="1600" dirty="0" err="1">
                <a:solidFill>
                  <a:srgbClr val="00B0F0"/>
                </a:solidFill>
              </a:rPr>
              <a:t>pqrs</a:t>
            </a:r>
            <a:r>
              <a:rPr lang="en-US" sz="1600" dirty="0">
                <a:solidFill>
                  <a:srgbClr val="00B0F0"/>
                </a:solidFill>
              </a:rPr>
              <a:t>;</a:t>
            </a:r>
          </a:p>
          <a:p>
            <a:pPr algn="just">
              <a:buNone/>
            </a:pPr>
            <a:endParaRPr lang="en-US" sz="1600" dirty="0">
              <a:solidFill>
                <a:srgbClr val="00B0F0"/>
              </a:solidFill>
            </a:endParaRPr>
          </a:p>
          <a:p>
            <a:pPr>
              <a:buNone/>
            </a:pPr>
            <a:endParaRPr lang="en-US" sz="1600" dirty="0">
              <a:solidFill>
                <a:srgbClr val="00B0F0"/>
              </a:solidFill>
            </a:endParaRPr>
          </a:p>
          <a:p>
            <a:pPr>
              <a:buNone/>
            </a:pPr>
            <a:endParaRPr lang="en-US" sz="1600" dirty="0">
              <a:solidFill>
                <a:srgbClr val="00B0F0"/>
              </a:solidFill>
            </a:endParaRPr>
          </a:p>
          <a:p>
            <a:pPr>
              <a:buNone/>
            </a:pPr>
            <a:endParaRPr lang="en-US" sz="1600" dirty="0">
              <a:solidFill>
                <a:srgbClr val="00B0F0"/>
              </a:solidFill>
            </a:endParaRPr>
          </a:p>
          <a:p>
            <a:pPr>
              <a:buNone/>
            </a:pPr>
            <a:endParaRPr lang="en-US" sz="16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815586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3"/>
          <p:cNvSpPr>
            <a:spLocks noGrp="1"/>
          </p:cNvSpPr>
          <p:nvPr>
            <p:ph type="title"/>
          </p:nvPr>
        </p:nvSpPr>
        <p:spPr>
          <a:xfrm>
            <a:off x="-1" y="98992"/>
            <a:ext cx="8942119" cy="536972"/>
          </a:xfrm>
          <a:noFill/>
        </p:spPr>
        <p:txBody>
          <a:bodyPr>
            <a:normAutofit fontScale="90000"/>
          </a:bodyPr>
          <a:lstStyle/>
          <a:p>
            <a:r>
              <a:rPr lang="en-US" sz="1600" dirty="0">
                <a:latin typeface="Candara"/>
              </a:rPr>
              <a:t>1.5: </a:t>
            </a:r>
            <a:r>
              <a:rPr lang="en-US" sz="1400" dirty="0">
                <a:latin typeface="Candara"/>
              </a:rPr>
              <a:t>Collections 						</a:t>
            </a:r>
            <a:br>
              <a:rPr lang="en-US" sz="1400" dirty="0">
                <a:latin typeface="Candara"/>
              </a:rPr>
            </a:br>
            <a:r>
              <a:rPr lang="en-US" sz="2300" dirty="0" err="1"/>
              <a:t>Varrays</a:t>
            </a:r>
            <a:endParaRPr lang="en-US" sz="2300" b="1" dirty="0">
              <a:latin typeface="Candara"/>
            </a:endParaRPr>
          </a:p>
        </p:txBody>
      </p:sp>
      <p:sp>
        <p:nvSpPr>
          <p:cNvPr id="12292" name="Rectangle 3"/>
          <p:cNvSpPr>
            <a:spLocks noGrp="1" noChangeArrowheads="1"/>
          </p:cNvSpPr>
          <p:nvPr>
            <p:ph idx="1"/>
          </p:nvPr>
        </p:nvSpPr>
        <p:spPr>
          <a:xfrm>
            <a:off x="0" y="855959"/>
            <a:ext cx="9144000" cy="3917922"/>
          </a:xfrm>
        </p:spPr>
        <p:txBody>
          <a:bodyPr>
            <a:noAutofit/>
          </a:bodyPr>
          <a:lstStyle/>
          <a:p>
            <a:endParaRPr lang="en-US" sz="1600" dirty="0"/>
          </a:p>
          <a:p>
            <a:r>
              <a:rPr lang="en-US" sz="1600" dirty="0"/>
              <a:t>It is a set of objects, each with the same </a:t>
            </a:r>
            <a:r>
              <a:rPr lang="en-US" sz="1600" dirty="0" err="1"/>
              <a:t>datatype</a:t>
            </a:r>
            <a:r>
              <a:rPr lang="en-US" sz="1600" dirty="0"/>
              <a:t> </a:t>
            </a:r>
          </a:p>
          <a:p>
            <a:r>
              <a:rPr lang="en-US" sz="1600" dirty="0"/>
              <a:t>The size of the array is limited when it is created.</a:t>
            </a:r>
          </a:p>
          <a:p>
            <a:r>
              <a:rPr lang="en-US" sz="1600" dirty="0"/>
              <a:t>A </a:t>
            </a:r>
            <a:r>
              <a:rPr lang="en-US" sz="1600" dirty="0" err="1"/>
              <a:t>Varray</a:t>
            </a:r>
            <a:r>
              <a:rPr lang="en-US" sz="1600" dirty="0"/>
              <a:t>-column is stored inline with the main table. </a:t>
            </a:r>
          </a:p>
          <a:p>
            <a:r>
              <a:rPr lang="en-US" sz="1600" dirty="0"/>
              <a:t>Cannot remove/delete individual elements from the array</a:t>
            </a:r>
          </a:p>
          <a:p>
            <a:pPr marL="141626" lvl="1" indent="-141626">
              <a:buClr>
                <a:schemeClr val="accent5"/>
              </a:buClr>
              <a:buNone/>
            </a:pPr>
            <a:endParaRPr lang="en-US" sz="1800" dirty="0">
              <a:latin typeface="Courier New" pitchFamily="49" charset="0"/>
            </a:endParaRPr>
          </a:p>
          <a:p>
            <a:pPr marL="141626" lvl="1" indent="-141626">
              <a:buClr>
                <a:schemeClr val="accent5"/>
              </a:buClr>
              <a:buNone/>
            </a:pPr>
            <a:r>
              <a:rPr lang="en-US" sz="1800" dirty="0">
                <a:latin typeface="Courier New" pitchFamily="49" charset="0"/>
              </a:rPr>
              <a:t>TYPE  </a:t>
            </a:r>
            <a:r>
              <a:rPr lang="en-US" sz="1800" dirty="0" err="1">
                <a:latin typeface="Courier New" pitchFamily="49" charset="0"/>
              </a:rPr>
              <a:t>type_name</a:t>
            </a:r>
            <a:r>
              <a:rPr lang="en-US" sz="1800" dirty="0">
                <a:latin typeface="Courier New" pitchFamily="49" charset="0"/>
              </a:rPr>
              <a:t>  IS  VARRAY(</a:t>
            </a:r>
            <a:r>
              <a:rPr lang="en-US" sz="1800" dirty="0" err="1">
                <a:latin typeface="Courier New" pitchFamily="49" charset="0"/>
              </a:rPr>
              <a:t>max_size</a:t>
            </a:r>
            <a:r>
              <a:rPr lang="en-US" sz="1800" dirty="0">
                <a:latin typeface="Courier New" pitchFamily="49" charset="0"/>
              </a:rPr>
              <a:t>) OF </a:t>
            </a:r>
            <a:r>
              <a:rPr lang="en-US" sz="1800" dirty="0" err="1">
                <a:latin typeface="Courier New" pitchFamily="49" charset="0"/>
              </a:rPr>
              <a:t>element_type</a:t>
            </a:r>
            <a:r>
              <a:rPr lang="en-US" sz="1800" dirty="0">
                <a:latin typeface="Courier New" pitchFamily="49" charset="0"/>
              </a:rPr>
              <a:t>;</a:t>
            </a:r>
          </a:p>
          <a:p>
            <a:pPr algn="just">
              <a:buNone/>
            </a:pPr>
            <a:r>
              <a:rPr lang="en-US" sz="1600" dirty="0">
                <a:solidFill>
                  <a:srgbClr val="00B0F0"/>
                </a:solidFill>
              </a:rPr>
              <a:t>create or replace type </a:t>
            </a:r>
            <a:r>
              <a:rPr lang="en-US" sz="1600" dirty="0" err="1">
                <a:solidFill>
                  <a:srgbClr val="00B0F0"/>
                </a:solidFill>
              </a:rPr>
              <a:t>address_type</a:t>
            </a:r>
            <a:r>
              <a:rPr lang="en-US" sz="1600" dirty="0">
                <a:solidFill>
                  <a:srgbClr val="00B0F0"/>
                </a:solidFill>
              </a:rPr>
              <a:t> as object</a:t>
            </a:r>
          </a:p>
          <a:p>
            <a:pPr>
              <a:buNone/>
            </a:pPr>
            <a:r>
              <a:rPr lang="en-US" sz="1600" dirty="0">
                <a:solidFill>
                  <a:srgbClr val="00B0F0"/>
                </a:solidFill>
              </a:rPr>
              <a:t> ( city varchar2(15), state varchar2(20), zip number(7));</a:t>
            </a:r>
          </a:p>
          <a:p>
            <a:pPr>
              <a:buNone/>
            </a:pPr>
            <a:r>
              <a:rPr lang="en-US" sz="1600" dirty="0">
                <a:solidFill>
                  <a:srgbClr val="00B0F0"/>
                </a:solidFill>
              </a:rPr>
              <a:t> /</a:t>
            </a:r>
          </a:p>
          <a:p>
            <a:pPr>
              <a:buNone/>
            </a:pPr>
            <a:r>
              <a:rPr lang="en-US" sz="1600" dirty="0">
                <a:solidFill>
                  <a:srgbClr val="00B0F0"/>
                </a:solidFill>
              </a:rPr>
              <a:t> </a:t>
            </a:r>
          </a:p>
          <a:p>
            <a:pPr algn="just">
              <a:buNone/>
            </a:pPr>
            <a:r>
              <a:rPr lang="en-US" sz="1600" dirty="0">
                <a:solidFill>
                  <a:srgbClr val="00B0F0"/>
                </a:solidFill>
              </a:rPr>
              <a:t>create or replace type </a:t>
            </a:r>
            <a:r>
              <a:rPr lang="en-US" sz="1600" dirty="0" err="1">
                <a:solidFill>
                  <a:srgbClr val="00B0F0"/>
                </a:solidFill>
              </a:rPr>
              <a:t>fullname</a:t>
            </a:r>
            <a:r>
              <a:rPr lang="en-US" sz="1600" dirty="0">
                <a:solidFill>
                  <a:srgbClr val="00B0F0"/>
                </a:solidFill>
              </a:rPr>
              <a:t> as object(</a:t>
            </a:r>
            <a:r>
              <a:rPr lang="en-US" sz="1600" dirty="0" err="1">
                <a:solidFill>
                  <a:srgbClr val="00B0F0"/>
                </a:solidFill>
              </a:rPr>
              <a:t>fname</a:t>
            </a:r>
            <a:r>
              <a:rPr lang="en-US" sz="1600" dirty="0">
                <a:solidFill>
                  <a:srgbClr val="00B0F0"/>
                </a:solidFill>
              </a:rPr>
              <a:t> varchar2(10), </a:t>
            </a:r>
            <a:r>
              <a:rPr lang="en-US" sz="1600" dirty="0" err="1">
                <a:solidFill>
                  <a:srgbClr val="00B0F0"/>
                </a:solidFill>
              </a:rPr>
              <a:t>mname</a:t>
            </a:r>
            <a:r>
              <a:rPr lang="en-US" sz="1600" dirty="0">
                <a:solidFill>
                  <a:srgbClr val="00B0F0"/>
                </a:solidFill>
              </a:rPr>
              <a:t> varchar2(10), </a:t>
            </a:r>
            <a:r>
              <a:rPr lang="en-US" sz="1600" dirty="0" err="1">
                <a:solidFill>
                  <a:srgbClr val="00B0F0"/>
                </a:solidFill>
              </a:rPr>
              <a:t>lname</a:t>
            </a:r>
            <a:r>
              <a:rPr lang="en-US" sz="1600" dirty="0">
                <a:solidFill>
                  <a:srgbClr val="00B0F0"/>
                </a:solidFill>
              </a:rPr>
              <a:t> varchar2(10));</a:t>
            </a:r>
          </a:p>
          <a:p>
            <a:pPr>
              <a:buNone/>
            </a:pPr>
            <a:r>
              <a:rPr lang="en-US" sz="1600" dirty="0">
                <a:solidFill>
                  <a:srgbClr val="00B0F0"/>
                </a:solidFill>
              </a:rPr>
              <a:t> /</a:t>
            </a:r>
          </a:p>
          <a:p>
            <a:pPr>
              <a:buNone/>
            </a:pPr>
            <a:endParaRPr lang="en-US" sz="16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815586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3"/>
          <p:cNvSpPr>
            <a:spLocks noGrp="1"/>
          </p:cNvSpPr>
          <p:nvPr>
            <p:ph type="title"/>
          </p:nvPr>
        </p:nvSpPr>
        <p:spPr>
          <a:xfrm>
            <a:off x="-1" y="98992"/>
            <a:ext cx="8942119" cy="536972"/>
          </a:xfrm>
          <a:noFill/>
        </p:spPr>
        <p:txBody>
          <a:bodyPr>
            <a:normAutofit fontScale="90000"/>
          </a:bodyPr>
          <a:lstStyle/>
          <a:p>
            <a:r>
              <a:rPr lang="en-US" sz="1600" dirty="0">
                <a:latin typeface="Candara"/>
              </a:rPr>
              <a:t>1.5: </a:t>
            </a:r>
            <a:r>
              <a:rPr lang="en-US" sz="1400" dirty="0">
                <a:latin typeface="Candara"/>
              </a:rPr>
              <a:t>Collections 						</a:t>
            </a:r>
            <a:br>
              <a:rPr lang="en-US" sz="1400" dirty="0">
                <a:latin typeface="Candara"/>
              </a:rPr>
            </a:br>
            <a:r>
              <a:rPr lang="en-US" sz="2300" dirty="0" err="1"/>
              <a:t>Varrays</a:t>
            </a:r>
            <a:r>
              <a:rPr lang="en-US" sz="2300" dirty="0"/>
              <a:t>								…..contd.</a:t>
            </a:r>
            <a:endParaRPr lang="en-US" sz="2300" b="1" dirty="0">
              <a:latin typeface="Candara"/>
            </a:endParaRPr>
          </a:p>
        </p:txBody>
      </p:sp>
      <p:sp>
        <p:nvSpPr>
          <p:cNvPr id="12292" name="Rectangle 3"/>
          <p:cNvSpPr>
            <a:spLocks noGrp="1" noChangeArrowheads="1"/>
          </p:cNvSpPr>
          <p:nvPr>
            <p:ph idx="1"/>
          </p:nvPr>
        </p:nvSpPr>
        <p:spPr>
          <a:xfrm>
            <a:off x="0" y="855959"/>
            <a:ext cx="9144000" cy="391792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1600" dirty="0">
                <a:solidFill>
                  <a:srgbClr val="00B0F0"/>
                </a:solidFill>
              </a:rPr>
              <a:t>create or replace type </a:t>
            </a:r>
            <a:r>
              <a:rPr lang="en-US" sz="1600" dirty="0" err="1">
                <a:solidFill>
                  <a:srgbClr val="00B0F0"/>
                </a:solidFill>
              </a:rPr>
              <a:t>phone_ty</a:t>
            </a:r>
            <a:r>
              <a:rPr lang="en-US" sz="1600" dirty="0">
                <a:solidFill>
                  <a:srgbClr val="00B0F0"/>
                </a:solidFill>
              </a:rPr>
              <a:t> as object(phone number(8));</a:t>
            </a:r>
          </a:p>
          <a:p>
            <a:pPr>
              <a:buNone/>
            </a:pPr>
            <a:r>
              <a:rPr lang="en-US" sz="1600" dirty="0">
                <a:solidFill>
                  <a:srgbClr val="00B0F0"/>
                </a:solidFill>
              </a:rPr>
              <a:t>/</a:t>
            </a:r>
          </a:p>
          <a:p>
            <a:pPr>
              <a:buNone/>
            </a:pPr>
            <a:r>
              <a:rPr lang="en-US" sz="1600" dirty="0">
                <a:solidFill>
                  <a:srgbClr val="00B0F0"/>
                </a:solidFill>
              </a:rPr>
              <a:t> </a:t>
            </a:r>
          </a:p>
          <a:p>
            <a:pPr>
              <a:buNone/>
            </a:pPr>
            <a:r>
              <a:rPr lang="en-US" sz="1600" dirty="0">
                <a:solidFill>
                  <a:srgbClr val="00B0F0"/>
                </a:solidFill>
              </a:rPr>
              <a:t>create or replace type </a:t>
            </a:r>
            <a:r>
              <a:rPr lang="en-US" sz="1600" dirty="0" err="1">
                <a:solidFill>
                  <a:srgbClr val="00B0F0"/>
                </a:solidFill>
              </a:rPr>
              <a:t>phone_va</a:t>
            </a:r>
            <a:r>
              <a:rPr lang="en-US" sz="1600" dirty="0">
                <a:solidFill>
                  <a:srgbClr val="00B0F0"/>
                </a:solidFill>
              </a:rPr>
              <a:t> as VARRAY(5) OF PHONE_TY;</a:t>
            </a:r>
          </a:p>
          <a:p>
            <a:pPr>
              <a:buNone/>
            </a:pPr>
            <a:r>
              <a:rPr lang="en-US" sz="1600" dirty="0">
                <a:solidFill>
                  <a:srgbClr val="00B0F0"/>
                </a:solidFill>
              </a:rPr>
              <a:t>/</a:t>
            </a:r>
          </a:p>
          <a:p>
            <a:pPr>
              <a:buNone/>
            </a:pPr>
            <a:r>
              <a:rPr lang="en-US" sz="1600" dirty="0">
                <a:solidFill>
                  <a:srgbClr val="00B0F0"/>
                </a:solidFill>
              </a:rPr>
              <a:t> </a:t>
            </a:r>
          </a:p>
          <a:p>
            <a:pPr>
              <a:buNone/>
            </a:pPr>
            <a:r>
              <a:rPr lang="en-US" sz="1600" dirty="0">
                <a:solidFill>
                  <a:srgbClr val="00B0F0"/>
                </a:solidFill>
              </a:rPr>
              <a:t>CREATE TABLE CUSTOMERS</a:t>
            </a:r>
          </a:p>
          <a:p>
            <a:pPr>
              <a:buNone/>
            </a:pPr>
            <a:r>
              <a:rPr lang="en-US" sz="1600" dirty="0">
                <a:solidFill>
                  <a:srgbClr val="00B0F0"/>
                </a:solidFill>
              </a:rPr>
              <a:t> (</a:t>
            </a:r>
          </a:p>
          <a:p>
            <a:pPr>
              <a:buNone/>
            </a:pPr>
            <a:r>
              <a:rPr lang="en-US" sz="1600" dirty="0">
                <a:solidFill>
                  <a:srgbClr val="00B0F0"/>
                </a:solidFill>
              </a:rPr>
              <a:t> </a:t>
            </a:r>
            <a:r>
              <a:rPr lang="en-US" sz="1600" dirty="0" err="1">
                <a:solidFill>
                  <a:srgbClr val="00B0F0"/>
                </a:solidFill>
              </a:rPr>
              <a:t>custno</a:t>
            </a:r>
            <a:r>
              <a:rPr lang="en-US" sz="1600" dirty="0">
                <a:solidFill>
                  <a:srgbClr val="00B0F0"/>
                </a:solidFill>
              </a:rPr>
              <a:t> number(3) primary key,</a:t>
            </a:r>
          </a:p>
          <a:p>
            <a:pPr>
              <a:buNone/>
            </a:pPr>
            <a:r>
              <a:rPr lang="en-US" sz="1600" dirty="0">
                <a:solidFill>
                  <a:srgbClr val="00B0F0"/>
                </a:solidFill>
              </a:rPr>
              <a:t> </a:t>
            </a:r>
            <a:r>
              <a:rPr lang="en-US" sz="1600" dirty="0" err="1">
                <a:solidFill>
                  <a:srgbClr val="00B0F0"/>
                </a:solidFill>
              </a:rPr>
              <a:t>custname</a:t>
            </a:r>
            <a:r>
              <a:rPr lang="en-US" sz="1600" dirty="0">
                <a:solidFill>
                  <a:srgbClr val="00B0F0"/>
                </a:solidFill>
              </a:rPr>
              <a:t> </a:t>
            </a:r>
            <a:r>
              <a:rPr lang="en-US" sz="1600" dirty="0" err="1">
                <a:solidFill>
                  <a:srgbClr val="00B0F0"/>
                </a:solidFill>
              </a:rPr>
              <a:t>fullname</a:t>
            </a:r>
            <a:r>
              <a:rPr lang="en-US" sz="1600" dirty="0">
                <a:solidFill>
                  <a:srgbClr val="00B0F0"/>
                </a:solidFill>
              </a:rPr>
              <a:t>,</a:t>
            </a:r>
          </a:p>
          <a:p>
            <a:pPr>
              <a:buNone/>
            </a:pPr>
            <a:r>
              <a:rPr lang="en-US" sz="1600" dirty="0">
                <a:solidFill>
                  <a:srgbClr val="00B0F0"/>
                </a:solidFill>
              </a:rPr>
              <a:t> </a:t>
            </a:r>
            <a:r>
              <a:rPr lang="en-US" sz="1600" dirty="0" err="1">
                <a:solidFill>
                  <a:srgbClr val="00B0F0"/>
                </a:solidFill>
              </a:rPr>
              <a:t>custaddr</a:t>
            </a:r>
            <a:r>
              <a:rPr lang="en-US" sz="1600" dirty="0">
                <a:solidFill>
                  <a:srgbClr val="00B0F0"/>
                </a:solidFill>
              </a:rPr>
              <a:t> </a:t>
            </a:r>
            <a:r>
              <a:rPr lang="en-US" sz="1600" dirty="0" err="1">
                <a:solidFill>
                  <a:srgbClr val="00B0F0"/>
                </a:solidFill>
              </a:rPr>
              <a:t>address_type</a:t>
            </a:r>
            <a:r>
              <a:rPr lang="en-US" sz="1600" dirty="0">
                <a:solidFill>
                  <a:srgbClr val="00B0F0"/>
                </a:solidFill>
              </a:rPr>
              <a:t>,</a:t>
            </a:r>
          </a:p>
          <a:p>
            <a:pPr>
              <a:buNone/>
            </a:pPr>
            <a:r>
              <a:rPr lang="en-US" sz="1600" dirty="0">
                <a:solidFill>
                  <a:srgbClr val="00B0F0"/>
                </a:solidFill>
              </a:rPr>
              <a:t> </a:t>
            </a:r>
            <a:r>
              <a:rPr lang="en-US" sz="1600" dirty="0" err="1">
                <a:solidFill>
                  <a:srgbClr val="00B0F0"/>
                </a:solidFill>
              </a:rPr>
              <a:t>custphon</a:t>
            </a:r>
            <a:r>
              <a:rPr lang="en-US" sz="1600" dirty="0">
                <a:solidFill>
                  <a:srgbClr val="00B0F0"/>
                </a:solidFill>
              </a:rPr>
              <a:t> </a:t>
            </a:r>
            <a:r>
              <a:rPr lang="en-US" sz="1600" dirty="0" err="1">
                <a:solidFill>
                  <a:srgbClr val="00B0F0"/>
                </a:solidFill>
              </a:rPr>
              <a:t>phone_va</a:t>
            </a:r>
            <a:r>
              <a:rPr lang="en-US" sz="1600" dirty="0"/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111815586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3"/>
          <p:cNvSpPr>
            <a:spLocks noGrp="1"/>
          </p:cNvSpPr>
          <p:nvPr>
            <p:ph type="title"/>
          </p:nvPr>
        </p:nvSpPr>
        <p:spPr>
          <a:xfrm>
            <a:off x="-1" y="98992"/>
            <a:ext cx="8942119" cy="536972"/>
          </a:xfrm>
          <a:noFill/>
        </p:spPr>
        <p:txBody>
          <a:bodyPr>
            <a:normAutofit fontScale="90000"/>
          </a:bodyPr>
          <a:lstStyle/>
          <a:p>
            <a:r>
              <a:rPr lang="en-US" sz="1600" dirty="0">
                <a:latin typeface="Candara"/>
              </a:rPr>
              <a:t>1.5: </a:t>
            </a:r>
            <a:r>
              <a:rPr lang="en-US" sz="1400" dirty="0">
                <a:latin typeface="Candara"/>
              </a:rPr>
              <a:t>Collections 						</a:t>
            </a:r>
            <a:br>
              <a:rPr lang="en-US" sz="1400" dirty="0">
                <a:latin typeface="Candara"/>
              </a:rPr>
            </a:br>
            <a:r>
              <a:rPr lang="en-US" sz="2300" dirty="0" err="1"/>
              <a:t>Varrays</a:t>
            </a:r>
            <a:r>
              <a:rPr lang="en-US" sz="2300" dirty="0"/>
              <a:t>							……contd.</a:t>
            </a:r>
            <a:endParaRPr lang="en-US" sz="2300" b="1" dirty="0">
              <a:latin typeface="Candara"/>
            </a:endParaRPr>
          </a:p>
        </p:txBody>
      </p:sp>
      <p:sp>
        <p:nvSpPr>
          <p:cNvPr id="12292" name="Rectangle 3"/>
          <p:cNvSpPr>
            <a:spLocks noGrp="1" noChangeArrowheads="1"/>
          </p:cNvSpPr>
          <p:nvPr>
            <p:ph idx="1"/>
          </p:nvPr>
        </p:nvSpPr>
        <p:spPr>
          <a:xfrm>
            <a:off x="0" y="855959"/>
            <a:ext cx="9144000" cy="3917922"/>
          </a:xfrm>
        </p:spPr>
        <p:txBody>
          <a:bodyPr>
            <a:noAutofit/>
          </a:bodyPr>
          <a:lstStyle/>
          <a:p>
            <a:endParaRPr lang="en-US" sz="1600" dirty="0"/>
          </a:p>
          <a:p>
            <a:pPr>
              <a:buNone/>
            </a:pPr>
            <a:r>
              <a:rPr lang="en-US" sz="1600" dirty="0">
                <a:solidFill>
                  <a:srgbClr val="00B0F0"/>
                </a:solidFill>
              </a:rPr>
              <a:t>insert into customers values</a:t>
            </a:r>
          </a:p>
          <a:p>
            <a:pPr>
              <a:buNone/>
            </a:pPr>
            <a:r>
              <a:rPr lang="en-US" sz="1600" dirty="0">
                <a:solidFill>
                  <a:srgbClr val="00B0F0"/>
                </a:solidFill>
              </a:rPr>
              <a:t>(100, </a:t>
            </a:r>
            <a:r>
              <a:rPr lang="en-US" sz="1600" dirty="0" err="1">
                <a:solidFill>
                  <a:srgbClr val="00B0F0"/>
                </a:solidFill>
              </a:rPr>
              <a:t>fullname</a:t>
            </a:r>
            <a:r>
              <a:rPr lang="en-US" sz="1600" dirty="0">
                <a:solidFill>
                  <a:srgbClr val="00B0F0"/>
                </a:solidFill>
              </a:rPr>
              <a:t>('</a:t>
            </a:r>
            <a:r>
              <a:rPr lang="en-US" sz="1600" dirty="0" err="1">
                <a:solidFill>
                  <a:srgbClr val="00B0F0"/>
                </a:solidFill>
              </a:rPr>
              <a:t>Hemant','Jayawant','Pangam</a:t>
            </a:r>
            <a:r>
              <a:rPr lang="en-US" sz="1600" dirty="0">
                <a:solidFill>
                  <a:srgbClr val="00B0F0"/>
                </a:solidFill>
              </a:rPr>
              <a:t>'),</a:t>
            </a:r>
          </a:p>
          <a:p>
            <a:pPr>
              <a:buNone/>
            </a:pPr>
            <a:r>
              <a:rPr lang="en-US" sz="1600" dirty="0" err="1">
                <a:solidFill>
                  <a:srgbClr val="00B0F0"/>
                </a:solidFill>
              </a:rPr>
              <a:t>address_type</a:t>
            </a:r>
            <a:r>
              <a:rPr lang="en-US" sz="1600" dirty="0">
                <a:solidFill>
                  <a:srgbClr val="00B0F0"/>
                </a:solidFill>
              </a:rPr>
              <a:t>('Mumbai', 'Maharashtra',400068),</a:t>
            </a:r>
          </a:p>
          <a:p>
            <a:pPr>
              <a:buNone/>
            </a:pPr>
            <a:r>
              <a:rPr lang="en-US" sz="1600" dirty="0" err="1">
                <a:solidFill>
                  <a:srgbClr val="00B0F0"/>
                </a:solidFill>
              </a:rPr>
              <a:t>phone_va</a:t>
            </a:r>
            <a:r>
              <a:rPr lang="en-US" sz="1600" dirty="0">
                <a:solidFill>
                  <a:srgbClr val="00B0F0"/>
                </a:solidFill>
              </a:rPr>
              <a:t>(</a:t>
            </a:r>
            <a:r>
              <a:rPr lang="en-US" sz="1600" dirty="0" err="1">
                <a:solidFill>
                  <a:srgbClr val="00B0F0"/>
                </a:solidFill>
              </a:rPr>
              <a:t>phone_ty</a:t>
            </a:r>
            <a:r>
              <a:rPr lang="en-US" sz="1600" dirty="0">
                <a:solidFill>
                  <a:srgbClr val="00B0F0"/>
                </a:solidFill>
              </a:rPr>
              <a:t>(28959531),</a:t>
            </a:r>
            <a:r>
              <a:rPr lang="en-US" sz="1600" dirty="0" err="1">
                <a:solidFill>
                  <a:srgbClr val="00B0F0"/>
                </a:solidFill>
              </a:rPr>
              <a:t>phone_ty</a:t>
            </a:r>
            <a:r>
              <a:rPr lang="en-US" sz="1600" dirty="0">
                <a:solidFill>
                  <a:srgbClr val="00B0F0"/>
                </a:solidFill>
              </a:rPr>
              <a:t>(56252739), </a:t>
            </a:r>
            <a:r>
              <a:rPr lang="en-US" sz="1600" dirty="0" err="1">
                <a:solidFill>
                  <a:srgbClr val="00B0F0"/>
                </a:solidFill>
              </a:rPr>
              <a:t>phone_ty</a:t>
            </a:r>
            <a:r>
              <a:rPr lang="en-US" sz="1600" dirty="0">
                <a:solidFill>
                  <a:srgbClr val="00B0F0"/>
                </a:solidFill>
              </a:rPr>
              <a:t>(1234567)));</a:t>
            </a:r>
          </a:p>
          <a:p>
            <a:pPr>
              <a:buNone/>
            </a:pPr>
            <a:r>
              <a:rPr lang="en-US" sz="1600" dirty="0">
                <a:solidFill>
                  <a:srgbClr val="00B0F0"/>
                </a:solidFill>
              </a:rPr>
              <a:t> </a:t>
            </a:r>
          </a:p>
          <a:p>
            <a:pPr>
              <a:buNone/>
            </a:pPr>
            <a:r>
              <a:rPr lang="en-US" sz="1600" dirty="0">
                <a:solidFill>
                  <a:srgbClr val="00B0F0"/>
                </a:solidFill>
              </a:rPr>
              <a:t>select </a:t>
            </a:r>
            <a:r>
              <a:rPr lang="en-US" sz="1600" dirty="0" err="1">
                <a:solidFill>
                  <a:srgbClr val="00B0F0"/>
                </a:solidFill>
              </a:rPr>
              <a:t>custno</a:t>
            </a:r>
            <a:r>
              <a:rPr lang="en-US" sz="1600" dirty="0">
                <a:solidFill>
                  <a:srgbClr val="00B0F0"/>
                </a:solidFill>
              </a:rPr>
              <a:t>, </a:t>
            </a:r>
            <a:r>
              <a:rPr lang="en-US" sz="1600" dirty="0" err="1">
                <a:solidFill>
                  <a:srgbClr val="00B0F0"/>
                </a:solidFill>
              </a:rPr>
              <a:t>a.custname.fname</a:t>
            </a:r>
            <a:r>
              <a:rPr lang="en-US" sz="1600" dirty="0">
                <a:solidFill>
                  <a:srgbClr val="00B0F0"/>
                </a:solidFill>
              </a:rPr>
              <a:t>, </a:t>
            </a:r>
            <a:r>
              <a:rPr lang="en-US" sz="1600" dirty="0" err="1">
                <a:solidFill>
                  <a:srgbClr val="00B0F0"/>
                </a:solidFill>
              </a:rPr>
              <a:t>a.custaddr.city</a:t>
            </a:r>
            <a:r>
              <a:rPr lang="en-US" sz="1600" dirty="0">
                <a:solidFill>
                  <a:srgbClr val="00B0F0"/>
                </a:solidFill>
              </a:rPr>
              <a:t> from customers a;</a:t>
            </a:r>
          </a:p>
          <a:p>
            <a:pPr>
              <a:buNone/>
            </a:pPr>
            <a:r>
              <a:rPr lang="en-US" sz="1600" dirty="0">
                <a:solidFill>
                  <a:srgbClr val="00B0F0"/>
                </a:solidFill>
              </a:rPr>
              <a:t> </a:t>
            </a:r>
          </a:p>
          <a:p>
            <a:pPr>
              <a:buNone/>
            </a:pPr>
            <a:r>
              <a:rPr lang="en-US" sz="1600" dirty="0">
                <a:solidFill>
                  <a:srgbClr val="00B0F0"/>
                </a:solidFill>
              </a:rPr>
              <a:t>select </a:t>
            </a:r>
            <a:r>
              <a:rPr lang="en-US" sz="1600" dirty="0" err="1">
                <a:solidFill>
                  <a:srgbClr val="00B0F0"/>
                </a:solidFill>
              </a:rPr>
              <a:t>custno</a:t>
            </a:r>
            <a:r>
              <a:rPr lang="en-US" sz="1600" dirty="0">
                <a:solidFill>
                  <a:srgbClr val="00B0F0"/>
                </a:solidFill>
              </a:rPr>
              <a:t>, </a:t>
            </a:r>
            <a:r>
              <a:rPr lang="en-US" sz="1600" dirty="0" err="1">
                <a:solidFill>
                  <a:srgbClr val="00B0F0"/>
                </a:solidFill>
              </a:rPr>
              <a:t>a.custname.fname</a:t>
            </a:r>
            <a:r>
              <a:rPr lang="en-US" sz="1600" dirty="0">
                <a:solidFill>
                  <a:srgbClr val="00B0F0"/>
                </a:solidFill>
              </a:rPr>
              <a:t>, </a:t>
            </a:r>
            <a:r>
              <a:rPr lang="en-US" sz="1600" dirty="0" err="1">
                <a:solidFill>
                  <a:srgbClr val="00B0F0"/>
                </a:solidFill>
              </a:rPr>
              <a:t>a.custaddr.city</a:t>
            </a:r>
            <a:r>
              <a:rPr lang="en-US" sz="1600" dirty="0">
                <a:solidFill>
                  <a:srgbClr val="00B0F0"/>
                </a:solidFill>
              </a:rPr>
              <a:t>, </a:t>
            </a:r>
            <a:r>
              <a:rPr lang="en-US" sz="1600" dirty="0" err="1">
                <a:solidFill>
                  <a:srgbClr val="00B0F0"/>
                </a:solidFill>
              </a:rPr>
              <a:t>b.phone</a:t>
            </a:r>
            <a:r>
              <a:rPr lang="en-US" sz="1600" dirty="0">
                <a:solidFill>
                  <a:srgbClr val="00B0F0"/>
                </a:solidFill>
              </a:rPr>
              <a:t> from customers a, table(</a:t>
            </a:r>
            <a:r>
              <a:rPr lang="en-US" sz="1600" dirty="0" err="1">
                <a:solidFill>
                  <a:srgbClr val="00B0F0"/>
                </a:solidFill>
              </a:rPr>
              <a:t>a.custphon</a:t>
            </a:r>
            <a:r>
              <a:rPr lang="en-US" sz="1600" dirty="0">
                <a:solidFill>
                  <a:srgbClr val="00B0F0"/>
                </a:solidFill>
              </a:rPr>
              <a:t>) b;</a:t>
            </a:r>
          </a:p>
        </p:txBody>
      </p:sp>
    </p:spTree>
    <p:extLst>
      <p:ext uri="{BB962C8B-B14F-4D97-AF65-F5344CB8AC3E}">
        <p14:creationId xmlns:p14="http://schemas.microsoft.com/office/powerpoint/2010/main" val="111815586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3"/>
          <p:cNvSpPr>
            <a:spLocks noGrp="1"/>
          </p:cNvSpPr>
          <p:nvPr>
            <p:ph type="title"/>
          </p:nvPr>
        </p:nvSpPr>
        <p:spPr>
          <a:xfrm>
            <a:off x="-1" y="98992"/>
            <a:ext cx="8942119" cy="536972"/>
          </a:xfrm>
          <a:noFill/>
        </p:spPr>
        <p:txBody>
          <a:bodyPr>
            <a:normAutofit fontScale="90000"/>
          </a:bodyPr>
          <a:lstStyle/>
          <a:p>
            <a:r>
              <a:rPr lang="en-US" sz="1600" dirty="0">
                <a:latin typeface="Candara"/>
              </a:rPr>
              <a:t>1.5: </a:t>
            </a:r>
            <a:r>
              <a:rPr lang="en-US" sz="1400" dirty="0">
                <a:latin typeface="Candara"/>
              </a:rPr>
              <a:t>Collections 						</a:t>
            </a:r>
            <a:br>
              <a:rPr lang="en-US" sz="1400" dirty="0">
                <a:latin typeface="Candara"/>
              </a:rPr>
            </a:br>
            <a:r>
              <a:rPr lang="en-US" sz="2300" dirty="0" err="1"/>
              <a:t>Varrays</a:t>
            </a:r>
            <a:r>
              <a:rPr lang="en-US" sz="2300" dirty="0"/>
              <a:t>							……contd.</a:t>
            </a:r>
            <a:endParaRPr lang="en-US" sz="2300" b="1" dirty="0">
              <a:latin typeface="Candara"/>
            </a:endParaRPr>
          </a:p>
        </p:txBody>
      </p:sp>
      <p:sp>
        <p:nvSpPr>
          <p:cNvPr id="12292" name="Rectangle 3"/>
          <p:cNvSpPr>
            <a:spLocks noGrp="1" noChangeArrowheads="1"/>
          </p:cNvSpPr>
          <p:nvPr>
            <p:ph idx="1"/>
          </p:nvPr>
        </p:nvSpPr>
        <p:spPr>
          <a:xfrm>
            <a:off x="0" y="855959"/>
            <a:ext cx="9144000" cy="3917922"/>
          </a:xfrm>
        </p:spPr>
        <p:txBody>
          <a:bodyPr>
            <a:noAutofit/>
          </a:bodyPr>
          <a:lstStyle/>
          <a:p>
            <a:endParaRPr lang="en-US" sz="1600" dirty="0"/>
          </a:p>
          <a:p>
            <a:pPr>
              <a:buNone/>
            </a:pPr>
            <a:r>
              <a:rPr lang="en-US" sz="1600" dirty="0">
                <a:solidFill>
                  <a:srgbClr val="00B0F0"/>
                </a:solidFill>
              </a:rPr>
              <a:t>DECLARE</a:t>
            </a:r>
          </a:p>
          <a:p>
            <a:pPr>
              <a:buNone/>
            </a:pPr>
            <a:r>
              <a:rPr lang="en-US" sz="1600" dirty="0">
                <a:solidFill>
                  <a:srgbClr val="00B0F0"/>
                </a:solidFill>
              </a:rPr>
              <a:t>    TYPE  </a:t>
            </a:r>
            <a:r>
              <a:rPr lang="en-US" sz="1600" dirty="0" err="1">
                <a:solidFill>
                  <a:srgbClr val="00B0F0"/>
                </a:solidFill>
              </a:rPr>
              <a:t>t_names</a:t>
            </a:r>
            <a:r>
              <a:rPr lang="en-US" sz="1600" dirty="0">
                <a:solidFill>
                  <a:srgbClr val="00B0F0"/>
                </a:solidFill>
              </a:rPr>
              <a:t>  IS  VARRAY(5)  OF  VARCHAR2(20);</a:t>
            </a:r>
          </a:p>
          <a:p>
            <a:pPr>
              <a:buNone/>
            </a:pPr>
            <a:r>
              <a:rPr lang="en-US" sz="1600" dirty="0">
                <a:solidFill>
                  <a:srgbClr val="00B0F0"/>
                </a:solidFill>
              </a:rPr>
              <a:t>    </a:t>
            </a:r>
            <a:r>
              <a:rPr lang="en-US" sz="1600" dirty="0" err="1">
                <a:solidFill>
                  <a:srgbClr val="00B0F0"/>
                </a:solidFill>
              </a:rPr>
              <a:t>v_name_list</a:t>
            </a:r>
            <a:r>
              <a:rPr lang="en-US" sz="1600" dirty="0">
                <a:solidFill>
                  <a:srgbClr val="00B0F0"/>
                </a:solidFill>
              </a:rPr>
              <a:t>   </a:t>
            </a:r>
            <a:r>
              <a:rPr lang="en-US" sz="1600" dirty="0" err="1">
                <a:solidFill>
                  <a:srgbClr val="00B0F0"/>
                </a:solidFill>
              </a:rPr>
              <a:t>t_names</a:t>
            </a:r>
            <a:r>
              <a:rPr lang="en-US" sz="1600" dirty="0">
                <a:solidFill>
                  <a:srgbClr val="00B0F0"/>
                </a:solidFill>
              </a:rPr>
              <a:t>  :=  </a:t>
            </a:r>
            <a:r>
              <a:rPr lang="en-US" sz="1600" dirty="0" err="1">
                <a:solidFill>
                  <a:srgbClr val="00B0F0"/>
                </a:solidFill>
              </a:rPr>
              <a:t>t_names</a:t>
            </a:r>
            <a:r>
              <a:rPr lang="en-US" sz="1600" dirty="0">
                <a:solidFill>
                  <a:srgbClr val="00B0F0"/>
                </a:solidFill>
              </a:rPr>
              <a:t>('Amit', 'Sumit', 'Rajesh', 'Milind', 'Sachin');</a:t>
            </a:r>
          </a:p>
          <a:p>
            <a:pPr>
              <a:buNone/>
            </a:pPr>
            <a:r>
              <a:rPr lang="en-US" sz="1600" dirty="0">
                <a:solidFill>
                  <a:srgbClr val="00B0F0"/>
                </a:solidFill>
              </a:rPr>
              <a:t>BEGIN</a:t>
            </a:r>
          </a:p>
          <a:p>
            <a:pPr>
              <a:buNone/>
            </a:pPr>
            <a:r>
              <a:rPr lang="en-US" sz="1600" dirty="0">
                <a:solidFill>
                  <a:srgbClr val="00B0F0"/>
                </a:solidFill>
              </a:rPr>
              <a:t>    FOR  </a:t>
            </a:r>
            <a:r>
              <a:rPr lang="en-US" sz="1600" dirty="0" err="1">
                <a:solidFill>
                  <a:srgbClr val="00B0F0"/>
                </a:solidFill>
              </a:rPr>
              <a:t>cnt</a:t>
            </a:r>
            <a:r>
              <a:rPr lang="en-US" sz="1600" dirty="0">
                <a:solidFill>
                  <a:srgbClr val="00B0F0"/>
                </a:solidFill>
              </a:rPr>
              <a:t>   IN  1 ..  </a:t>
            </a:r>
            <a:r>
              <a:rPr lang="en-US" sz="1600" dirty="0" err="1">
                <a:solidFill>
                  <a:srgbClr val="00B0F0"/>
                </a:solidFill>
              </a:rPr>
              <a:t>v_name_list.count</a:t>
            </a:r>
            <a:endParaRPr lang="en-US" sz="1600" dirty="0">
              <a:solidFill>
                <a:srgbClr val="00B0F0"/>
              </a:solidFill>
            </a:endParaRPr>
          </a:p>
          <a:p>
            <a:pPr>
              <a:buNone/>
            </a:pPr>
            <a:r>
              <a:rPr lang="en-US" sz="1600" dirty="0">
                <a:solidFill>
                  <a:srgbClr val="00B0F0"/>
                </a:solidFill>
              </a:rPr>
              <a:t>    LOOP</a:t>
            </a:r>
          </a:p>
          <a:p>
            <a:pPr>
              <a:buNone/>
            </a:pPr>
            <a:r>
              <a:rPr lang="en-US" sz="1600" dirty="0">
                <a:solidFill>
                  <a:srgbClr val="00B0F0"/>
                </a:solidFill>
              </a:rPr>
              <a:t>         DBMS_OUTPUT.PUT_LINE('Name : ' ||  </a:t>
            </a:r>
            <a:r>
              <a:rPr lang="en-US" sz="1600" dirty="0" err="1">
                <a:solidFill>
                  <a:srgbClr val="00B0F0"/>
                </a:solidFill>
              </a:rPr>
              <a:t>v_name_list</a:t>
            </a:r>
            <a:r>
              <a:rPr lang="en-US" sz="1600" dirty="0">
                <a:solidFill>
                  <a:srgbClr val="00B0F0"/>
                </a:solidFill>
              </a:rPr>
              <a:t>(</a:t>
            </a:r>
            <a:r>
              <a:rPr lang="en-US" sz="1600" dirty="0" err="1">
                <a:solidFill>
                  <a:srgbClr val="00B0F0"/>
                </a:solidFill>
              </a:rPr>
              <a:t>cnt</a:t>
            </a:r>
            <a:r>
              <a:rPr lang="en-US" sz="1600" dirty="0">
                <a:solidFill>
                  <a:srgbClr val="00B0F0"/>
                </a:solidFill>
              </a:rPr>
              <a:t>));</a:t>
            </a:r>
          </a:p>
          <a:p>
            <a:pPr>
              <a:buNone/>
            </a:pPr>
            <a:r>
              <a:rPr lang="en-US" sz="1600" dirty="0">
                <a:solidFill>
                  <a:srgbClr val="00B0F0"/>
                </a:solidFill>
              </a:rPr>
              <a:t>    END LOOP;</a:t>
            </a:r>
          </a:p>
          <a:p>
            <a:pPr>
              <a:buNone/>
            </a:pPr>
            <a:r>
              <a:rPr lang="en-US" sz="1600" dirty="0">
                <a:solidFill>
                  <a:srgbClr val="00B0F0"/>
                </a:solidFill>
              </a:rPr>
              <a:t>END;</a:t>
            </a:r>
          </a:p>
          <a:p>
            <a:pPr>
              <a:buNone/>
            </a:pPr>
            <a:r>
              <a:rPr lang="en-US" sz="1600" dirty="0">
                <a:solidFill>
                  <a:srgbClr val="00B0F0"/>
                </a:solidFill>
              </a:rPr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111815586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3"/>
          <p:cNvSpPr>
            <a:spLocks noGrp="1"/>
          </p:cNvSpPr>
          <p:nvPr>
            <p:ph type="title"/>
          </p:nvPr>
        </p:nvSpPr>
        <p:spPr>
          <a:xfrm>
            <a:off x="-1" y="98992"/>
            <a:ext cx="8942119" cy="536972"/>
          </a:xfrm>
          <a:noFill/>
        </p:spPr>
        <p:txBody>
          <a:bodyPr>
            <a:normAutofit fontScale="90000"/>
          </a:bodyPr>
          <a:lstStyle/>
          <a:p>
            <a:r>
              <a:rPr lang="en-US" sz="1600" dirty="0">
                <a:latin typeface="Candara"/>
              </a:rPr>
              <a:t>1.5: </a:t>
            </a:r>
            <a:r>
              <a:rPr lang="en-US" sz="1400" dirty="0">
                <a:latin typeface="Candara"/>
              </a:rPr>
              <a:t>Collections 						</a:t>
            </a:r>
            <a:br>
              <a:rPr lang="en-US" sz="1400" dirty="0">
                <a:latin typeface="Candara"/>
              </a:rPr>
            </a:br>
            <a:r>
              <a:rPr lang="en-US" sz="2300" dirty="0" err="1"/>
              <a:t>Varrays</a:t>
            </a:r>
            <a:r>
              <a:rPr lang="en-US" sz="2300" dirty="0"/>
              <a:t>							……contd.</a:t>
            </a:r>
            <a:endParaRPr lang="en-US" sz="2300" b="1" dirty="0">
              <a:latin typeface="Candara"/>
            </a:endParaRPr>
          </a:p>
        </p:txBody>
      </p:sp>
      <p:sp>
        <p:nvSpPr>
          <p:cNvPr id="12292" name="Rectangle 3"/>
          <p:cNvSpPr>
            <a:spLocks noGrp="1" noChangeArrowheads="1"/>
          </p:cNvSpPr>
          <p:nvPr>
            <p:ph idx="1"/>
          </p:nvPr>
        </p:nvSpPr>
        <p:spPr>
          <a:xfrm>
            <a:off x="0" y="855959"/>
            <a:ext cx="9144000" cy="3917922"/>
          </a:xfrm>
        </p:spPr>
        <p:txBody>
          <a:bodyPr>
            <a:noAutofit/>
          </a:bodyPr>
          <a:lstStyle/>
          <a:p>
            <a:pPr algn="just"/>
            <a:r>
              <a:rPr lang="en-US" sz="1600" dirty="0"/>
              <a:t>Example : </a:t>
            </a:r>
            <a:r>
              <a:rPr lang="en-US" sz="1600" dirty="0" err="1"/>
              <a:t>Varrays</a:t>
            </a:r>
            <a:r>
              <a:rPr lang="en-US" sz="1600" dirty="0"/>
              <a:t> can be stored as a database column :</a:t>
            </a:r>
          </a:p>
          <a:p>
            <a:pPr algn="just">
              <a:buNone/>
            </a:pPr>
            <a:r>
              <a:rPr lang="en-US" sz="1600" dirty="0">
                <a:latin typeface="Courier New" pitchFamily="49" charset="0"/>
              </a:rPr>
              <a:t>-- Creating a new </a:t>
            </a:r>
            <a:r>
              <a:rPr lang="en-US" sz="1600" dirty="0" err="1">
                <a:latin typeface="Courier New" pitchFamily="49" charset="0"/>
              </a:rPr>
              <a:t>varray</a:t>
            </a:r>
            <a:r>
              <a:rPr lang="en-US" sz="1600" dirty="0">
                <a:latin typeface="Courier New" pitchFamily="49" charset="0"/>
              </a:rPr>
              <a:t>-type</a:t>
            </a:r>
          </a:p>
          <a:p>
            <a:pPr algn="just">
              <a:buNone/>
            </a:pPr>
            <a:r>
              <a:rPr lang="en-US" sz="1600" dirty="0">
                <a:latin typeface="Courier New" pitchFamily="49" charset="0"/>
              </a:rPr>
              <a:t>	</a:t>
            </a:r>
            <a:r>
              <a:rPr lang="en-US" sz="1600" dirty="0">
                <a:solidFill>
                  <a:srgbClr val="00B0F0"/>
                </a:solidFill>
              </a:rPr>
              <a:t>CREATE or REPLACE TYPE skill is VARRAY(5) of varchar2(35);</a:t>
            </a:r>
          </a:p>
          <a:p>
            <a:pPr algn="just">
              <a:buNone/>
            </a:pPr>
            <a:r>
              <a:rPr lang="en-US" sz="1600" dirty="0">
                <a:solidFill>
                  <a:srgbClr val="00B0F0"/>
                </a:solidFill>
              </a:rPr>
              <a:t>/</a:t>
            </a:r>
          </a:p>
          <a:p>
            <a:pPr algn="just">
              <a:buNone/>
            </a:pPr>
            <a:endParaRPr lang="en-US" sz="1600" dirty="0">
              <a:latin typeface="Courier New" pitchFamily="49" charset="0"/>
            </a:endParaRPr>
          </a:p>
          <a:p>
            <a:pPr algn="just">
              <a:buNone/>
            </a:pPr>
            <a:r>
              <a:rPr lang="en-US" sz="1600" dirty="0">
                <a:latin typeface="Courier New" pitchFamily="49" charset="0"/>
              </a:rPr>
              <a:t>-- Create a new Table EMPSKILL with one column of skill </a:t>
            </a:r>
            <a:r>
              <a:rPr lang="en-US" sz="1600" dirty="0" err="1">
                <a:latin typeface="Courier New" pitchFamily="49" charset="0"/>
              </a:rPr>
              <a:t>varray</a:t>
            </a:r>
            <a:r>
              <a:rPr lang="en-US" sz="1600" dirty="0">
                <a:latin typeface="Courier New" pitchFamily="49" charset="0"/>
              </a:rPr>
              <a:t> type and insert data into the table.</a:t>
            </a:r>
          </a:p>
          <a:p>
            <a:pPr algn="just">
              <a:buNone/>
            </a:pPr>
            <a:endParaRPr lang="en-US" sz="1600" dirty="0">
              <a:latin typeface="Courier New" pitchFamily="49" charset="0"/>
            </a:endParaRPr>
          </a:p>
          <a:p>
            <a:pPr algn="just">
              <a:buNone/>
            </a:pPr>
            <a:r>
              <a:rPr lang="en-US" sz="1600" dirty="0">
                <a:latin typeface="Courier New" pitchFamily="49" charset="0"/>
              </a:rPr>
              <a:t>	</a:t>
            </a:r>
            <a:r>
              <a:rPr lang="en-US" sz="1600" dirty="0">
                <a:solidFill>
                  <a:srgbClr val="00B0F0"/>
                </a:solidFill>
              </a:rPr>
              <a:t>CREATE TABLE MYEMPSKILL</a:t>
            </a:r>
          </a:p>
          <a:p>
            <a:pPr algn="just">
              <a:buNone/>
            </a:pPr>
            <a:r>
              <a:rPr lang="en-US" sz="1600" dirty="0">
                <a:solidFill>
                  <a:srgbClr val="00B0F0"/>
                </a:solidFill>
              </a:rPr>
              <a:t>	(	</a:t>
            </a:r>
            <a:r>
              <a:rPr lang="en-US" sz="1600" dirty="0" err="1">
                <a:solidFill>
                  <a:srgbClr val="00B0F0"/>
                </a:solidFill>
              </a:rPr>
              <a:t>empno</a:t>
            </a:r>
            <a:r>
              <a:rPr lang="en-US" sz="1600" dirty="0">
                <a:solidFill>
                  <a:srgbClr val="00B0F0"/>
                </a:solidFill>
              </a:rPr>
              <a:t>	 number(10),</a:t>
            </a:r>
          </a:p>
          <a:p>
            <a:pPr algn="just">
              <a:buNone/>
            </a:pPr>
            <a:r>
              <a:rPr lang="en-US" sz="1600" dirty="0">
                <a:solidFill>
                  <a:srgbClr val="00B0F0"/>
                </a:solidFill>
              </a:rPr>
              <a:t>		</a:t>
            </a:r>
            <a:r>
              <a:rPr lang="en-US" sz="1600" dirty="0" err="1">
                <a:solidFill>
                  <a:srgbClr val="00B0F0"/>
                </a:solidFill>
              </a:rPr>
              <a:t>ename</a:t>
            </a:r>
            <a:r>
              <a:rPr lang="en-US" sz="1600" dirty="0">
                <a:solidFill>
                  <a:srgbClr val="00B0F0"/>
                </a:solidFill>
              </a:rPr>
              <a:t>           	varchar2(40),</a:t>
            </a:r>
          </a:p>
          <a:p>
            <a:pPr algn="just">
              <a:buNone/>
            </a:pPr>
            <a:r>
              <a:rPr lang="en-US" sz="1600" dirty="0">
                <a:solidFill>
                  <a:srgbClr val="00B0F0"/>
                </a:solidFill>
              </a:rPr>
              <a:t>		</a:t>
            </a:r>
            <a:r>
              <a:rPr lang="en-US" sz="1600" dirty="0" err="1">
                <a:solidFill>
                  <a:srgbClr val="00B0F0"/>
                </a:solidFill>
              </a:rPr>
              <a:t>skill_detail</a:t>
            </a:r>
            <a:r>
              <a:rPr lang="en-US" sz="1600" dirty="0">
                <a:solidFill>
                  <a:srgbClr val="00B0F0"/>
                </a:solidFill>
              </a:rPr>
              <a:t>    	skill</a:t>
            </a:r>
          </a:p>
          <a:p>
            <a:pPr algn="just">
              <a:buNone/>
            </a:pPr>
            <a:r>
              <a:rPr lang="en-US" sz="1600" dirty="0">
                <a:solidFill>
                  <a:srgbClr val="00B0F0"/>
                </a:solidFill>
              </a:rPr>
              <a:t>	);</a:t>
            </a:r>
          </a:p>
        </p:txBody>
      </p:sp>
    </p:spTree>
    <p:extLst>
      <p:ext uri="{BB962C8B-B14F-4D97-AF65-F5344CB8AC3E}">
        <p14:creationId xmlns:p14="http://schemas.microsoft.com/office/powerpoint/2010/main" val="111815586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3"/>
          <p:cNvSpPr>
            <a:spLocks noGrp="1"/>
          </p:cNvSpPr>
          <p:nvPr>
            <p:ph type="title"/>
          </p:nvPr>
        </p:nvSpPr>
        <p:spPr>
          <a:xfrm>
            <a:off x="-1" y="98992"/>
            <a:ext cx="8942119" cy="536972"/>
          </a:xfrm>
          <a:noFill/>
        </p:spPr>
        <p:txBody>
          <a:bodyPr>
            <a:normAutofit fontScale="90000"/>
          </a:bodyPr>
          <a:lstStyle/>
          <a:p>
            <a:r>
              <a:rPr lang="en-US" sz="1600" dirty="0">
                <a:latin typeface="Candara"/>
              </a:rPr>
              <a:t>1.5: </a:t>
            </a:r>
            <a:r>
              <a:rPr lang="en-US" sz="1400" dirty="0">
                <a:latin typeface="Candara"/>
              </a:rPr>
              <a:t>Collections 						</a:t>
            </a:r>
            <a:br>
              <a:rPr lang="en-US" sz="1400" dirty="0">
                <a:latin typeface="Candara"/>
              </a:rPr>
            </a:br>
            <a:r>
              <a:rPr lang="en-US" sz="2300" dirty="0" err="1"/>
              <a:t>Varrays</a:t>
            </a:r>
            <a:r>
              <a:rPr lang="en-US" sz="2300" dirty="0"/>
              <a:t>							……contd.</a:t>
            </a:r>
            <a:endParaRPr lang="en-US" sz="2300" b="1" dirty="0">
              <a:latin typeface="Candara"/>
            </a:endParaRPr>
          </a:p>
        </p:txBody>
      </p:sp>
      <p:sp>
        <p:nvSpPr>
          <p:cNvPr id="12292" name="Rectangle 3"/>
          <p:cNvSpPr>
            <a:spLocks noGrp="1" noChangeArrowheads="1"/>
          </p:cNvSpPr>
          <p:nvPr>
            <p:ph idx="1"/>
          </p:nvPr>
        </p:nvSpPr>
        <p:spPr>
          <a:xfrm>
            <a:off x="0" y="855959"/>
            <a:ext cx="9144000" cy="3917922"/>
          </a:xfrm>
        </p:spPr>
        <p:txBody>
          <a:bodyPr>
            <a:noAutofit/>
          </a:bodyPr>
          <a:lstStyle/>
          <a:p>
            <a:pPr algn="just">
              <a:buNone/>
            </a:pPr>
            <a:r>
              <a:rPr lang="en-US" sz="1600" dirty="0">
                <a:latin typeface="Courier New" pitchFamily="49" charset="0"/>
              </a:rPr>
              <a:t>	</a:t>
            </a:r>
            <a:r>
              <a:rPr lang="en-US" sz="1600" dirty="0">
                <a:solidFill>
                  <a:srgbClr val="00B0F0"/>
                </a:solidFill>
              </a:rPr>
              <a:t>INSERT INTO </a:t>
            </a:r>
            <a:r>
              <a:rPr lang="en-US" sz="1600" dirty="0" err="1">
                <a:solidFill>
                  <a:srgbClr val="00B0F0"/>
                </a:solidFill>
              </a:rPr>
              <a:t>myempskill</a:t>
            </a:r>
            <a:r>
              <a:rPr lang="en-US" sz="1600" dirty="0">
                <a:solidFill>
                  <a:srgbClr val="00B0F0"/>
                </a:solidFill>
              </a:rPr>
              <a:t> VALUES( 7001,'Sourabh',skill('DBMS','SQL','</a:t>
            </a:r>
            <a:r>
              <a:rPr lang="en-US" sz="1600" dirty="0" err="1">
                <a:solidFill>
                  <a:srgbClr val="00B0F0"/>
                </a:solidFill>
              </a:rPr>
              <a:t>Plsql</a:t>
            </a:r>
            <a:r>
              <a:rPr lang="en-US" sz="1600" dirty="0">
                <a:solidFill>
                  <a:srgbClr val="00B0F0"/>
                </a:solidFill>
              </a:rPr>
              <a:t>','C', 'java'));</a:t>
            </a:r>
          </a:p>
          <a:p>
            <a:pPr algn="just">
              <a:buNone/>
            </a:pPr>
            <a:r>
              <a:rPr lang="en-US" sz="1600" dirty="0">
                <a:solidFill>
                  <a:srgbClr val="00B0F0"/>
                </a:solidFill>
              </a:rPr>
              <a:t>	INSERT INTO </a:t>
            </a:r>
            <a:r>
              <a:rPr lang="en-US" sz="1600" dirty="0" err="1">
                <a:solidFill>
                  <a:srgbClr val="00B0F0"/>
                </a:solidFill>
              </a:rPr>
              <a:t>myempskill</a:t>
            </a:r>
            <a:r>
              <a:rPr lang="en-US" sz="1600" dirty="0">
                <a:solidFill>
                  <a:srgbClr val="00B0F0"/>
                </a:solidFill>
              </a:rPr>
              <a:t> VALUES( 7002,'Manoj',skill('DBMS','SQL','</a:t>
            </a:r>
            <a:r>
              <a:rPr lang="en-US" sz="1600" dirty="0" err="1">
                <a:solidFill>
                  <a:srgbClr val="00B0F0"/>
                </a:solidFill>
              </a:rPr>
              <a:t>Plsql</a:t>
            </a:r>
            <a:r>
              <a:rPr lang="en-US" sz="1600" dirty="0">
                <a:solidFill>
                  <a:srgbClr val="00B0F0"/>
                </a:solidFill>
              </a:rPr>
              <a:t>','Unix'));</a:t>
            </a:r>
          </a:p>
          <a:p>
            <a:pPr algn="just">
              <a:buNone/>
            </a:pPr>
            <a:r>
              <a:rPr lang="en-US" sz="1600" dirty="0">
                <a:solidFill>
                  <a:srgbClr val="00B0F0"/>
                </a:solidFill>
              </a:rPr>
              <a:t>	INSERT INTO </a:t>
            </a:r>
            <a:r>
              <a:rPr lang="en-US" sz="1600" dirty="0" err="1">
                <a:solidFill>
                  <a:srgbClr val="00B0F0"/>
                </a:solidFill>
              </a:rPr>
              <a:t>myempskill</a:t>
            </a:r>
            <a:r>
              <a:rPr lang="en-US" sz="1600" dirty="0">
                <a:solidFill>
                  <a:srgbClr val="00B0F0"/>
                </a:solidFill>
              </a:rPr>
              <a:t> VALUES( 7003,'Nishant',skill('C', 'C++', 'Java', 'Struts', '</a:t>
            </a:r>
            <a:r>
              <a:rPr lang="en-US" sz="1600" dirty="0" err="1">
                <a:solidFill>
                  <a:srgbClr val="00B0F0"/>
                </a:solidFill>
              </a:rPr>
              <a:t>Hibernet</a:t>
            </a:r>
            <a:r>
              <a:rPr lang="en-US" sz="1600" dirty="0">
                <a:solidFill>
                  <a:srgbClr val="00B0F0"/>
                </a:solidFill>
              </a:rPr>
              <a:t>'));</a:t>
            </a:r>
          </a:p>
          <a:p>
            <a:pPr algn="just">
              <a:buNone/>
            </a:pPr>
            <a:r>
              <a:rPr lang="en-US" sz="1600" dirty="0">
                <a:solidFill>
                  <a:srgbClr val="00B0F0"/>
                </a:solidFill>
              </a:rPr>
              <a:t>  	INSERT INTO </a:t>
            </a:r>
            <a:r>
              <a:rPr lang="en-US" sz="1600" dirty="0" err="1">
                <a:solidFill>
                  <a:srgbClr val="00B0F0"/>
                </a:solidFill>
              </a:rPr>
              <a:t>myempskill</a:t>
            </a:r>
            <a:r>
              <a:rPr lang="en-US" sz="1600" dirty="0">
                <a:solidFill>
                  <a:srgbClr val="00B0F0"/>
                </a:solidFill>
              </a:rPr>
              <a:t> VALUES( 7004,'Priyanka',skill('SQL','</a:t>
            </a:r>
            <a:r>
              <a:rPr lang="en-US" sz="1600" dirty="0" err="1">
                <a:solidFill>
                  <a:srgbClr val="00B0F0"/>
                </a:solidFill>
              </a:rPr>
              <a:t>PlSQL</a:t>
            </a:r>
            <a:r>
              <a:rPr lang="en-US" sz="1600" dirty="0">
                <a:solidFill>
                  <a:srgbClr val="00B0F0"/>
                </a:solidFill>
              </a:rPr>
              <a:t>','</a:t>
            </a:r>
            <a:r>
              <a:rPr lang="en-US" sz="1600" dirty="0" err="1">
                <a:solidFill>
                  <a:srgbClr val="00B0F0"/>
                </a:solidFill>
              </a:rPr>
              <a:t>VB','dot</a:t>
            </a:r>
            <a:r>
              <a:rPr lang="en-US" sz="1600" dirty="0">
                <a:solidFill>
                  <a:srgbClr val="00B0F0"/>
                </a:solidFill>
              </a:rPr>
              <a:t> Net', 'Unix'));</a:t>
            </a:r>
          </a:p>
          <a:p>
            <a:pPr algn="just">
              <a:buNone/>
            </a:pPr>
            <a:endParaRPr lang="en-US" sz="1600" dirty="0">
              <a:solidFill>
                <a:srgbClr val="00B0F0"/>
              </a:solidFill>
            </a:endParaRPr>
          </a:p>
          <a:p>
            <a:pPr>
              <a:lnSpc>
                <a:spcPct val="80000"/>
              </a:lnSpc>
              <a:buNone/>
            </a:pPr>
            <a:r>
              <a:rPr lang="en-US" sz="1600" dirty="0">
                <a:latin typeface="Courier New" pitchFamily="49" charset="0"/>
              </a:rPr>
              <a:t>-- Example demonstrating use of some functions of </a:t>
            </a:r>
            <a:r>
              <a:rPr lang="en-US" sz="1600" dirty="0" err="1">
                <a:latin typeface="Courier New" pitchFamily="49" charset="0"/>
              </a:rPr>
              <a:t>Varray</a:t>
            </a:r>
            <a:r>
              <a:rPr lang="en-US" sz="1600" dirty="0">
                <a:latin typeface="Courier New" pitchFamily="49" charset="0"/>
              </a:rPr>
              <a:t> using cursor</a:t>
            </a:r>
          </a:p>
          <a:p>
            <a:pPr>
              <a:lnSpc>
                <a:spcPct val="80000"/>
              </a:lnSpc>
              <a:buNone/>
            </a:pPr>
            <a:endParaRPr lang="en-US" sz="1600" dirty="0">
              <a:latin typeface="Courier New" pitchFamily="49" charset="0"/>
            </a:endParaRPr>
          </a:p>
          <a:p>
            <a:pPr algn="just">
              <a:buNone/>
            </a:pPr>
            <a:r>
              <a:rPr lang="en-US" sz="1600" dirty="0">
                <a:latin typeface="Courier New" pitchFamily="49" charset="0"/>
              </a:rPr>
              <a:t>	</a:t>
            </a:r>
            <a:r>
              <a:rPr lang="en-US" sz="1600" dirty="0">
                <a:solidFill>
                  <a:srgbClr val="00B0F0"/>
                </a:solidFill>
              </a:rPr>
              <a:t>DECLARE</a:t>
            </a:r>
          </a:p>
          <a:p>
            <a:pPr algn="just">
              <a:buNone/>
            </a:pPr>
            <a:r>
              <a:rPr lang="en-US" sz="1600" dirty="0">
                <a:solidFill>
                  <a:srgbClr val="00B0F0"/>
                </a:solidFill>
              </a:rPr>
              <a:t>		CURSOR </a:t>
            </a:r>
            <a:r>
              <a:rPr lang="en-US" sz="1600" dirty="0" err="1">
                <a:solidFill>
                  <a:srgbClr val="00B0F0"/>
                </a:solidFill>
              </a:rPr>
              <a:t>c_varray</a:t>
            </a:r>
            <a:r>
              <a:rPr lang="en-US" sz="1600" dirty="0">
                <a:solidFill>
                  <a:srgbClr val="00B0F0"/>
                </a:solidFill>
              </a:rPr>
              <a:t> Is SELECT * FROM </a:t>
            </a:r>
            <a:r>
              <a:rPr lang="en-US" sz="1600" dirty="0" err="1">
                <a:solidFill>
                  <a:srgbClr val="00B0F0"/>
                </a:solidFill>
              </a:rPr>
              <a:t>myEMPSKILL</a:t>
            </a:r>
            <a:r>
              <a:rPr lang="en-US" sz="1600" dirty="0">
                <a:solidFill>
                  <a:srgbClr val="00B0F0"/>
                </a:solidFill>
              </a:rPr>
              <a:t> ;</a:t>
            </a:r>
          </a:p>
          <a:p>
            <a:pPr algn="just">
              <a:buNone/>
            </a:pPr>
            <a:r>
              <a:rPr lang="en-US" sz="1600" dirty="0">
                <a:solidFill>
                  <a:srgbClr val="00B0F0"/>
                </a:solidFill>
              </a:rPr>
              <a:t>		</a:t>
            </a:r>
            <a:r>
              <a:rPr lang="en-US" sz="1600" dirty="0" err="1">
                <a:solidFill>
                  <a:srgbClr val="00B0F0"/>
                </a:solidFill>
              </a:rPr>
              <a:t>i</a:t>
            </a:r>
            <a:r>
              <a:rPr lang="en-US" sz="1600" dirty="0">
                <a:solidFill>
                  <a:srgbClr val="00B0F0"/>
                </a:solidFill>
              </a:rPr>
              <a:t> NUMBER := 0   	 ;</a:t>
            </a:r>
          </a:p>
          <a:p>
            <a:pPr algn="just">
              <a:buNone/>
            </a:pPr>
            <a:r>
              <a:rPr lang="en-US" sz="1600" dirty="0">
                <a:solidFill>
                  <a:srgbClr val="00B0F0"/>
                </a:solidFill>
              </a:rPr>
              <a:t>	BEGIN	</a:t>
            </a:r>
          </a:p>
          <a:p>
            <a:pPr>
              <a:lnSpc>
                <a:spcPct val="80000"/>
              </a:lnSpc>
              <a:buNone/>
            </a:pPr>
            <a:r>
              <a:rPr lang="en-US" sz="1600" dirty="0"/>
              <a:t>	</a:t>
            </a:r>
          </a:p>
          <a:p>
            <a:pPr>
              <a:lnSpc>
                <a:spcPct val="80000"/>
              </a:lnSpc>
              <a:buNone/>
            </a:pPr>
            <a:r>
              <a:rPr lang="en-US" sz="1600" dirty="0"/>
              <a:t>											</a:t>
            </a:r>
            <a:r>
              <a:rPr lang="en-US" sz="1600" dirty="0">
                <a:solidFill>
                  <a:srgbClr val="CC3300"/>
                </a:solidFill>
              </a:rPr>
              <a:t>Contd..</a:t>
            </a:r>
          </a:p>
          <a:p>
            <a:pPr algn="just">
              <a:buNone/>
            </a:pPr>
            <a:endParaRPr lang="en-US" sz="1600" dirty="0">
              <a:solidFill>
                <a:srgbClr val="00B0F0"/>
              </a:solidFill>
            </a:endParaRPr>
          </a:p>
          <a:p>
            <a:pPr algn="just">
              <a:buNone/>
            </a:pPr>
            <a:endParaRPr lang="en-US" sz="1600" dirty="0">
              <a:solidFill>
                <a:srgbClr val="00B0F0"/>
              </a:solidFill>
            </a:endParaRPr>
          </a:p>
          <a:p>
            <a:pPr algn="just">
              <a:buNone/>
            </a:pPr>
            <a:endParaRPr lang="en-US" sz="16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815586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3"/>
          <p:cNvSpPr>
            <a:spLocks noGrp="1"/>
          </p:cNvSpPr>
          <p:nvPr>
            <p:ph type="title"/>
          </p:nvPr>
        </p:nvSpPr>
        <p:spPr>
          <a:xfrm>
            <a:off x="-1" y="98992"/>
            <a:ext cx="8942119" cy="536972"/>
          </a:xfrm>
          <a:noFill/>
        </p:spPr>
        <p:txBody>
          <a:bodyPr>
            <a:normAutofit fontScale="90000"/>
          </a:bodyPr>
          <a:lstStyle/>
          <a:p>
            <a:r>
              <a:rPr lang="en-US" sz="1600" dirty="0">
                <a:latin typeface="Candara"/>
              </a:rPr>
              <a:t>1.5: </a:t>
            </a:r>
            <a:r>
              <a:rPr lang="en-US" sz="1400" dirty="0">
                <a:latin typeface="Candara"/>
              </a:rPr>
              <a:t>Collections 						</a:t>
            </a:r>
            <a:br>
              <a:rPr lang="en-US" sz="1400" dirty="0">
                <a:latin typeface="Candara"/>
              </a:rPr>
            </a:br>
            <a:r>
              <a:rPr lang="en-US" sz="2300" dirty="0" err="1"/>
              <a:t>Varrays</a:t>
            </a:r>
            <a:r>
              <a:rPr lang="en-US" sz="2300" dirty="0"/>
              <a:t>							……contd.</a:t>
            </a:r>
            <a:endParaRPr lang="en-US" sz="2300" b="1" dirty="0">
              <a:latin typeface="Candara"/>
            </a:endParaRPr>
          </a:p>
        </p:txBody>
      </p:sp>
      <p:sp>
        <p:nvSpPr>
          <p:cNvPr id="12292" name="Rectangle 3"/>
          <p:cNvSpPr>
            <a:spLocks noGrp="1" noChangeArrowheads="1"/>
          </p:cNvSpPr>
          <p:nvPr>
            <p:ph idx="1"/>
          </p:nvPr>
        </p:nvSpPr>
        <p:spPr>
          <a:xfrm>
            <a:off x="0" y="855959"/>
            <a:ext cx="9144000" cy="3917922"/>
          </a:xfrm>
        </p:spPr>
        <p:txBody>
          <a:bodyPr>
            <a:noAutofit/>
          </a:bodyPr>
          <a:lstStyle/>
          <a:p>
            <a:pPr algn="just">
              <a:buNone/>
            </a:pPr>
            <a:r>
              <a:rPr lang="en-US" sz="1600" dirty="0">
                <a:latin typeface="Courier New" pitchFamily="49" charset="0"/>
              </a:rPr>
              <a:t>	</a:t>
            </a:r>
            <a:r>
              <a:rPr lang="en-US" sz="1600" dirty="0">
                <a:solidFill>
                  <a:srgbClr val="00B0F0"/>
                </a:solidFill>
              </a:rPr>
              <a:t>FOR </a:t>
            </a:r>
            <a:r>
              <a:rPr lang="en-US" sz="1600" dirty="0" err="1">
                <a:solidFill>
                  <a:srgbClr val="00B0F0"/>
                </a:solidFill>
              </a:rPr>
              <a:t>v_emp</a:t>
            </a:r>
            <a:r>
              <a:rPr lang="en-US" sz="1600" dirty="0">
                <a:solidFill>
                  <a:srgbClr val="00B0F0"/>
                </a:solidFill>
              </a:rPr>
              <a:t> In </a:t>
            </a:r>
            <a:r>
              <a:rPr lang="en-US" sz="1600" dirty="0" err="1">
                <a:solidFill>
                  <a:srgbClr val="00B0F0"/>
                </a:solidFill>
              </a:rPr>
              <a:t>c_varray</a:t>
            </a:r>
            <a:endParaRPr lang="en-US" sz="1600" dirty="0">
              <a:solidFill>
                <a:srgbClr val="00B0F0"/>
              </a:solidFill>
            </a:endParaRPr>
          </a:p>
          <a:p>
            <a:pPr algn="just">
              <a:buNone/>
            </a:pPr>
            <a:r>
              <a:rPr lang="en-US" sz="1600" dirty="0">
                <a:solidFill>
                  <a:srgbClr val="00B0F0"/>
                </a:solidFill>
              </a:rPr>
              <a:t>  	  LOOP</a:t>
            </a:r>
          </a:p>
          <a:p>
            <a:pPr algn="just">
              <a:buNone/>
            </a:pPr>
            <a:r>
              <a:rPr lang="en-US" sz="1600" dirty="0">
                <a:solidFill>
                  <a:srgbClr val="00B0F0"/>
                </a:solidFill>
              </a:rPr>
              <a:t>		 DBMS_OUTPUT.PUT_LINE('----------------------------');</a:t>
            </a:r>
          </a:p>
          <a:p>
            <a:pPr algn="just">
              <a:buNone/>
            </a:pPr>
            <a:r>
              <a:rPr lang="en-US" sz="1600" dirty="0">
                <a:solidFill>
                  <a:srgbClr val="00B0F0"/>
                </a:solidFill>
              </a:rPr>
              <a:t>		 DBMS_OUTPUT.PUT_LINE('</a:t>
            </a:r>
            <a:r>
              <a:rPr lang="en-US" sz="1600" dirty="0" err="1">
                <a:solidFill>
                  <a:srgbClr val="00B0F0"/>
                </a:solidFill>
              </a:rPr>
              <a:t>Emp</a:t>
            </a:r>
            <a:r>
              <a:rPr lang="en-US" sz="1600" dirty="0">
                <a:solidFill>
                  <a:srgbClr val="00B0F0"/>
                </a:solidFill>
              </a:rPr>
              <a:t> No : ' || </a:t>
            </a:r>
            <a:r>
              <a:rPr lang="en-US" sz="1600" dirty="0" err="1">
                <a:solidFill>
                  <a:srgbClr val="00B0F0"/>
                </a:solidFill>
              </a:rPr>
              <a:t>v_emp.empno</a:t>
            </a:r>
            <a:r>
              <a:rPr lang="en-US" sz="1600" dirty="0">
                <a:solidFill>
                  <a:srgbClr val="00B0F0"/>
                </a:solidFill>
              </a:rPr>
              <a:t> || '   Name : ' 				           ||</a:t>
            </a:r>
            <a:r>
              <a:rPr lang="en-US" sz="1600" dirty="0" err="1">
                <a:solidFill>
                  <a:srgbClr val="00B0F0"/>
                </a:solidFill>
              </a:rPr>
              <a:t>v_emp.ename</a:t>
            </a:r>
            <a:r>
              <a:rPr lang="en-US" sz="1600" dirty="0">
                <a:solidFill>
                  <a:srgbClr val="00B0F0"/>
                </a:solidFill>
              </a:rPr>
              <a:t> );</a:t>
            </a:r>
          </a:p>
          <a:p>
            <a:pPr algn="just">
              <a:buNone/>
            </a:pPr>
            <a:r>
              <a:rPr lang="en-US" sz="1600" dirty="0">
                <a:solidFill>
                  <a:srgbClr val="00B0F0"/>
                </a:solidFill>
              </a:rPr>
              <a:t>		 DBMS_OUTPUT.PUT_LINE('-----------------------------');</a:t>
            </a:r>
          </a:p>
          <a:p>
            <a:pPr algn="just">
              <a:buNone/>
            </a:pPr>
            <a:r>
              <a:rPr lang="en-US" sz="1600" dirty="0">
                <a:solidFill>
                  <a:srgbClr val="00B0F0"/>
                </a:solidFill>
              </a:rPr>
              <a:t>		FOR </a:t>
            </a:r>
            <a:r>
              <a:rPr lang="en-US" sz="1600" dirty="0" err="1">
                <a:solidFill>
                  <a:srgbClr val="00B0F0"/>
                </a:solidFill>
              </a:rPr>
              <a:t>i</a:t>
            </a:r>
            <a:r>
              <a:rPr lang="en-US" sz="1600" dirty="0">
                <a:solidFill>
                  <a:srgbClr val="00B0F0"/>
                </a:solidFill>
              </a:rPr>
              <a:t> IN  1 .. </a:t>
            </a:r>
            <a:r>
              <a:rPr lang="en-US" sz="1600" dirty="0" err="1">
                <a:solidFill>
                  <a:srgbClr val="00B0F0"/>
                </a:solidFill>
              </a:rPr>
              <a:t>v_emp.skill_detail.Count</a:t>
            </a:r>
            <a:endParaRPr lang="en-US" sz="1600" dirty="0">
              <a:solidFill>
                <a:srgbClr val="00B0F0"/>
              </a:solidFill>
            </a:endParaRPr>
          </a:p>
          <a:p>
            <a:pPr algn="just">
              <a:buNone/>
            </a:pPr>
            <a:r>
              <a:rPr lang="en-US" sz="1600" dirty="0">
                <a:solidFill>
                  <a:srgbClr val="00B0F0"/>
                </a:solidFill>
              </a:rPr>
              <a:t>   		LOOP</a:t>
            </a:r>
          </a:p>
          <a:p>
            <a:pPr algn="just">
              <a:buNone/>
            </a:pPr>
            <a:r>
              <a:rPr lang="en-US" sz="1600" dirty="0">
                <a:solidFill>
                  <a:srgbClr val="00B0F0"/>
                </a:solidFill>
              </a:rPr>
              <a:t>   		DBMS_OUTPUT.PUT_LINE(</a:t>
            </a:r>
            <a:r>
              <a:rPr lang="en-US" sz="1600" dirty="0" err="1">
                <a:solidFill>
                  <a:srgbClr val="00B0F0"/>
                </a:solidFill>
              </a:rPr>
              <a:t>v_emp.skill_detail</a:t>
            </a:r>
            <a:r>
              <a:rPr lang="en-US" sz="1600" dirty="0">
                <a:solidFill>
                  <a:srgbClr val="00B0F0"/>
                </a:solidFill>
              </a:rPr>
              <a:t>(</a:t>
            </a:r>
            <a:r>
              <a:rPr lang="en-US" sz="1600" dirty="0" err="1">
                <a:solidFill>
                  <a:srgbClr val="00B0F0"/>
                </a:solidFill>
              </a:rPr>
              <a:t>i</a:t>
            </a:r>
            <a:r>
              <a:rPr lang="en-US" sz="1600" dirty="0">
                <a:solidFill>
                  <a:srgbClr val="00B0F0"/>
                </a:solidFill>
              </a:rPr>
              <a:t>));</a:t>
            </a:r>
          </a:p>
          <a:p>
            <a:pPr algn="just">
              <a:buNone/>
            </a:pPr>
            <a:r>
              <a:rPr lang="en-US" sz="1600" dirty="0">
                <a:solidFill>
                  <a:srgbClr val="00B0F0"/>
                </a:solidFill>
              </a:rPr>
              <a:t>   		END LOOP ;</a:t>
            </a:r>
          </a:p>
          <a:p>
            <a:pPr algn="just">
              <a:buNone/>
            </a:pPr>
            <a:r>
              <a:rPr lang="en-US" sz="1600" dirty="0">
                <a:solidFill>
                  <a:srgbClr val="00B0F0"/>
                </a:solidFill>
              </a:rPr>
              <a:t>   		DBMS_OUTPUT.PUT_LINE('-------------------------');</a:t>
            </a:r>
          </a:p>
          <a:p>
            <a:pPr algn="just">
              <a:buNone/>
            </a:pPr>
            <a:r>
              <a:rPr lang="en-US" sz="1600" dirty="0">
                <a:solidFill>
                  <a:srgbClr val="00B0F0"/>
                </a:solidFill>
              </a:rPr>
              <a:t>  	  END LOOP;</a:t>
            </a:r>
          </a:p>
          <a:p>
            <a:pPr algn="just">
              <a:buNone/>
            </a:pPr>
            <a:r>
              <a:rPr lang="en-US" sz="1600" dirty="0">
                <a:solidFill>
                  <a:srgbClr val="00B0F0"/>
                </a:solidFill>
              </a:rPr>
              <a:t> END;</a:t>
            </a:r>
          </a:p>
          <a:p>
            <a:pPr algn="just">
              <a:buNone/>
            </a:pPr>
            <a:r>
              <a:rPr lang="en-US" sz="1600" dirty="0">
                <a:solidFill>
                  <a:srgbClr val="00B0F0"/>
                </a:solidFill>
              </a:rPr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111815586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1300" dirty="0">
                <a:latin typeface="Candara"/>
              </a:rPr>
              <a:t>1.5: Collections </a:t>
            </a:r>
            <a:r>
              <a:rPr lang="en-US" sz="1400" dirty="0">
                <a:latin typeface="Candara"/>
              </a:rPr>
              <a:t>						</a:t>
            </a:r>
            <a:br>
              <a:rPr lang="en-US" dirty="0"/>
            </a:br>
            <a:r>
              <a:rPr lang="en-US" dirty="0"/>
              <a:t>Adding an Element to a </a:t>
            </a:r>
            <a:r>
              <a:rPr lang="en-US" dirty="0" err="1"/>
              <a:t>Varray</a:t>
            </a:r>
            <a:r>
              <a:rPr lang="en-US" sz="2000" dirty="0"/>
              <a:t> 			</a:t>
            </a:r>
          </a:p>
        </p:txBody>
      </p:sp>
      <p:sp>
        <p:nvSpPr>
          <p:cNvPr id="167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98517" y="890649"/>
            <a:ext cx="8712115" cy="3713239"/>
          </a:xfrm>
        </p:spPr>
        <p:txBody>
          <a:bodyPr/>
          <a:lstStyle/>
          <a:p>
            <a:pPr eaLnBrk="1" hangingPunct="1"/>
            <a:r>
              <a:rPr lang="en-US" dirty="0"/>
              <a:t>Step I – Create the </a:t>
            </a:r>
            <a:r>
              <a:rPr lang="en-US" dirty="0" err="1"/>
              <a:t>varray</a:t>
            </a:r>
            <a:r>
              <a:rPr lang="en-US" dirty="0"/>
              <a:t>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dirty="0">
                <a:latin typeface="Courier New" pitchFamily="49" charset="0"/>
              </a:rPr>
              <a:t>	</a:t>
            </a:r>
            <a:r>
              <a:rPr lang="en-US" sz="1600" dirty="0">
                <a:solidFill>
                  <a:srgbClr val="00B0F0"/>
                </a:solidFill>
              </a:rPr>
              <a:t>CREATE TYPE  </a:t>
            </a:r>
            <a:r>
              <a:rPr lang="en-US" sz="1600" dirty="0" err="1">
                <a:solidFill>
                  <a:srgbClr val="00B0F0"/>
                </a:solidFill>
              </a:rPr>
              <a:t>cust_var_type</a:t>
            </a:r>
            <a:r>
              <a:rPr lang="en-US" sz="1600" dirty="0">
                <a:solidFill>
                  <a:srgbClr val="00B0F0"/>
                </a:solidFill>
              </a:rPr>
              <a:t>  IS  VARRAY(5)  OF  NUMBER(10);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1600" dirty="0">
                <a:solidFill>
                  <a:srgbClr val="00B0F0"/>
                </a:solidFill>
              </a:rPr>
              <a:t>/</a:t>
            </a:r>
          </a:p>
          <a:p>
            <a:pPr eaLnBrk="1" hangingPunct="1"/>
            <a:r>
              <a:rPr lang="en-US" dirty="0"/>
              <a:t>Step II - Create a table having a column that is </a:t>
            </a:r>
            <a:r>
              <a:rPr lang="en-US" dirty="0" err="1"/>
              <a:t>varray</a:t>
            </a:r>
            <a:endParaRPr lang="en-US" dirty="0"/>
          </a:p>
          <a:p>
            <a:pPr algn="just" eaLnBrk="1" hangingPunct="1">
              <a:buFont typeface="Wingdings" pitchFamily="2" charset="2"/>
              <a:buNone/>
            </a:pPr>
            <a:r>
              <a:rPr lang="en-US" dirty="0">
                <a:latin typeface="Courier New" pitchFamily="49" charset="0"/>
              </a:rPr>
              <a:t>	</a:t>
            </a:r>
            <a:r>
              <a:rPr lang="en-US" sz="1600" dirty="0">
                <a:solidFill>
                  <a:srgbClr val="00B0F0"/>
                </a:solidFill>
              </a:rPr>
              <a:t>CREATE TABLE customers(</a:t>
            </a:r>
            <a:r>
              <a:rPr lang="en-US" sz="1600" dirty="0" err="1">
                <a:solidFill>
                  <a:srgbClr val="00B0F0"/>
                </a:solidFill>
              </a:rPr>
              <a:t>cust_ID</a:t>
            </a:r>
            <a:r>
              <a:rPr lang="en-US" sz="1600" dirty="0">
                <a:solidFill>
                  <a:srgbClr val="00B0F0"/>
                </a:solidFill>
              </a:rPr>
              <a:t> NUMBER(4) PRIMARY KEY, </a:t>
            </a:r>
            <a:r>
              <a:rPr lang="en-US" sz="1600" dirty="0" err="1">
                <a:solidFill>
                  <a:srgbClr val="00B0F0"/>
                </a:solidFill>
              </a:rPr>
              <a:t>cust_Name</a:t>
            </a:r>
            <a:r>
              <a:rPr lang="en-US" sz="1600" dirty="0">
                <a:solidFill>
                  <a:srgbClr val="00B0F0"/>
                </a:solidFill>
              </a:rPr>
              <a:t> VARCHAR2(30), </a:t>
            </a:r>
            <a:r>
              <a:rPr lang="en-US" sz="1600" dirty="0" err="1">
                <a:solidFill>
                  <a:srgbClr val="00B0F0"/>
                </a:solidFill>
              </a:rPr>
              <a:t>cust_City</a:t>
            </a:r>
            <a:r>
              <a:rPr lang="en-US" sz="1600" dirty="0">
                <a:solidFill>
                  <a:srgbClr val="00B0F0"/>
                </a:solidFill>
              </a:rPr>
              <a:t> VARCHAR2(20), </a:t>
            </a:r>
            <a:r>
              <a:rPr lang="en-US" sz="1600" dirty="0" err="1">
                <a:solidFill>
                  <a:srgbClr val="00B0F0"/>
                </a:solidFill>
              </a:rPr>
              <a:t>cust_Phone</a:t>
            </a:r>
            <a:r>
              <a:rPr lang="en-US" sz="1600" dirty="0">
                <a:solidFill>
                  <a:srgbClr val="00B0F0"/>
                </a:solidFill>
              </a:rPr>
              <a:t> </a:t>
            </a:r>
            <a:r>
              <a:rPr lang="en-US" sz="1600" dirty="0" err="1">
                <a:solidFill>
                  <a:srgbClr val="00B0F0"/>
                </a:solidFill>
              </a:rPr>
              <a:t>cust_var_type</a:t>
            </a:r>
            <a:r>
              <a:rPr lang="en-US" sz="1600" dirty="0">
                <a:solidFill>
                  <a:srgbClr val="00B0F0"/>
                </a:solidFill>
              </a:rPr>
              <a:t>);</a:t>
            </a:r>
          </a:p>
          <a:p>
            <a:pPr eaLnBrk="1" hangingPunct="1"/>
            <a:r>
              <a:rPr lang="en-US" dirty="0"/>
              <a:t>Step III- Insert records in the table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dirty="0">
                <a:latin typeface="Courier New" pitchFamily="49" charset="0"/>
              </a:rPr>
              <a:t>	</a:t>
            </a:r>
            <a:r>
              <a:rPr lang="en-US" sz="1600" dirty="0">
                <a:solidFill>
                  <a:srgbClr val="00B0F0"/>
                </a:solidFill>
              </a:rPr>
              <a:t>INSERT INTO customers VALUES (1,'Ajay Sharma', '</a:t>
            </a:r>
            <a:r>
              <a:rPr lang="en-US" sz="1600" dirty="0" err="1">
                <a:solidFill>
                  <a:srgbClr val="00B0F0"/>
                </a:solidFill>
              </a:rPr>
              <a:t>Mumbai',cust_var_type</a:t>
            </a:r>
            <a:r>
              <a:rPr lang="en-US" sz="1600" dirty="0">
                <a:solidFill>
                  <a:srgbClr val="00B0F0"/>
                </a:solidFill>
              </a:rPr>
              <a:t>(9820111111));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1600" dirty="0">
                <a:solidFill>
                  <a:srgbClr val="00B0F0"/>
                </a:solidFill>
              </a:rPr>
              <a:t>	INSERT INTO customers VALUES (2,'Binit Gupta', '</a:t>
            </a:r>
            <a:r>
              <a:rPr lang="en-US" sz="1600" dirty="0" err="1">
                <a:solidFill>
                  <a:srgbClr val="00B0F0"/>
                </a:solidFill>
              </a:rPr>
              <a:t>Mumbai',cust_var_type</a:t>
            </a:r>
            <a:r>
              <a:rPr lang="en-US" sz="1600" dirty="0">
                <a:solidFill>
                  <a:srgbClr val="00B0F0"/>
                </a:solidFill>
              </a:rPr>
              <a:t>(9820232323));</a:t>
            </a:r>
          </a:p>
          <a:p>
            <a:pPr algn="just" eaLnBrk="1" hangingPunct="1">
              <a:buFont typeface="Wingdings" pitchFamily="2" charset="2"/>
              <a:buNone/>
            </a:pPr>
            <a:r>
              <a:rPr lang="en-US" sz="1600" dirty="0">
                <a:solidFill>
                  <a:srgbClr val="00B0F0"/>
                </a:solidFill>
              </a:rPr>
              <a:t>	INSERT INTO customers VALUES (3,'Venugopal','Pune',cust_var_type(9820674567,9821348732));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7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7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7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67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67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67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67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67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67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679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679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679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000"/>
                            </p:stCondLst>
                            <p:childTnLst>
                              <p:par>
                                <p:cTn id="2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679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679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679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0"/>
                            </p:stCondLst>
                            <p:childTnLst>
                              <p:par>
                                <p:cTn id="3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679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679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679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6000"/>
                            </p:stCondLst>
                            <p:childTnLst>
                              <p:par>
                                <p:cTn id="4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679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679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679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7000"/>
                            </p:stCondLst>
                            <p:childTnLst>
                              <p:par>
                                <p:cTn id="4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679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679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679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8000"/>
                            </p:stCondLst>
                            <p:childTnLst>
                              <p:par>
                                <p:cTn id="5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1679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679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679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1300" dirty="0">
                <a:latin typeface="Candara"/>
              </a:rPr>
              <a:t>1.5: Collections </a:t>
            </a:r>
            <a:br>
              <a:rPr lang="en-US" sz="2000" dirty="0"/>
            </a:br>
            <a:r>
              <a:rPr lang="en-US" sz="2000" dirty="0"/>
              <a:t>Adding an Element to a </a:t>
            </a:r>
            <a:r>
              <a:rPr lang="en-US" sz="2000" dirty="0" err="1"/>
              <a:t>Varray</a:t>
            </a:r>
            <a:r>
              <a:rPr lang="en-US" sz="2000" dirty="0"/>
              <a:t> 				….</a:t>
            </a:r>
            <a:r>
              <a:rPr lang="en-US" sz="2000" dirty="0" err="1"/>
              <a:t>contd</a:t>
            </a:r>
            <a:endParaRPr lang="en-US" sz="2000" dirty="0"/>
          </a:p>
        </p:txBody>
      </p:sp>
      <p:sp>
        <p:nvSpPr>
          <p:cNvPr id="1689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98517" y="831274"/>
            <a:ext cx="8712115" cy="4049484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z="1600" dirty="0"/>
              <a:t>Step IV – Create a procedure to add a </a:t>
            </a:r>
            <a:r>
              <a:rPr lang="en-US" sz="1600" dirty="0" err="1"/>
              <a:t>varray</a:t>
            </a:r>
            <a:r>
              <a:rPr lang="en-US" sz="1600" dirty="0"/>
              <a:t> element and then give call to it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200" dirty="0">
                <a:solidFill>
                  <a:srgbClr val="00B0F0"/>
                </a:solidFill>
              </a:rPr>
              <a:t>CREATE OR REPLACE PROCEDURE </a:t>
            </a:r>
            <a:r>
              <a:rPr lang="en-US" sz="1200" dirty="0" err="1">
                <a:solidFill>
                  <a:srgbClr val="00B0F0"/>
                </a:solidFill>
              </a:rPr>
              <a:t>prInsertCustPhone</a:t>
            </a:r>
            <a:r>
              <a:rPr lang="en-US" sz="1200" dirty="0">
                <a:solidFill>
                  <a:srgbClr val="00B0F0"/>
                </a:solidFill>
              </a:rPr>
              <a:t>(</a:t>
            </a:r>
            <a:r>
              <a:rPr lang="en-US" sz="1200" dirty="0" err="1">
                <a:solidFill>
                  <a:srgbClr val="00B0F0"/>
                </a:solidFill>
              </a:rPr>
              <a:t>p_cust_ID</a:t>
            </a:r>
            <a:r>
              <a:rPr lang="en-US" sz="1200" dirty="0">
                <a:solidFill>
                  <a:srgbClr val="00B0F0"/>
                </a:solidFill>
              </a:rPr>
              <a:t> </a:t>
            </a:r>
            <a:r>
              <a:rPr lang="en-US" sz="1200" dirty="0" err="1">
                <a:solidFill>
                  <a:srgbClr val="00B0F0"/>
                </a:solidFill>
              </a:rPr>
              <a:t>customers.cust_id%TYPE</a:t>
            </a:r>
            <a:r>
              <a:rPr lang="en-US" sz="1200" dirty="0">
                <a:solidFill>
                  <a:srgbClr val="00B0F0"/>
                </a:solidFill>
              </a:rPr>
              <a:t>, </a:t>
            </a:r>
            <a:r>
              <a:rPr lang="en-US" sz="1200" dirty="0" err="1">
                <a:solidFill>
                  <a:srgbClr val="00B0F0"/>
                </a:solidFill>
              </a:rPr>
              <a:t>p_phone</a:t>
            </a:r>
            <a:r>
              <a:rPr lang="en-US" sz="1200" dirty="0">
                <a:solidFill>
                  <a:srgbClr val="00B0F0"/>
                </a:solidFill>
              </a:rPr>
              <a:t> NUMBER) AS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200" dirty="0">
                <a:solidFill>
                  <a:srgbClr val="00B0F0"/>
                </a:solidFill>
              </a:rPr>
              <a:t>  	</a:t>
            </a:r>
            <a:r>
              <a:rPr lang="en-US" sz="1200" dirty="0" err="1">
                <a:solidFill>
                  <a:srgbClr val="00B0F0"/>
                </a:solidFill>
              </a:rPr>
              <a:t>v_phones</a:t>
            </a:r>
            <a:r>
              <a:rPr lang="en-US" sz="1200" dirty="0">
                <a:solidFill>
                  <a:srgbClr val="00B0F0"/>
                </a:solidFill>
              </a:rPr>
              <a:t> </a:t>
            </a:r>
            <a:r>
              <a:rPr lang="en-US" sz="1200" dirty="0" err="1">
                <a:solidFill>
                  <a:srgbClr val="00B0F0"/>
                </a:solidFill>
              </a:rPr>
              <a:t>cust_var_type</a:t>
            </a:r>
            <a:r>
              <a:rPr lang="en-US" sz="1200" dirty="0">
                <a:solidFill>
                  <a:srgbClr val="00B0F0"/>
                </a:solidFill>
              </a:rPr>
              <a:t> := </a:t>
            </a:r>
            <a:r>
              <a:rPr lang="en-US" sz="1200" dirty="0" err="1">
                <a:solidFill>
                  <a:srgbClr val="00B0F0"/>
                </a:solidFill>
              </a:rPr>
              <a:t>cust_var_type</a:t>
            </a:r>
            <a:r>
              <a:rPr lang="en-US" sz="1200" dirty="0">
                <a:solidFill>
                  <a:srgbClr val="00B0F0"/>
                </a:solidFill>
              </a:rPr>
              <a:t>();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200" dirty="0">
                <a:solidFill>
                  <a:srgbClr val="00B0F0"/>
                </a:solidFill>
              </a:rPr>
              <a:t>BEGIN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200" dirty="0">
                <a:solidFill>
                  <a:srgbClr val="00B0F0"/>
                </a:solidFill>
              </a:rPr>
              <a:t> 	SELECT </a:t>
            </a:r>
            <a:r>
              <a:rPr lang="en-US" sz="1200" dirty="0" err="1">
                <a:solidFill>
                  <a:srgbClr val="00B0F0"/>
                </a:solidFill>
              </a:rPr>
              <a:t>cust_phone</a:t>
            </a:r>
            <a:r>
              <a:rPr lang="en-US" sz="1200" dirty="0">
                <a:solidFill>
                  <a:srgbClr val="00B0F0"/>
                </a:solidFill>
              </a:rPr>
              <a:t> INTO </a:t>
            </a:r>
            <a:r>
              <a:rPr lang="en-US" sz="1200" dirty="0" err="1">
                <a:solidFill>
                  <a:srgbClr val="00B0F0"/>
                </a:solidFill>
              </a:rPr>
              <a:t>v_phones</a:t>
            </a:r>
            <a:r>
              <a:rPr lang="en-US" sz="1200" dirty="0">
                <a:solidFill>
                  <a:srgbClr val="00B0F0"/>
                </a:solidFill>
              </a:rPr>
              <a:t> FROM customers WHERE </a:t>
            </a:r>
            <a:r>
              <a:rPr lang="en-US" sz="1200" dirty="0" err="1">
                <a:solidFill>
                  <a:srgbClr val="00B0F0"/>
                </a:solidFill>
              </a:rPr>
              <a:t>cust_id</a:t>
            </a:r>
            <a:r>
              <a:rPr lang="en-US" sz="1200" dirty="0">
                <a:solidFill>
                  <a:srgbClr val="00B0F0"/>
                </a:solidFill>
              </a:rPr>
              <a:t> = </a:t>
            </a:r>
            <a:r>
              <a:rPr lang="en-US" sz="1200" dirty="0" err="1">
                <a:solidFill>
                  <a:srgbClr val="00B0F0"/>
                </a:solidFill>
              </a:rPr>
              <a:t>p_cust_id</a:t>
            </a:r>
            <a:r>
              <a:rPr lang="en-US" sz="1200" dirty="0">
                <a:solidFill>
                  <a:srgbClr val="00B0F0"/>
                </a:solidFill>
              </a:rPr>
              <a:t>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200" dirty="0">
                <a:solidFill>
                  <a:srgbClr val="00B0F0"/>
                </a:solidFill>
              </a:rPr>
              <a:t>	IF </a:t>
            </a:r>
            <a:r>
              <a:rPr lang="en-US" sz="1200" dirty="0" err="1">
                <a:solidFill>
                  <a:srgbClr val="00B0F0"/>
                </a:solidFill>
              </a:rPr>
              <a:t>v_phones.COUNT</a:t>
            </a:r>
            <a:r>
              <a:rPr lang="en-US" sz="1200" dirty="0">
                <a:solidFill>
                  <a:srgbClr val="00B0F0"/>
                </a:solidFill>
              </a:rPr>
              <a:t> &lt; </a:t>
            </a:r>
            <a:r>
              <a:rPr lang="en-US" sz="1200" dirty="0" err="1">
                <a:solidFill>
                  <a:srgbClr val="00B0F0"/>
                </a:solidFill>
              </a:rPr>
              <a:t>v_phones.LIMIT</a:t>
            </a:r>
            <a:r>
              <a:rPr lang="en-US" sz="1200" dirty="0">
                <a:solidFill>
                  <a:srgbClr val="00B0F0"/>
                </a:solidFill>
              </a:rPr>
              <a:t> THEN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200" dirty="0">
                <a:solidFill>
                  <a:srgbClr val="00B0F0"/>
                </a:solidFill>
              </a:rPr>
              <a:t>		</a:t>
            </a:r>
            <a:r>
              <a:rPr lang="en-US" sz="1200" dirty="0" err="1">
                <a:solidFill>
                  <a:srgbClr val="00B0F0"/>
                </a:solidFill>
              </a:rPr>
              <a:t>v_phones.EXTEND</a:t>
            </a:r>
            <a:r>
              <a:rPr lang="en-US" sz="1200" dirty="0">
                <a:solidFill>
                  <a:srgbClr val="00B0F0"/>
                </a:solidFill>
              </a:rPr>
              <a:t>(1);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200" dirty="0">
                <a:solidFill>
                  <a:srgbClr val="00B0F0"/>
                </a:solidFill>
              </a:rPr>
              <a:t>		</a:t>
            </a:r>
            <a:r>
              <a:rPr lang="en-US" sz="1200" dirty="0" err="1">
                <a:solidFill>
                  <a:srgbClr val="00B0F0"/>
                </a:solidFill>
              </a:rPr>
              <a:t>v_phones</a:t>
            </a:r>
            <a:r>
              <a:rPr lang="en-US" sz="1200" dirty="0">
                <a:solidFill>
                  <a:srgbClr val="00B0F0"/>
                </a:solidFill>
              </a:rPr>
              <a:t>(</a:t>
            </a:r>
            <a:r>
              <a:rPr lang="en-US" sz="1200" dirty="0" err="1">
                <a:solidFill>
                  <a:srgbClr val="00B0F0"/>
                </a:solidFill>
              </a:rPr>
              <a:t>v_phones.LAST</a:t>
            </a:r>
            <a:r>
              <a:rPr lang="en-US" sz="1200" dirty="0">
                <a:solidFill>
                  <a:srgbClr val="00B0F0"/>
                </a:solidFill>
              </a:rPr>
              <a:t>) := </a:t>
            </a:r>
            <a:r>
              <a:rPr lang="en-US" sz="1200" dirty="0" err="1">
                <a:solidFill>
                  <a:srgbClr val="00B0F0"/>
                </a:solidFill>
              </a:rPr>
              <a:t>p_phone</a:t>
            </a:r>
            <a:r>
              <a:rPr lang="en-US" sz="1200" dirty="0">
                <a:solidFill>
                  <a:srgbClr val="00B0F0"/>
                </a:solidFill>
              </a:rPr>
              <a:t>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200" dirty="0">
                <a:solidFill>
                  <a:srgbClr val="00B0F0"/>
                </a:solidFill>
              </a:rPr>
              <a:t>		UPDATE customers SET </a:t>
            </a:r>
            <a:r>
              <a:rPr lang="en-US" sz="1200" dirty="0" err="1">
                <a:solidFill>
                  <a:srgbClr val="00B0F0"/>
                </a:solidFill>
              </a:rPr>
              <a:t>cust_phone</a:t>
            </a:r>
            <a:r>
              <a:rPr lang="en-US" sz="1200" dirty="0">
                <a:solidFill>
                  <a:srgbClr val="00B0F0"/>
                </a:solidFill>
              </a:rPr>
              <a:t> = </a:t>
            </a:r>
            <a:r>
              <a:rPr lang="en-US" sz="1200" dirty="0" err="1">
                <a:solidFill>
                  <a:srgbClr val="00B0F0"/>
                </a:solidFill>
              </a:rPr>
              <a:t>v_phones</a:t>
            </a:r>
            <a:r>
              <a:rPr lang="en-US" sz="1200" dirty="0">
                <a:solidFill>
                  <a:srgbClr val="00B0F0"/>
                </a:solidFill>
              </a:rPr>
              <a:t> WHERE </a:t>
            </a:r>
            <a:r>
              <a:rPr lang="en-US" sz="1200" dirty="0" err="1">
                <a:solidFill>
                  <a:srgbClr val="00B0F0"/>
                </a:solidFill>
              </a:rPr>
              <a:t>cust_id</a:t>
            </a:r>
            <a:r>
              <a:rPr lang="en-US" sz="1200" dirty="0">
                <a:solidFill>
                  <a:srgbClr val="00B0F0"/>
                </a:solidFill>
              </a:rPr>
              <a:t> = 	</a:t>
            </a:r>
            <a:r>
              <a:rPr lang="en-US" sz="1200" dirty="0" err="1">
                <a:solidFill>
                  <a:srgbClr val="00B0F0"/>
                </a:solidFill>
              </a:rPr>
              <a:t>p_cust_id</a:t>
            </a:r>
            <a:r>
              <a:rPr lang="en-US" sz="1200" dirty="0">
                <a:solidFill>
                  <a:srgbClr val="00B0F0"/>
                </a:solidFill>
              </a:rPr>
              <a:t>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200" dirty="0">
                <a:solidFill>
                  <a:srgbClr val="00B0F0"/>
                </a:solidFill>
              </a:rPr>
              <a:t>		COMMIT;</a:t>
            </a:r>
          </a:p>
          <a:p>
            <a:pPr>
              <a:lnSpc>
                <a:spcPct val="80000"/>
              </a:lnSpc>
              <a:buNone/>
            </a:pPr>
            <a:r>
              <a:rPr lang="en-US" sz="1200" dirty="0">
                <a:solidFill>
                  <a:srgbClr val="00B0F0"/>
                </a:solidFill>
              </a:rPr>
              <a:t>		DBMS_OUTPUT.PUT_LINE ('Your phone number is saved');	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200" dirty="0">
                <a:solidFill>
                  <a:srgbClr val="00B0F0"/>
                </a:solidFill>
              </a:rPr>
              <a:t>	ELSE 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200" dirty="0">
                <a:solidFill>
                  <a:srgbClr val="00B0F0"/>
                </a:solidFill>
              </a:rPr>
              <a:t>		DBMS_OUTPUT.PUT_LINE('Only five phone numbers can be stored');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200" dirty="0">
                <a:solidFill>
                  <a:srgbClr val="00B0F0"/>
                </a:solidFill>
              </a:rPr>
              <a:t>	END IF;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200" dirty="0">
                <a:solidFill>
                  <a:srgbClr val="00B0F0"/>
                </a:solidFill>
              </a:rPr>
              <a:t>EXCEPTION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200" dirty="0">
                <a:solidFill>
                  <a:srgbClr val="00B0F0"/>
                </a:solidFill>
              </a:rPr>
              <a:t>	WHEN NO_DATA_FOUND THEN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200" dirty="0">
                <a:solidFill>
                  <a:srgbClr val="00B0F0"/>
                </a:solidFill>
              </a:rPr>
              <a:t>		DBMS_OUTPUT.PUT_LINE('Wrong customer ID');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200" dirty="0">
                <a:solidFill>
                  <a:srgbClr val="00B0F0"/>
                </a:solidFill>
              </a:rPr>
              <a:t>	WHEN OTHERS THEN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200" dirty="0">
                <a:solidFill>
                  <a:srgbClr val="00B0F0"/>
                </a:solidFill>
              </a:rPr>
              <a:t>		DBMS_OUTPUT.PUT_LINE(SQLERRM);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200" dirty="0">
                <a:solidFill>
                  <a:srgbClr val="00B0F0"/>
                </a:solidFill>
              </a:rPr>
              <a:t>END;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200" dirty="0">
                <a:solidFill>
                  <a:srgbClr val="00B0F0"/>
                </a:solidFill>
              </a:rPr>
              <a:t>/</a:t>
            </a:r>
          </a:p>
          <a:p>
            <a:pPr eaLnBrk="1" hangingPunct="1">
              <a:lnSpc>
                <a:spcPct val="80000"/>
              </a:lnSpc>
            </a:pPr>
            <a:endParaRPr lang="en-US" sz="1200" dirty="0">
              <a:solidFill>
                <a:srgbClr val="00B0F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8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8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8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68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68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68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68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68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68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68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68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68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000"/>
                            </p:stCondLst>
                            <p:childTnLst>
                              <p:par>
                                <p:cTn id="2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689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689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689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0"/>
                            </p:stCondLst>
                            <p:childTnLst>
                              <p:par>
                                <p:cTn id="3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689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689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689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6000"/>
                            </p:stCondLst>
                            <p:childTnLst>
                              <p:par>
                                <p:cTn id="4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689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689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689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7000"/>
                            </p:stCondLst>
                            <p:childTnLst>
                              <p:par>
                                <p:cTn id="4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689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689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689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8000"/>
                            </p:stCondLst>
                            <p:childTnLst>
                              <p:par>
                                <p:cTn id="5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1689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689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689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9000"/>
                            </p:stCondLst>
                            <p:childTnLst>
                              <p:par>
                                <p:cTn id="5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16896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6896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6896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0000"/>
                            </p:stCondLst>
                            <p:childTnLst>
                              <p:par>
                                <p:cTn id="6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16896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6896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6896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1000"/>
                            </p:stCondLst>
                            <p:childTnLst>
                              <p:par>
                                <p:cTn id="7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16896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6896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6896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2000"/>
                            </p:stCondLst>
                            <p:childTnLst>
                              <p:par>
                                <p:cTn id="7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16896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16896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16896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3000"/>
                            </p:stCondLst>
                            <p:childTnLst>
                              <p:par>
                                <p:cTn id="8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1000"/>
                                        <p:tgtEl>
                                          <p:spTgt spid="16896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16896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16896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4000"/>
                            </p:stCondLst>
                            <p:childTnLst>
                              <p:par>
                                <p:cTn id="8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16896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16896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16896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15000"/>
                            </p:stCondLst>
                            <p:childTnLst>
                              <p:par>
                                <p:cTn id="9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16896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16896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16896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16000"/>
                            </p:stCondLst>
                            <p:childTnLst>
                              <p:par>
                                <p:cTn id="10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1000"/>
                                        <p:tgtEl>
                                          <p:spTgt spid="16896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16896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16896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17000"/>
                            </p:stCondLst>
                            <p:childTnLst>
                              <p:par>
                                <p:cTn id="10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1000"/>
                                        <p:tgtEl>
                                          <p:spTgt spid="16896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16896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16896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18000"/>
                            </p:stCondLst>
                            <p:childTnLst>
                              <p:par>
                                <p:cTn id="11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1000"/>
                                        <p:tgtEl>
                                          <p:spTgt spid="16896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16896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1000" fill="hold"/>
                                        <p:tgtEl>
                                          <p:spTgt spid="16896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19000"/>
                            </p:stCondLst>
                            <p:childTnLst>
                              <p:par>
                                <p:cTn id="11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1000"/>
                                        <p:tgtEl>
                                          <p:spTgt spid="16896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2" dur="1000" fill="hold"/>
                                        <p:tgtEl>
                                          <p:spTgt spid="16896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16896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20000"/>
                            </p:stCondLst>
                            <p:childTnLst>
                              <p:par>
                                <p:cTn id="12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1000"/>
                                        <p:tgtEl>
                                          <p:spTgt spid="16896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16896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1000" fill="hold"/>
                                        <p:tgtEl>
                                          <p:spTgt spid="16896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1300" dirty="0">
                <a:latin typeface="Candara"/>
              </a:rPr>
              <a:t>1.5: Collections </a:t>
            </a:r>
            <a:br>
              <a:rPr lang="en-US" sz="2000" dirty="0"/>
            </a:br>
            <a:r>
              <a:rPr lang="en-US" sz="2000" dirty="0"/>
              <a:t>Function Returning a Collection: Example</a:t>
            </a:r>
          </a:p>
        </p:txBody>
      </p:sp>
      <p:sp>
        <p:nvSpPr>
          <p:cNvPr id="1085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98517" y="914401"/>
            <a:ext cx="8712115" cy="3689488"/>
          </a:xfrm>
        </p:spPr>
        <p:txBody>
          <a:bodyPr/>
          <a:lstStyle/>
          <a:p>
            <a:pPr eaLnBrk="1" hangingPunct="1"/>
            <a:r>
              <a:rPr lang="en-US" sz="1600" dirty="0">
                <a:latin typeface="Courier New" pitchFamily="49" charset="0"/>
              </a:rPr>
              <a:t>first create a user defined data type</a:t>
            </a:r>
          </a:p>
          <a:p>
            <a:pPr>
              <a:lnSpc>
                <a:spcPct val="80000"/>
              </a:lnSpc>
              <a:buNone/>
            </a:pPr>
            <a:r>
              <a:rPr lang="en-US" sz="1600" dirty="0">
                <a:solidFill>
                  <a:srgbClr val="00B0F0"/>
                </a:solidFill>
              </a:rPr>
              <a:t>CREATE OR REPLACE TYPE </a:t>
            </a:r>
            <a:r>
              <a:rPr lang="en-US" sz="1600" dirty="0" err="1">
                <a:solidFill>
                  <a:srgbClr val="00B0F0"/>
                </a:solidFill>
              </a:rPr>
              <a:t>edetails</a:t>
            </a:r>
            <a:r>
              <a:rPr lang="en-US" sz="1600" dirty="0">
                <a:solidFill>
                  <a:srgbClr val="00B0F0"/>
                </a:solidFill>
              </a:rPr>
              <a:t> AS OBJECT(</a:t>
            </a:r>
          </a:p>
          <a:p>
            <a:pPr>
              <a:lnSpc>
                <a:spcPct val="80000"/>
              </a:lnSpc>
              <a:buNone/>
            </a:pPr>
            <a:r>
              <a:rPr lang="en-US" sz="1600" dirty="0">
                <a:solidFill>
                  <a:srgbClr val="00B0F0"/>
                </a:solidFill>
              </a:rPr>
              <a:t>	name VARCHAR2(10),</a:t>
            </a:r>
          </a:p>
          <a:p>
            <a:pPr>
              <a:lnSpc>
                <a:spcPct val="80000"/>
              </a:lnSpc>
              <a:buNone/>
            </a:pPr>
            <a:r>
              <a:rPr lang="en-US" sz="1600" dirty="0">
                <a:solidFill>
                  <a:srgbClr val="00B0F0"/>
                </a:solidFill>
              </a:rPr>
              <a:t>	job VARCHAR2(9),</a:t>
            </a:r>
          </a:p>
          <a:p>
            <a:pPr>
              <a:lnSpc>
                <a:spcPct val="80000"/>
              </a:lnSpc>
              <a:buNone/>
            </a:pPr>
            <a:r>
              <a:rPr lang="en-US" sz="1600" dirty="0">
                <a:solidFill>
                  <a:srgbClr val="00B0F0"/>
                </a:solidFill>
              </a:rPr>
              <a:t>	</a:t>
            </a:r>
            <a:r>
              <a:rPr lang="en-US" sz="1600" dirty="0" err="1">
                <a:solidFill>
                  <a:srgbClr val="00B0F0"/>
                </a:solidFill>
              </a:rPr>
              <a:t>sal</a:t>
            </a:r>
            <a:r>
              <a:rPr lang="en-US" sz="1600" dirty="0">
                <a:solidFill>
                  <a:srgbClr val="00B0F0"/>
                </a:solidFill>
              </a:rPr>
              <a:t> NUMBER(7,2)</a:t>
            </a:r>
          </a:p>
          <a:p>
            <a:pPr>
              <a:lnSpc>
                <a:spcPct val="80000"/>
              </a:lnSpc>
              <a:buNone/>
            </a:pPr>
            <a:r>
              <a:rPr lang="en-US" sz="1600" dirty="0">
                <a:solidFill>
                  <a:srgbClr val="00B0F0"/>
                </a:solidFill>
              </a:rPr>
              <a:t>);</a:t>
            </a:r>
          </a:p>
          <a:p>
            <a:pPr>
              <a:lnSpc>
                <a:spcPct val="80000"/>
              </a:lnSpc>
              <a:buNone/>
            </a:pPr>
            <a:r>
              <a:rPr lang="en-US" sz="1600" dirty="0">
                <a:solidFill>
                  <a:srgbClr val="00B0F0"/>
                </a:solidFill>
              </a:rPr>
              <a:t>/</a:t>
            </a:r>
          </a:p>
          <a:p>
            <a:pPr>
              <a:lnSpc>
                <a:spcPct val="80000"/>
              </a:lnSpc>
              <a:buNone/>
            </a:pPr>
            <a:endParaRPr lang="en-US" sz="1600" dirty="0">
              <a:solidFill>
                <a:srgbClr val="00B0F0"/>
              </a:solidFill>
            </a:endParaRPr>
          </a:p>
          <a:p>
            <a:pPr eaLnBrk="1" hangingPunct="1"/>
            <a:r>
              <a:rPr lang="en-US" sz="1600" dirty="0">
                <a:latin typeface="Courier New" pitchFamily="49" charset="0"/>
              </a:rPr>
              <a:t>Then create a table of that type</a:t>
            </a:r>
          </a:p>
          <a:p>
            <a:pPr>
              <a:lnSpc>
                <a:spcPct val="80000"/>
              </a:lnSpc>
              <a:buNone/>
            </a:pPr>
            <a:r>
              <a:rPr lang="en-US" sz="1600" dirty="0">
                <a:solidFill>
                  <a:srgbClr val="00B0F0"/>
                </a:solidFill>
              </a:rPr>
              <a:t>CREATE OR REPLACE TYPE </a:t>
            </a:r>
            <a:r>
              <a:rPr lang="en-US" sz="1600" dirty="0" err="1">
                <a:solidFill>
                  <a:srgbClr val="00B0F0"/>
                </a:solidFill>
              </a:rPr>
              <a:t>edetTab</a:t>
            </a:r>
            <a:r>
              <a:rPr lang="en-US" sz="1600" dirty="0">
                <a:solidFill>
                  <a:srgbClr val="00B0F0"/>
                </a:solidFill>
              </a:rPr>
              <a:t> AS TABLE OF </a:t>
            </a:r>
            <a:r>
              <a:rPr lang="en-US" sz="1600" dirty="0" err="1">
                <a:solidFill>
                  <a:srgbClr val="00B0F0"/>
                </a:solidFill>
              </a:rPr>
              <a:t>edetails</a:t>
            </a:r>
            <a:r>
              <a:rPr lang="en-US" sz="1600" dirty="0">
                <a:solidFill>
                  <a:srgbClr val="00B0F0"/>
                </a:solidFill>
              </a:rPr>
              <a:t>;</a:t>
            </a:r>
          </a:p>
          <a:p>
            <a:pPr>
              <a:lnSpc>
                <a:spcPct val="80000"/>
              </a:lnSpc>
              <a:buNone/>
            </a:pPr>
            <a:r>
              <a:rPr lang="en-US" sz="1600" dirty="0">
                <a:solidFill>
                  <a:srgbClr val="00B0F0"/>
                </a:solidFill>
              </a:rPr>
              <a:t>/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85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85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85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085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85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85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085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085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85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085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085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085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000"/>
                            </p:stCondLst>
                            <p:childTnLst>
                              <p:par>
                                <p:cTn id="2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085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085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085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0"/>
                            </p:stCondLst>
                            <p:childTnLst>
                              <p:par>
                                <p:cTn id="3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085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085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085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6000"/>
                            </p:stCondLst>
                            <p:childTnLst>
                              <p:par>
                                <p:cTn id="4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085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085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085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7000"/>
                            </p:stCondLst>
                            <p:childTnLst>
                              <p:par>
                                <p:cTn id="4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085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085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085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8000"/>
                            </p:stCondLst>
                            <p:childTnLst>
                              <p:par>
                                <p:cTn id="5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1085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085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085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9000"/>
                            </p:stCondLst>
                            <p:childTnLst>
                              <p:par>
                                <p:cTn id="5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10854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0854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0854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1300" dirty="0">
                <a:latin typeface="Candara"/>
              </a:rPr>
              <a:t>1.5: Collections </a:t>
            </a:r>
            <a:br>
              <a:rPr lang="en-US" sz="2000" dirty="0"/>
            </a:br>
            <a:r>
              <a:rPr lang="en-US" sz="2000" dirty="0"/>
              <a:t>Function Returning a Collection: Example			….</a:t>
            </a:r>
            <a:r>
              <a:rPr lang="en-US" sz="2000" dirty="0" err="1"/>
              <a:t>contd</a:t>
            </a:r>
            <a:endParaRPr lang="en-US" sz="2000" dirty="0"/>
          </a:p>
        </p:txBody>
      </p:sp>
      <p:sp>
        <p:nvSpPr>
          <p:cNvPr id="1095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843148"/>
            <a:ext cx="8229600" cy="3871356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z="1300" dirty="0">
                <a:latin typeface="Courier New" pitchFamily="49" charset="0"/>
              </a:rPr>
              <a:t>Now declare a function having return type of the table and a local variable of the table type</a:t>
            </a:r>
          </a:p>
          <a:p>
            <a:pPr>
              <a:lnSpc>
                <a:spcPct val="80000"/>
              </a:lnSpc>
              <a:buNone/>
            </a:pPr>
            <a:r>
              <a:rPr lang="en-US" sz="1600" dirty="0">
                <a:solidFill>
                  <a:srgbClr val="00B0F0"/>
                </a:solidFill>
              </a:rPr>
              <a:t>     CREATE OR REPLACE FUNCTION </a:t>
            </a:r>
            <a:r>
              <a:rPr lang="en-US" sz="1600" dirty="0" err="1">
                <a:solidFill>
                  <a:srgbClr val="00B0F0"/>
                </a:solidFill>
              </a:rPr>
              <a:t>fngetEmp</a:t>
            </a:r>
            <a:r>
              <a:rPr lang="en-US" sz="1600" dirty="0">
                <a:solidFill>
                  <a:srgbClr val="00B0F0"/>
                </a:solidFill>
              </a:rPr>
              <a:t> (</a:t>
            </a:r>
            <a:r>
              <a:rPr lang="en-US" sz="1600" dirty="0" err="1">
                <a:solidFill>
                  <a:srgbClr val="00B0F0"/>
                </a:solidFill>
              </a:rPr>
              <a:t>dno</a:t>
            </a:r>
            <a:r>
              <a:rPr lang="en-US" sz="1600" dirty="0">
                <a:solidFill>
                  <a:srgbClr val="00B0F0"/>
                </a:solidFill>
              </a:rPr>
              <a:t> </a:t>
            </a:r>
            <a:r>
              <a:rPr lang="en-US" sz="1600" dirty="0" err="1">
                <a:solidFill>
                  <a:srgbClr val="00B0F0"/>
                </a:solidFill>
              </a:rPr>
              <a:t>emp.deptno%TYPE</a:t>
            </a:r>
            <a:r>
              <a:rPr lang="en-US" sz="1600" dirty="0">
                <a:solidFill>
                  <a:srgbClr val="00B0F0"/>
                </a:solidFill>
              </a:rPr>
              <a:t>) RETURN </a:t>
            </a:r>
            <a:r>
              <a:rPr lang="en-US" sz="1600" dirty="0" err="1">
                <a:solidFill>
                  <a:srgbClr val="00B0F0"/>
                </a:solidFill>
              </a:rPr>
              <a:t>edetTab</a:t>
            </a:r>
            <a:r>
              <a:rPr lang="en-US" sz="1600" dirty="0">
                <a:solidFill>
                  <a:srgbClr val="00B0F0"/>
                </a:solidFill>
              </a:rPr>
              <a:t> IS</a:t>
            </a:r>
          </a:p>
          <a:p>
            <a:pPr>
              <a:lnSpc>
                <a:spcPct val="80000"/>
              </a:lnSpc>
              <a:buNone/>
            </a:pPr>
            <a:r>
              <a:rPr lang="en-US" sz="1600" dirty="0">
                <a:solidFill>
                  <a:srgbClr val="00B0F0"/>
                </a:solidFill>
              </a:rPr>
              <a:t>     -- Declare local table variable and initialize it</a:t>
            </a:r>
          </a:p>
          <a:p>
            <a:pPr>
              <a:lnSpc>
                <a:spcPct val="80000"/>
              </a:lnSpc>
              <a:buNone/>
            </a:pPr>
            <a:r>
              <a:rPr lang="en-US" sz="1600" dirty="0">
                <a:solidFill>
                  <a:srgbClr val="00B0F0"/>
                </a:solidFill>
              </a:rPr>
              <a:t>            </a:t>
            </a:r>
            <a:r>
              <a:rPr lang="en-US" sz="1600" dirty="0" err="1">
                <a:solidFill>
                  <a:srgbClr val="00B0F0"/>
                </a:solidFill>
              </a:rPr>
              <a:t>myempDet</a:t>
            </a:r>
            <a:r>
              <a:rPr lang="en-US" sz="1600" dirty="0">
                <a:solidFill>
                  <a:srgbClr val="00B0F0"/>
                </a:solidFill>
              </a:rPr>
              <a:t> </a:t>
            </a:r>
            <a:r>
              <a:rPr lang="en-US" sz="1600" dirty="0" err="1">
                <a:solidFill>
                  <a:srgbClr val="00B0F0"/>
                </a:solidFill>
              </a:rPr>
              <a:t>edetTab</a:t>
            </a:r>
            <a:r>
              <a:rPr lang="en-US" sz="1600" dirty="0">
                <a:solidFill>
                  <a:srgbClr val="00B0F0"/>
                </a:solidFill>
              </a:rPr>
              <a:t> := </a:t>
            </a:r>
            <a:r>
              <a:rPr lang="en-US" sz="1600" dirty="0" err="1">
                <a:solidFill>
                  <a:srgbClr val="00B0F0"/>
                </a:solidFill>
              </a:rPr>
              <a:t>edetTab</a:t>
            </a:r>
            <a:r>
              <a:rPr lang="en-US" sz="1600" dirty="0">
                <a:solidFill>
                  <a:srgbClr val="00B0F0"/>
                </a:solidFill>
              </a:rPr>
              <a:t>();</a:t>
            </a:r>
          </a:p>
          <a:p>
            <a:pPr>
              <a:lnSpc>
                <a:spcPct val="80000"/>
              </a:lnSpc>
              <a:buNone/>
            </a:pPr>
            <a:r>
              <a:rPr lang="en-US" sz="1600" dirty="0">
                <a:solidFill>
                  <a:srgbClr val="00B0F0"/>
                </a:solidFill>
              </a:rPr>
              <a:t>            cursor </a:t>
            </a:r>
            <a:r>
              <a:rPr lang="en-US" sz="1600" dirty="0" err="1">
                <a:solidFill>
                  <a:srgbClr val="00B0F0"/>
                </a:solidFill>
              </a:rPr>
              <a:t>empcursor</a:t>
            </a:r>
            <a:r>
              <a:rPr lang="en-US" sz="1600" dirty="0">
                <a:solidFill>
                  <a:srgbClr val="00B0F0"/>
                </a:solidFill>
              </a:rPr>
              <a:t> IS SELECT </a:t>
            </a:r>
            <a:r>
              <a:rPr lang="en-US" sz="1600" dirty="0" err="1">
                <a:solidFill>
                  <a:srgbClr val="00B0F0"/>
                </a:solidFill>
              </a:rPr>
              <a:t>ename,job,sal</a:t>
            </a:r>
            <a:r>
              <a:rPr lang="en-US" sz="1600" dirty="0">
                <a:solidFill>
                  <a:srgbClr val="00B0F0"/>
                </a:solidFill>
              </a:rPr>
              <a:t> FROM </a:t>
            </a:r>
            <a:r>
              <a:rPr lang="en-US" sz="1600" dirty="0" err="1">
                <a:solidFill>
                  <a:srgbClr val="00B0F0"/>
                </a:solidFill>
              </a:rPr>
              <a:t>emp</a:t>
            </a:r>
            <a:r>
              <a:rPr lang="en-US" sz="1600" dirty="0">
                <a:solidFill>
                  <a:srgbClr val="00B0F0"/>
                </a:solidFill>
              </a:rPr>
              <a:t> WHERE </a:t>
            </a:r>
            <a:r>
              <a:rPr lang="en-US" sz="1600" dirty="0" err="1">
                <a:solidFill>
                  <a:srgbClr val="00B0F0"/>
                </a:solidFill>
              </a:rPr>
              <a:t>deptno</a:t>
            </a:r>
            <a:r>
              <a:rPr lang="en-US" sz="1600" dirty="0">
                <a:solidFill>
                  <a:srgbClr val="00B0F0"/>
                </a:solidFill>
              </a:rPr>
              <a:t> = </a:t>
            </a:r>
            <a:r>
              <a:rPr lang="en-US" sz="1600" dirty="0" err="1">
                <a:solidFill>
                  <a:srgbClr val="00B0F0"/>
                </a:solidFill>
              </a:rPr>
              <a:t>dno</a:t>
            </a:r>
            <a:r>
              <a:rPr lang="en-US" sz="1600" dirty="0">
                <a:solidFill>
                  <a:srgbClr val="00B0F0"/>
                </a:solidFill>
              </a:rPr>
              <a:t>;</a:t>
            </a:r>
          </a:p>
          <a:p>
            <a:pPr>
              <a:lnSpc>
                <a:spcPct val="80000"/>
              </a:lnSpc>
              <a:buNone/>
            </a:pPr>
            <a:r>
              <a:rPr lang="en-US" sz="1600" dirty="0">
                <a:solidFill>
                  <a:srgbClr val="00B0F0"/>
                </a:solidFill>
              </a:rPr>
              <a:t>            </a:t>
            </a:r>
            <a:r>
              <a:rPr lang="en-US" sz="1600" dirty="0" err="1">
                <a:solidFill>
                  <a:srgbClr val="00B0F0"/>
                </a:solidFill>
              </a:rPr>
              <a:t>cnt</a:t>
            </a:r>
            <a:r>
              <a:rPr lang="en-US" sz="1600" dirty="0">
                <a:solidFill>
                  <a:srgbClr val="00B0F0"/>
                </a:solidFill>
              </a:rPr>
              <a:t> NUMBER(2) :=1;</a:t>
            </a:r>
          </a:p>
          <a:p>
            <a:pPr>
              <a:lnSpc>
                <a:spcPct val="80000"/>
              </a:lnSpc>
              <a:buNone/>
            </a:pPr>
            <a:r>
              <a:rPr lang="en-US" sz="1600" dirty="0">
                <a:solidFill>
                  <a:srgbClr val="00B0F0"/>
                </a:solidFill>
              </a:rPr>
              <a:t>            </a:t>
            </a:r>
            <a:r>
              <a:rPr lang="en-US" sz="1600" dirty="0" err="1">
                <a:solidFill>
                  <a:srgbClr val="00B0F0"/>
                </a:solidFill>
              </a:rPr>
              <a:t>myerrm</a:t>
            </a:r>
            <a:r>
              <a:rPr lang="en-US" sz="1600" dirty="0">
                <a:solidFill>
                  <a:srgbClr val="00B0F0"/>
                </a:solidFill>
              </a:rPr>
              <a:t> VARCHAR2(512);</a:t>
            </a:r>
          </a:p>
          <a:p>
            <a:pPr>
              <a:lnSpc>
                <a:spcPct val="80000"/>
              </a:lnSpc>
              <a:buNone/>
            </a:pPr>
            <a:r>
              <a:rPr lang="en-US" sz="1600" dirty="0">
                <a:solidFill>
                  <a:srgbClr val="00B0F0"/>
                </a:solidFill>
              </a:rPr>
              <a:t>     BEGIN</a:t>
            </a:r>
          </a:p>
          <a:p>
            <a:pPr>
              <a:lnSpc>
                <a:spcPct val="80000"/>
              </a:lnSpc>
              <a:buNone/>
            </a:pPr>
            <a:r>
              <a:rPr lang="en-US" sz="1600" dirty="0">
                <a:solidFill>
                  <a:srgbClr val="00B0F0"/>
                </a:solidFill>
              </a:rPr>
              <a:t>             FOR </a:t>
            </a:r>
            <a:r>
              <a:rPr lang="en-US" sz="1600" dirty="0" err="1">
                <a:solidFill>
                  <a:srgbClr val="00B0F0"/>
                </a:solidFill>
              </a:rPr>
              <a:t>myvar</a:t>
            </a:r>
            <a:r>
              <a:rPr lang="en-US" sz="1600" dirty="0">
                <a:solidFill>
                  <a:srgbClr val="00B0F0"/>
                </a:solidFill>
              </a:rPr>
              <a:t> IN </a:t>
            </a:r>
            <a:r>
              <a:rPr lang="en-US" sz="1600" dirty="0" err="1">
                <a:solidFill>
                  <a:srgbClr val="00B0F0"/>
                </a:solidFill>
              </a:rPr>
              <a:t>empcursor</a:t>
            </a:r>
            <a:r>
              <a:rPr lang="en-US" sz="1600" dirty="0">
                <a:solidFill>
                  <a:srgbClr val="00B0F0"/>
                </a:solidFill>
              </a:rPr>
              <a:t> LOOP</a:t>
            </a:r>
          </a:p>
          <a:p>
            <a:pPr>
              <a:lnSpc>
                <a:spcPct val="80000"/>
              </a:lnSpc>
              <a:buNone/>
            </a:pPr>
            <a:r>
              <a:rPr lang="en-US" sz="1600" dirty="0">
                <a:solidFill>
                  <a:srgbClr val="00B0F0"/>
                </a:solidFill>
              </a:rPr>
              <a:t>            -- to increment size by 1</a:t>
            </a:r>
          </a:p>
          <a:p>
            <a:pPr>
              <a:lnSpc>
                <a:spcPct val="80000"/>
              </a:lnSpc>
              <a:buNone/>
            </a:pPr>
            <a:r>
              <a:rPr lang="en-US" sz="1600" dirty="0">
                <a:solidFill>
                  <a:srgbClr val="00B0F0"/>
                </a:solidFill>
              </a:rPr>
              <a:t>              </a:t>
            </a:r>
            <a:r>
              <a:rPr lang="en-US" sz="1600" dirty="0" err="1">
                <a:solidFill>
                  <a:srgbClr val="00B0F0"/>
                </a:solidFill>
              </a:rPr>
              <a:t>myempDet.EXTEND</a:t>
            </a:r>
            <a:r>
              <a:rPr lang="en-US" sz="1600" dirty="0">
                <a:solidFill>
                  <a:srgbClr val="00B0F0"/>
                </a:solidFill>
              </a:rPr>
              <a:t>;</a:t>
            </a:r>
          </a:p>
          <a:p>
            <a:pPr>
              <a:lnSpc>
                <a:spcPct val="80000"/>
              </a:lnSpc>
              <a:buNone/>
            </a:pPr>
            <a:r>
              <a:rPr lang="en-US" sz="1600" dirty="0">
                <a:solidFill>
                  <a:srgbClr val="00B0F0"/>
                </a:solidFill>
              </a:rPr>
              <a:t>                    </a:t>
            </a:r>
            <a:r>
              <a:rPr lang="en-US" sz="1600" dirty="0" err="1">
                <a:solidFill>
                  <a:srgbClr val="00B0F0"/>
                </a:solidFill>
              </a:rPr>
              <a:t>myempDet</a:t>
            </a:r>
            <a:r>
              <a:rPr lang="en-US" sz="1600" dirty="0">
                <a:solidFill>
                  <a:srgbClr val="00B0F0"/>
                </a:solidFill>
              </a:rPr>
              <a:t> (</a:t>
            </a:r>
            <a:r>
              <a:rPr lang="en-US" sz="1600" dirty="0" err="1">
                <a:solidFill>
                  <a:srgbClr val="00B0F0"/>
                </a:solidFill>
              </a:rPr>
              <a:t>cnt</a:t>
            </a:r>
            <a:r>
              <a:rPr lang="en-US" sz="1600" dirty="0">
                <a:solidFill>
                  <a:srgbClr val="00B0F0"/>
                </a:solidFill>
              </a:rPr>
              <a:t>) := </a:t>
            </a:r>
            <a:r>
              <a:rPr lang="en-US" sz="1600" dirty="0" err="1">
                <a:solidFill>
                  <a:srgbClr val="00B0F0"/>
                </a:solidFill>
              </a:rPr>
              <a:t>edetails</a:t>
            </a:r>
            <a:r>
              <a:rPr lang="en-US" sz="1600" dirty="0">
                <a:solidFill>
                  <a:srgbClr val="00B0F0"/>
                </a:solidFill>
              </a:rPr>
              <a:t>(</a:t>
            </a:r>
            <a:r>
              <a:rPr lang="en-US" sz="1600" dirty="0" err="1">
                <a:solidFill>
                  <a:srgbClr val="00B0F0"/>
                </a:solidFill>
              </a:rPr>
              <a:t>myvar.ename,myvar.job,myvar.sal</a:t>
            </a:r>
            <a:r>
              <a:rPr lang="en-US" sz="1600" dirty="0">
                <a:solidFill>
                  <a:srgbClr val="00B0F0"/>
                </a:solidFill>
              </a:rPr>
              <a:t>);</a:t>
            </a:r>
          </a:p>
          <a:p>
            <a:pPr>
              <a:lnSpc>
                <a:spcPct val="80000"/>
              </a:lnSpc>
              <a:buNone/>
            </a:pPr>
            <a:r>
              <a:rPr lang="en-US" sz="1600" dirty="0">
                <a:solidFill>
                  <a:srgbClr val="00B0F0"/>
                </a:solidFill>
              </a:rPr>
              <a:t>                    </a:t>
            </a:r>
            <a:r>
              <a:rPr lang="en-US" sz="1600" dirty="0" err="1">
                <a:solidFill>
                  <a:srgbClr val="00B0F0"/>
                </a:solidFill>
              </a:rPr>
              <a:t>cnt</a:t>
            </a:r>
            <a:r>
              <a:rPr lang="en-US" sz="1600" dirty="0">
                <a:solidFill>
                  <a:srgbClr val="00B0F0"/>
                </a:solidFill>
              </a:rPr>
              <a:t> := cnt+1;</a:t>
            </a:r>
          </a:p>
          <a:p>
            <a:pPr>
              <a:lnSpc>
                <a:spcPct val="80000"/>
              </a:lnSpc>
              <a:buNone/>
            </a:pPr>
            <a:r>
              <a:rPr lang="en-US" sz="1600" dirty="0">
                <a:solidFill>
                  <a:srgbClr val="00B0F0"/>
                </a:solidFill>
              </a:rPr>
              <a:t>             END LOOP;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95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95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95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095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95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95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095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095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95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095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095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095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000"/>
                            </p:stCondLst>
                            <p:childTnLst>
                              <p:par>
                                <p:cTn id="2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095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095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095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0"/>
                            </p:stCondLst>
                            <p:childTnLst>
                              <p:par>
                                <p:cTn id="3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095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095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095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6000"/>
                            </p:stCondLst>
                            <p:childTnLst>
                              <p:par>
                                <p:cTn id="4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095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095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095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7000"/>
                            </p:stCondLst>
                            <p:childTnLst>
                              <p:par>
                                <p:cTn id="4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095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095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095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8000"/>
                            </p:stCondLst>
                            <p:childTnLst>
                              <p:par>
                                <p:cTn id="5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1095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095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095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9000"/>
                            </p:stCondLst>
                            <p:childTnLst>
                              <p:par>
                                <p:cTn id="5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1095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095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095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0000"/>
                            </p:stCondLst>
                            <p:childTnLst>
                              <p:par>
                                <p:cTn id="6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10957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0957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0957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1000"/>
                            </p:stCondLst>
                            <p:childTnLst>
                              <p:par>
                                <p:cTn id="7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10957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0957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0957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2000"/>
                            </p:stCondLst>
                            <p:childTnLst>
                              <p:par>
                                <p:cTn id="7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10957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10957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10957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3000"/>
                            </p:stCondLst>
                            <p:childTnLst>
                              <p:par>
                                <p:cTn id="8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1000"/>
                                        <p:tgtEl>
                                          <p:spTgt spid="10957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10957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10957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1300" dirty="0">
                <a:latin typeface="Candara"/>
              </a:rPr>
              <a:t>1.5: Collections </a:t>
            </a:r>
            <a:br>
              <a:rPr lang="en-US" sz="2000" dirty="0"/>
            </a:br>
            <a:r>
              <a:rPr lang="en-US" sz="2000" dirty="0"/>
              <a:t>Function Returning a Collection: Example			….</a:t>
            </a:r>
            <a:r>
              <a:rPr lang="en-US" sz="2000" dirty="0" err="1"/>
              <a:t>contd</a:t>
            </a:r>
            <a:endParaRPr lang="en-US" sz="2000" dirty="0"/>
          </a:p>
        </p:txBody>
      </p:sp>
      <p:sp>
        <p:nvSpPr>
          <p:cNvPr id="1095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843148"/>
            <a:ext cx="8229600" cy="3871356"/>
          </a:xfrm>
        </p:spPr>
        <p:txBody>
          <a:bodyPr/>
          <a:lstStyle/>
          <a:p>
            <a:pPr>
              <a:lnSpc>
                <a:spcPct val="80000"/>
              </a:lnSpc>
              <a:buNone/>
            </a:pPr>
            <a:r>
              <a:rPr lang="en-US" sz="1600" dirty="0">
                <a:solidFill>
                  <a:srgbClr val="00B0F0"/>
                </a:solidFill>
              </a:rPr>
              <a:t>	           IF </a:t>
            </a:r>
            <a:r>
              <a:rPr lang="en-US" sz="1600" dirty="0" err="1">
                <a:solidFill>
                  <a:srgbClr val="00B0F0"/>
                </a:solidFill>
              </a:rPr>
              <a:t>cnt</a:t>
            </a:r>
            <a:r>
              <a:rPr lang="en-US" sz="1600" dirty="0">
                <a:solidFill>
                  <a:srgbClr val="00B0F0"/>
                </a:solidFill>
              </a:rPr>
              <a:t> =1 THEN </a:t>
            </a:r>
          </a:p>
          <a:p>
            <a:pPr>
              <a:lnSpc>
                <a:spcPct val="80000"/>
              </a:lnSpc>
              <a:buNone/>
            </a:pPr>
            <a:r>
              <a:rPr lang="en-US" sz="1600" dirty="0">
                <a:solidFill>
                  <a:srgbClr val="00B0F0"/>
                </a:solidFill>
              </a:rPr>
              <a:t>			 RAISE_APPLICATION_ERROR(-20002,'No employees in the dept');</a:t>
            </a:r>
          </a:p>
          <a:p>
            <a:pPr>
              <a:lnSpc>
                <a:spcPct val="80000"/>
              </a:lnSpc>
              <a:buNone/>
            </a:pPr>
            <a:r>
              <a:rPr lang="en-US" sz="1600" dirty="0">
                <a:solidFill>
                  <a:srgbClr val="00B0F0"/>
                </a:solidFill>
              </a:rPr>
              <a:t>             END IF;</a:t>
            </a:r>
          </a:p>
          <a:p>
            <a:pPr>
              <a:lnSpc>
                <a:spcPct val="80000"/>
              </a:lnSpc>
              <a:buNone/>
            </a:pPr>
            <a:r>
              <a:rPr lang="en-US" sz="1600" dirty="0">
                <a:solidFill>
                  <a:srgbClr val="00B0F0"/>
                </a:solidFill>
              </a:rPr>
              <a:t>             RETURN </a:t>
            </a:r>
            <a:r>
              <a:rPr lang="en-US" sz="1600" dirty="0" err="1">
                <a:solidFill>
                  <a:srgbClr val="00B0F0"/>
                </a:solidFill>
              </a:rPr>
              <a:t>myempDet</a:t>
            </a:r>
            <a:r>
              <a:rPr lang="en-US" sz="1600" dirty="0">
                <a:solidFill>
                  <a:srgbClr val="00B0F0"/>
                </a:solidFill>
              </a:rPr>
              <a:t>;</a:t>
            </a:r>
          </a:p>
          <a:p>
            <a:pPr>
              <a:lnSpc>
                <a:spcPct val="80000"/>
              </a:lnSpc>
              <a:buNone/>
            </a:pPr>
            <a:r>
              <a:rPr lang="en-US" sz="1600" dirty="0">
                <a:solidFill>
                  <a:srgbClr val="00B0F0"/>
                </a:solidFill>
              </a:rPr>
              <a:t>     EXCEPTION</a:t>
            </a:r>
          </a:p>
          <a:p>
            <a:pPr>
              <a:lnSpc>
                <a:spcPct val="80000"/>
              </a:lnSpc>
              <a:buNone/>
            </a:pPr>
            <a:r>
              <a:rPr lang="en-US" sz="1600" dirty="0">
                <a:solidFill>
                  <a:srgbClr val="00B0F0"/>
                </a:solidFill>
              </a:rPr>
              <a:t>             WHEN OTHERS THEN</a:t>
            </a:r>
          </a:p>
          <a:p>
            <a:pPr>
              <a:lnSpc>
                <a:spcPct val="80000"/>
              </a:lnSpc>
              <a:buNone/>
            </a:pPr>
            <a:r>
              <a:rPr lang="en-US" sz="1600" dirty="0">
                <a:solidFill>
                  <a:srgbClr val="00B0F0"/>
                </a:solidFill>
              </a:rPr>
              <a:t>                    DBMS_OUTPUT.PUT_LINE(</a:t>
            </a:r>
            <a:r>
              <a:rPr lang="en-US" sz="1600" dirty="0" err="1">
                <a:solidFill>
                  <a:srgbClr val="00B0F0"/>
                </a:solidFill>
              </a:rPr>
              <a:t>sqlerrm</a:t>
            </a:r>
            <a:r>
              <a:rPr lang="en-US" sz="1600" dirty="0">
                <a:solidFill>
                  <a:srgbClr val="00B0F0"/>
                </a:solidFill>
              </a:rPr>
              <a:t>);</a:t>
            </a:r>
          </a:p>
          <a:p>
            <a:pPr>
              <a:lnSpc>
                <a:spcPct val="80000"/>
              </a:lnSpc>
              <a:buNone/>
            </a:pPr>
            <a:r>
              <a:rPr lang="en-US" sz="1600" dirty="0">
                <a:solidFill>
                  <a:srgbClr val="00B0F0"/>
                </a:solidFill>
              </a:rPr>
              <a:t>                    </a:t>
            </a:r>
            <a:r>
              <a:rPr lang="en-US" sz="1600" dirty="0" err="1">
                <a:solidFill>
                  <a:srgbClr val="00B0F0"/>
                </a:solidFill>
              </a:rPr>
              <a:t>myerrm</a:t>
            </a:r>
            <a:r>
              <a:rPr lang="en-US" sz="1600" dirty="0">
                <a:solidFill>
                  <a:srgbClr val="00B0F0"/>
                </a:solidFill>
              </a:rPr>
              <a:t> := </a:t>
            </a:r>
            <a:r>
              <a:rPr lang="en-US" sz="1600" dirty="0" err="1">
                <a:solidFill>
                  <a:srgbClr val="00B0F0"/>
                </a:solidFill>
              </a:rPr>
              <a:t>sqlerrm</a:t>
            </a:r>
            <a:r>
              <a:rPr lang="en-US" sz="1600" dirty="0">
                <a:solidFill>
                  <a:srgbClr val="00B0F0"/>
                </a:solidFill>
              </a:rPr>
              <a:t>(</a:t>
            </a:r>
            <a:r>
              <a:rPr lang="en-US" sz="1600" dirty="0" err="1">
                <a:solidFill>
                  <a:srgbClr val="00B0F0"/>
                </a:solidFill>
              </a:rPr>
              <a:t>sqlcode</a:t>
            </a:r>
            <a:r>
              <a:rPr lang="en-US" sz="1600" dirty="0">
                <a:solidFill>
                  <a:srgbClr val="00B0F0"/>
                </a:solidFill>
              </a:rPr>
              <a:t>);</a:t>
            </a:r>
          </a:p>
          <a:p>
            <a:pPr>
              <a:lnSpc>
                <a:spcPct val="80000"/>
              </a:lnSpc>
              <a:buNone/>
            </a:pPr>
            <a:r>
              <a:rPr lang="en-US" sz="1600" dirty="0">
                <a:solidFill>
                  <a:srgbClr val="00B0F0"/>
                </a:solidFill>
              </a:rPr>
              <a:t>                    RAISE_APPLICATION_ERROR(-20001,myerrm);</a:t>
            </a:r>
          </a:p>
          <a:p>
            <a:pPr>
              <a:lnSpc>
                <a:spcPct val="80000"/>
              </a:lnSpc>
              <a:buNone/>
            </a:pPr>
            <a:r>
              <a:rPr lang="en-US" sz="1600" dirty="0">
                <a:solidFill>
                  <a:srgbClr val="00B0F0"/>
                </a:solidFill>
              </a:rPr>
              <a:t>    END;</a:t>
            </a:r>
          </a:p>
          <a:p>
            <a:pPr>
              <a:lnSpc>
                <a:spcPct val="80000"/>
              </a:lnSpc>
              <a:buNone/>
            </a:pPr>
            <a:r>
              <a:rPr lang="en-US" sz="1600" dirty="0">
                <a:solidFill>
                  <a:srgbClr val="00B0F0"/>
                </a:solidFill>
              </a:rPr>
              <a:t> /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95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95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95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095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95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95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095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095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95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095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095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095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000"/>
                            </p:stCondLst>
                            <p:childTnLst>
                              <p:par>
                                <p:cTn id="2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095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095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095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0"/>
                            </p:stCondLst>
                            <p:childTnLst>
                              <p:par>
                                <p:cTn id="3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095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095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095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6000"/>
                            </p:stCondLst>
                            <p:childTnLst>
                              <p:par>
                                <p:cTn id="4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095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095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095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7000"/>
                            </p:stCondLst>
                            <p:childTnLst>
                              <p:par>
                                <p:cTn id="4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095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095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095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8000"/>
                            </p:stCondLst>
                            <p:childTnLst>
                              <p:par>
                                <p:cTn id="5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1095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095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095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9000"/>
                            </p:stCondLst>
                            <p:childTnLst>
                              <p:par>
                                <p:cTn id="5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1095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095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095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0000"/>
                            </p:stCondLst>
                            <p:childTnLst>
                              <p:par>
                                <p:cTn id="6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10957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0957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0957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1300" dirty="0">
                <a:latin typeface="Candara"/>
              </a:rPr>
              <a:t>1.5: Collections </a:t>
            </a:r>
            <a:br>
              <a:rPr lang="en-US" sz="2000" dirty="0"/>
            </a:br>
            <a:r>
              <a:rPr lang="en-US" sz="2000" dirty="0"/>
              <a:t>Function Returning a Collection: Example			….</a:t>
            </a:r>
            <a:r>
              <a:rPr lang="en-US" sz="2000" dirty="0" err="1"/>
              <a:t>contd</a:t>
            </a:r>
            <a:endParaRPr lang="en-US" sz="2000" dirty="0"/>
          </a:p>
        </p:txBody>
      </p:sp>
      <p:sp>
        <p:nvSpPr>
          <p:cNvPr id="1105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dirty="0">
                <a:latin typeface="Courier New" pitchFamily="49" charset="0"/>
              </a:rPr>
              <a:t>Then call the function</a:t>
            </a:r>
          </a:p>
          <a:p>
            <a:pPr>
              <a:lnSpc>
                <a:spcPct val="70000"/>
              </a:lnSpc>
              <a:buNone/>
            </a:pPr>
            <a:r>
              <a:rPr lang="en-US" dirty="0">
                <a:latin typeface="Courier New" pitchFamily="49" charset="0"/>
              </a:rPr>
              <a:t>  </a:t>
            </a:r>
            <a:r>
              <a:rPr lang="en-US" sz="1600" dirty="0">
                <a:solidFill>
                  <a:srgbClr val="00B0F0"/>
                </a:solidFill>
              </a:rPr>
              <a:t>DECLARE</a:t>
            </a:r>
          </a:p>
          <a:p>
            <a:pPr>
              <a:lnSpc>
                <a:spcPct val="70000"/>
              </a:lnSpc>
              <a:buNone/>
            </a:pPr>
            <a:r>
              <a:rPr lang="en-US" sz="1600" dirty="0">
                <a:solidFill>
                  <a:srgbClr val="00B0F0"/>
                </a:solidFill>
              </a:rPr>
              <a:t>		details </a:t>
            </a:r>
            <a:r>
              <a:rPr lang="en-US" sz="1600" dirty="0" err="1">
                <a:solidFill>
                  <a:srgbClr val="00B0F0"/>
                </a:solidFill>
              </a:rPr>
              <a:t>edetTab</a:t>
            </a:r>
            <a:r>
              <a:rPr lang="en-US" sz="1600" dirty="0">
                <a:solidFill>
                  <a:srgbClr val="00B0F0"/>
                </a:solidFill>
              </a:rPr>
              <a:t> := </a:t>
            </a:r>
            <a:r>
              <a:rPr lang="en-US" sz="1600" dirty="0" err="1">
                <a:solidFill>
                  <a:srgbClr val="00B0F0"/>
                </a:solidFill>
              </a:rPr>
              <a:t>edetTab</a:t>
            </a:r>
            <a:r>
              <a:rPr lang="en-US" sz="1600" dirty="0">
                <a:solidFill>
                  <a:srgbClr val="00B0F0"/>
                </a:solidFill>
              </a:rPr>
              <a:t>();</a:t>
            </a:r>
          </a:p>
          <a:p>
            <a:pPr>
              <a:lnSpc>
                <a:spcPct val="70000"/>
              </a:lnSpc>
              <a:buNone/>
            </a:pPr>
            <a:r>
              <a:rPr lang="en-US" sz="1600" dirty="0">
                <a:solidFill>
                  <a:srgbClr val="00B0F0"/>
                </a:solidFill>
              </a:rPr>
              <a:t>     	</a:t>
            </a:r>
            <a:r>
              <a:rPr lang="en-US" sz="1600" dirty="0" err="1">
                <a:solidFill>
                  <a:srgbClr val="00B0F0"/>
                </a:solidFill>
              </a:rPr>
              <a:t>dno</a:t>
            </a:r>
            <a:r>
              <a:rPr lang="en-US" sz="1600" dirty="0">
                <a:solidFill>
                  <a:srgbClr val="00B0F0"/>
                </a:solidFill>
              </a:rPr>
              <a:t> </a:t>
            </a:r>
            <a:r>
              <a:rPr lang="en-US" sz="1600" dirty="0" err="1">
                <a:solidFill>
                  <a:srgbClr val="00B0F0"/>
                </a:solidFill>
              </a:rPr>
              <a:t>emp.deptno%TYPE</a:t>
            </a:r>
            <a:r>
              <a:rPr lang="en-US" sz="1600" dirty="0">
                <a:solidFill>
                  <a:srgbClr val="00B0F0"/>
                </a:solidFill>
              </a:rPr>
              <a:t> := &amp;</a:t>
            </a:r>
            <a:r>
              <a:rPr lang="en-US" sz="1600" dirty="0" err="1">
                <a:solidFill>
                  <a:srgbClr val="00B0F0"/>
                </a:solidFill>
              </a:rPr>
              <a:t>dno</a:t>
            </a:r>
            <a:r>
              <a:rPr lang="en-US" sz="1600" dirty="0">
                <a:solidFill>
                  <a:srgbClr val="00B0F0"/>
                </a:solidFill>
              </a:rPr>
              <a:t>;</a:t>
            </a:r>
          </a:p>
          <a:p>
            <a:pPr>
              <a:lnSpc>
                <a:spcPct val="70000"/>
              </a:lnSpc>
              <a:buNone/>
            </a:pPr>
            <a:r>
              <a:rPr lang="en-US" sz="1600" dirty="0">
                <a:solidFill>
                  <a:srgbClr val="00B0F0"/>
                </a:solidFill>
              </a:rPr>
              <a:t>   BEGIN</a:t>
            </a:r>
          </a:p>
          <a:p>
            <a:pPr>
              <a:lnSpc>
                <a:spcPct val="70000"/>
              </a:lnSpc>
              <a:buNone/>
            </a:pPr>
            <a:r>
              <a:rPr lang="en-US" sz="1600" dirty="0">
                <a:solidFill>
                  <a:srgbClr val="00B0F0"/>
                </a:solidFill>
              </a:rPr>
              <a:t>      	details := </a:t>
            </a:r>
            <a:r>
              <a:rPr lang="en-US" sz="1600" dirty="0" err="1">
                <a:solidFill>
                  <a:srgbClr val="00B0F0"/>
                </a:solidFill>
              </a:rPr>
              <a:t>fngetEmp</a:t>
            </a:r>
            <a:r>
              <a:rPr lang="en-US" sz="1600" dirty="0">
                <a:solidFill>
                  <a:srgbClr val="00B0F0"/>
                </a:solidFill>
              </a:rPr>
              <a:t>(</a:t>
            </a:r>
            <a:r>
              <a:rPr lang="en-US" sz="1600" dirty="0" err="1">
                <a:solidFill>
                  <a:srgbClr val="00B0F0"/>
                </a:solidFill>
              </a:rPr>
              <a:t>dno</a:t>
            </a:r>
            <a:r>
              <a:rPr lang="en-US" sz="1600" dirty="0">
                <a:solidFill>
                  <a:srgbClr val="00B0F0"/>
                </a:solidFill>
              </a:rPr>
              <a:t>);</a:t>
            </a:r>
          </a:p>
          <a:p>
            <a:pPr>
              <a:lnSpc>
                <a:spcPct val="70000"/>
              </a:lnSpc>
              <a:buNone/>
            </a:pPr>
            <a:r>
              <a:rPr lang="en-US" sz="1600" dirty="0">
                <a:solidFill>
                  <a:srgbClr val="00B0F0"/>
                </a:solidFill>
              </a:rPr>
              <a:t>       	FOR </a:t>
            </a:r>
            <a:r>
              <a:rPr lang="en-US" sz="1600" dirty="0" err="1">
                <a:solidFill>
                  <a:srgbClr val="00B0F0"/>
                </a:solidFill>
              </a:rPr>
              <a:t>i</a:t>
            </a:r>
            <a:r>
              <a:rPr lang="en-US" sz="1600" dirty="0">
                <a:solidFill>
                  <a:srgbClr val="00B0F0"/>
                </a:solidFill>
              </a:rPr>
              <a:t> IN 1.. (</a:t>
            </a:r>
            <a:r>
              <a:rPr lang="en-US" sz="1600" dirty="0" err="1">
                <a:solidFill>
                  <a:srgbClr val="00B0F0"/>
                </a:solidFill>
              </a:rPr>
              <a:t>details.count</a:t>
            </a:r>
            <a:r>
              <a:rPr lang="en-US" sz="1600" dirty="0">
                <a:solidFill>
                  <a:srgbClr val="00B0F0"/>
                </a:solidFill>
              </a:rPr>
              <a:t>) LOOP</a:t>
            </a:r>
          </a:p>
          <a:p>
            <a:pPr>
              <a:lnSpc>
                <a:spcPct val="70000"/>
              </a:lnSpc>
              <a:buNone/>
            </a:pPr>
            <a:r>
              <a:rPr lang="en-US" sz="1600" dirty="0">
                <a:solidFill>
                  <a:srgbClr val="00B0F0"/>
                </a:solidFill>
              </a:rPr>
              <a:t>              	DBMS_OUTPUT.PUT_LINE (details(</a:t>
            </a:r>
            <a:r>
              <a:rPr lang="en-US" sz="1600" dirty="0" err="1">
                <a:solidFill>
                  <a:srgbClr val="00B0F0"/>
                </a:solidFill>
              </a:rPr>
              <a:t>i</a:t>
            </a:r>
            <a:r>
              <a:rPr lang="en-US" sz="1600" dirty="0">
                <a:solidFill>
                  <a:srgbClr val="00B0F0"/>
                </a:solidFill>
              </a:rPr>
              <a:t>).name||' '||details(</a:t>
            </a:r>
            <a:r>
              <a:rPr lang="en-US" sz="1600" dirty="0" err="1">
                <a:solidFill>
                  <a:srgbClr val="00B0F0"/>
                </a:solidFill>
              </a:rPr>
              <a:t>i</a:t>
            </a:r>
            <a:r>
              <a:rPr lang="en-US" sz="1600" dirty="0">
                <a:solidFill>
                  <a:srgbClr val="00B0F0"/>
                </a:solidFill>
              </a:rPr>
              <a:t>).job||' '||details(</a:t>
            </a:r>
            <a:r>
              <a:rPr lang="en-US" sz="1600" dirty="0" err="1">
                <a:solidFill>
                  <a:srgbClr val="00B0F0"/>
                </a:solidFill>
              </a:rPr>
              <a:t>i</a:t>
            </a:r>
            <a:r>
              <a:rPr lang="en-US" sz="1600" dirty="0">
                <a:solidFill>
                  <a:srgbClr val="00B0F0"/>
                </a:solidFill>
              </a:rPr>
              <a:t>).</a:t>
            </a:r>
            <a:r>
              <a:rPr lang="en-US" sz="1600" dirty="0" err="1">
                <a:solidFill>
                  <a:srgbClr val="00B0F0"/>
                </a:solidFill>
              </a:rPr>
              <a:t>sal</a:t>
            </a:r>
            <a:r>
              <a:rPr lang="en-US" sz="1600" dirty="0">
                <a:solidFill>
                  <a:srgbClr val="00B0F0"/>
                </a:solidFill>
              </a:rPr>
              <a:t>);</a:t>
            </a:r>
          </a:p>
          <a:p>
            <a:pPr>
              <a:lnSpc>
                <a:spcPct val="70000"/>
              </a:lnSpc>
              <a:buNone/>
            </a:pPr>
            <a:r>
              <a:rPr lang="en-US" sz="1600" dirty="0">
                <a:solidFill>
                  <a:srgbClr val="00B0F0"/>
                </a:solidFill>
              </a:rPr>
              <a:t>     	END LOOP;</a:t>
            </a:r>
          </a:p>
          <a:p>
            <a:pPr>
              <a:lnSpc>
                <a:spcPct val="70000"/>
              </a:lnSpc>
              <a:buNone/>
            </a:pPr>
            <a:r>
              <a:rPr lang="en-US" sz="1600" dirty="0">
                <a:solidFill>
                  <a:srgbClr val="00B0F0"/>
                </a:solidFill>
              </a:rPr>
              <a:t>  END;</a:t>
            </a:r>
          </a:p>
          <a:p>
            <a:pPr>
              <a:lnSpc>
                <a:spcPct val="70000"/>
              </a:lnSpc>
              <a:buNone/>
            </a:pPr>
            <a:r>
              <a:rPr lang="en-US" sz="1600" dirty="0">
                <a:solidFill>
                  <a:srgbClr val="00B0F0"/>
                </a:solidFill>
              </a:rPr>
              <a:t>/</a:t>
            </a:r>
          </a:p>
          <a:p>
            <a:pPr eaLnBrk="1" hangingPunct="1">
              <a:buNone/>
            </a:pPr>
            <a:endParaRPr lang="en-US" dirty="0">
              <a:latin typeface="Courier New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05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05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05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105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05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05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105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105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105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105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105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105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000"/>
                            </p:stCondLst>
                            <p:childTnLst>
                              <p:par>
                                <p:cTn id="2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105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105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105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0"/>
                            </p:stCondLst>
                            <p:childTnLst>
                              <p:par>
                                <p:cTn id="3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105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105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105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6000"/>
                            </p:stCondLst>
                            <p:childTnLst>
                              <p:par>
                                <p:cTn id="4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105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105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105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7000"/>
                            </p:stCondLst>
                            <p:childTnLst>
                              <p:par>
                                <p:cTn id="4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105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105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105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8000"/>
                            </p:stCondLst>
                            <p:childTnLst>
                              <p:par>
                                <p:cTn id="5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1105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105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105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9000"/>
                            </p:stCondLst>
                            <p:childTnLst>
                              <p:par>
                                <p:cTn id="5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1105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105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105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0000"/>
                            </p:stCondLst>
                            <p:childTnLst>
                              <p:par>
                                <p:cTn id="6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11059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1059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1059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2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1300" dirty="0">
                <a:latin typeface="Candara"/>
              </a:rPr>
              <a:t>1.5: Collections </a:t>
            </a:r>
            <a:br>
              <a:rPr lang="en-US" dirty="0"/>
            </a:br>
            <a:r>
              <a:rPr lang="en-US" dirty="0"/>
              <a:t>Collection Methods</a:t>
            </a:r>
          </a:p>
        </p:txBody>
      </p:sp>
      <p:sp>
        <p:nvSpPr>
          <p:cNvPr id="106503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dirty="0"/>
              <a:t>Various methods available for collections are:</a:t>
            </a:r>
          </a:p>
          <a:p>
            <a:pPr lvl="1" eaLnBrk="1" hangingPunct="1"/>
            <a:r>
              <a:rPr lang="en-US" sz="1800" dirty="0">
                <a:solidFill>
                  <a:srgbClr val="CC3300"/>
                </a:solidFill>
              </a:rPr>
              <a:t>Exists(n):</a:t>
            </a:r>
            <a:r>
              <a:rPr lang="en-US" sz="1800" dirty="0"/>
              <a:t> Returns TRUE if nth element exists in </a:t>
            </a:r>
            <a:r>
              <a:rPr lang="en-US" sz="1800" dirty="0" err="1"/>
              <a:t>Varray</a:t>
            </a:r>
            <a:endParaRPr lang="en-US" sz="1800" dirty="0"/>
          </a:p>
          <a:p>
            <a:pPr lvl="1" eaLnBrk="1" hangingPunct="1"/>
            <a:r>
              <a:rPr lang="en-US" sz="1800" dirty="0">
                <a:solidFill>
                  <a:srgbClr val="CC3300"/>
                </a:solidFill>
              </a:rPr>
              <a:t>Count:</a:t>
            </a:r>
            <a:r>
              <a:rPr lang="en-US" sz="1800" dirty="0"/>
              <a:t> Returns the number of elements in the </a:t>
            </a:r>
            <a:r>
              <a:rPr lang="en-US" sz="1800" dirty="0" err="1"/>
              <a:t>Varray</a:t>
            </a:r>
            <a:endParaRPr lang="en-US" sz="1800" dirty="0"/>
          </a:p>
          <a:p>
            <a:pPr lvl="1" eaLnBrk="1" hangingPunct="1"/>
            <a:r>
              <a:rPr lang="en-US" sz="1800" dirty="0">
                <a:solidFill>
                  <a:srgbClr val="CC3300"/>
                </a:solidFill>
              </a:rPr>
              <a:t>Limit:</a:t>
            </a:r>
            <a:r>
              <a:rPr lang="en-US" sz="1800" dirty="0"/>
              <a:t> Gives the Maximum size of the array</a:t>
            </a:r>
          </a:p>
          <a:p>
            <a:pPr lvl="1" eaLnBrk="1" hangingPunct="1"/>
            <a:r>
              <a:rPr lang="en-US" sz="1800" dirty="0">
                <a:solidFill>
                  <a:srgbClr val="CC3300"/>
                </a:solidFill>
              </a:rPr>
              <a:t>First &amp; Last:</a:t>
            </a:r>
            <a:r>
              <a:rPr lang="en-US" sz="1800" dirty="0"/>
              <a:t> Returns the First and Last index number in the collection</a:t>
            </a:r>
          </a:p>
          <a:p>
            <a:pPr lvl="1" eaLnBrk="1" hangingPunct="1"/>
            <a:r>
              <a:rPr lang="en-US" sz="1800" dirty="0">
                <a:solidFill>
                  <a:srgbClr val="CC3300"/>
                </a:solidFill>
              </a:rPr>
              <a:t>Extend(n):</a:t>
            </a:r>
            <a:r>
              <a:rPr lang="en-US" sz="1800" dirty="0"/>
              <a:t> Increases the size of collection by n. Appends n elements to a collection</a:t>
            </a:r>
          </a:p>
          <a:p>
            <a:pPr lvl="1" eaLnBrk="1" hangingPunct="1"/>
            <a:r>
              <a:rPr lang="en-US" sz="1800" dirty="0">
                <a:solidFill>
                  <a:srgbClr val="CC3300"/>
                </a:solidFill>
              </a:rPr>
              <a:t>Delete(n):</a:t>
            </a:r>
            <a:r>
              <a:rPr lang="en-US" sz="1800" dirty="0"/>
              <a:t> Removes an element form nth index</a:t>
            </a:r>
          </a:p>
          <a:p>
            <a:pPr lvl="1" eaLnBrk="1" hangingPunct="1"/>
            <a:r>
              <a:rPr lang="en-US" sz="1800" dirty="0">
                <a:solidFill>
                  <a:srgbClr val="CC3300"/>
                </a:solidFill>
              </a:rPr>
              <a:t>Trim(n):</a:t>
            </a:r>
            <a:r>
              <a:rPr lang="en-US" sz="1800" dirty="0"/>
              <a:t> Removes last n elements from the Collection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65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65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65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065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65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65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065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065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65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065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065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065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000"/>
                            </p:stCondLst>
                            <p:childTnLst>
                              <p:par>
                                <p:cTn id="2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065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065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065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0"/>
                            </p:stCondLst>
                            <p:childTnLst>
                              <p:par>
                                <p:cTn id="3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065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065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065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6000"/>
                            </p:stCondLst>
                            <p:childTnLst>
                              <p:par>
                                <p:cTn id="4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065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065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065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7000"/>
                            </p:stCondLst>
                            <p:childTnLst>
                              <p:par>
                                <p:cTn id="4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065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065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065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1300" dirty="0">
                <a:latin typeface="Candara"/>
              </a:rPr>
              <a:t>1.5: Collections </a:t>
            </a:r>
            <a:br>
              <a:rPr lang="en-US" dirty="0"/>
            </a:br>
            <a:r>
              <a:rPr lang="en-US" dirty="0"/>
              <a:t>Use of Collection Methods: Example</a:t>
            </a:r>
          </a:p>
        </p:txBody>
      </p:sp>
      <p:sp>
        <p:nvSpPr>
          <p:cNvPr id="1228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70000"/>
              </a:lnSpc>
              <a:buNone/>
            </a:pPr>
            <a:r>
              <a:rPr lang="en-US" sz="1100" dirty="0">
                <a:solidFill>
                  <a:srgbClr val="00B0F0"/>
                </a:solidFill>
              </a:rPr>
              <a:t>DECLARE</a:t>
            </a:r>
          </a:p>
          <a:p>
            <a:pPr>
              <a:lnSpc>
                <a:spcPct val="70000"/>
              </a:lnSpc>
              <a:buNone/>
            </a:pPr>
            <a:r>
              <a:rPr lang="en-US" sz="1100" dirty="0">
                <a:solidFill>
                  <a:srgbClr val="00B0F0"/>
                </a:solidFill>
              </a:rPr>
              <a:t>  	TYPE </a:t>
            </a:r>
            <a:r>
              <a:rPr lang="en-US" sz="1100" dirty="0" err="1">
                <a:solidFill>
                  <a:srgbClr val="00B0F0"/>
                </a:solidFill>
              </a:rPr>
              <a:t>vatype</a:t>
            </a:r>
            <a:r>
              <a:rPr lang="en-US" sz="1100" dirty="0">
                <a:solidFill>
                  <a:srgbClr val="00B0F0"/>
                </a:solidFill>
              </a:rPr>
              <a:t> IS VARRAY(5) OF NUMBER(2);</a:t>
            </a:r>
          </a:p>
          <a:p>
            <a:pPr>
              <a:lnSpc>
                <a:spcPct val="70000"/>
              </a:lnSpc>
              <a:buNone/>
            </a:pPr>
            <a:r>
              <a:rPr lang="en-US" sz="1100" dirty="0">
                <a:solidFill>
                  <a:srgbClr val="00B0F0"/>
                </a:solidFill>
              </a:rPr>
              <a:t>  	TYPE </a:t>
            </a:r>
            <a:r>
              <a:rPr lang="en-US" sz="1100" dirty="0" err="1">
                <a:solidFill>
                  <a:srgbClr val="00B0F0"/>
                </a:solidFill>
              </a:rPr>
              <a:t>tatype</a:t>
            </a:r>
            <a:r>
              <a:rPr lang="en-US" sz="1100" dirty="0">
                <a:solidFill>
                  <a:srgbClr val="00B0F0"/>
                </a:solidFill>
              </a:rPr>
              <a:t> IS TABLE OF NUMBER(2);</a:t>
            </a:r>
          </a:p>
          <a:p>
            <a:pPr>
              <a:lnSpc>
                <a:spcPct val="70000"/>
              </a:lnSpc>
              <a:buNone/>
            </a:pPr>
            <a:r>
              <a:rPr lang="en-US" sz="1100" dirty="0">
                <a:solidFill>
                  <a:srgbClr val="00B0F0"/>
                </a:solidFill>
              </a:rPr>
              <a:t>  	</a:t>
            </a:r>
            <a:r>
              <a:rPr lang="en-US" sz="1100" dirty="0" err="1">
                <a:solidFill>
                  <a:srgbClr val="00B0F0"/>
                </a:solidFill>
              </a:rPr>
              <a:t>myarray</a:t>
            </a:r>
            <a:r>
              <a:rPr lang="en-US" sz="1100" dirty="0">
                <a:solidFill>
                  <a:srgbClr val="00B0F0"/>
                </a:solidFill>
              </a:rPr>
              <a:t> </a:t>
            </a:r>
            <a:r>
              <a:rPr lang="en-US" sz="1100" dirty="0" err="1">
                <a:solidFill>
                  <a:srgbClr val="00B0F0"/>
                </a:solidFill>
              </a:rPr>
              <a:t>vatype</a:t>
            </a:r>
            <a:r>
              <a:rPr lang="en-US" sz="1100" dirty="0">
                <a:solidFill>
                  <a:srgbClr val="00B0F0"/>
                </a:solidFill>
              </a:rPr>
              <a:t> :=</a:t>
            </a:r>
            <a:r>
              <a:rPr lang="en-US" sz="1100" dirty="0" err="1">
                <a:solidFill>
                  <a:srgbClr val="00B0F0"/>
                </a:solidFill>
              </a:rPr>
              <a:t>vatype</a:t>
            </a:r>
            <a:r>
              <a:rPr lang="en-US" sz="1100" dirty="0">
                <a:solidFill>
                  <a:srgbClr val="00B0F0"/>
                </a:solidFill>
              </a:rPr>
              <a:t>(1,2,3,4);</a:t>
            </a:r>
          </a:p>
          <a:p>
            <a:pPr>
              <a:lnSpc>
                <a:spcPct val="70000"/>
              </a:lnSpc>
              <a:buNone/>
            </a:pPr>
            <a:r>
              <a:rPr lang="en-US" sz="1100" dirty="0">
                <a:solidFill>
                  <a:srgbClr val="00B0F0"/>
                </a:solidFill>
              </a:rPr>
              <a:t>  	</a:t>
            </a:r>
            <a:r>
              <a:rPr lang="en-US" sz="1100" dirty="0" err="1">
                <a:solidFill>
                  <a:srgbClr val="00B0F0"/>
                </a:solidFill>
              </a:rPr>
              <a:t>mytable</a:t>
            </a:r>
            <a:r>
              <a:rPr lang="en-US" sz="1100" dirty="0">
                <a:solidFill>
                  <a:srgbClr val="00B0F0"/>
                </a:solidFill>
              </a:rPr>
              <a:t> </a:t>
            </a:r>
            <a:r>
              <a:rPr lang="en-US" sz="1100" dirty="0" err="1">
                <a:solidFill>
                  <a:srgbClr val="00B0F0"/>
                </a:solidFill>
              </a:rPr>
              <a:t>tatype</a:t>
            </a:r>
            <a:r>
              <a:rPr lang="en-US" sz="1100" dirty="0">
                <a:solidFill>
                  <a:srgbClr val="00B0F0"/>
                </a:solidFill>
              </a:rPr>
              <a:t> := </a:t>
            </a:r>
            <a:r>
              <a:rPr lang="en-US" sz="1100" dirty="0" err="1">
                <a:solidFill>
                  <a:srgbClr val="00B0F0"/>
                </a:solidFill>
              </a:rPr>
              <a:t>tatype</a:t>
            </a:r>
            <a:r>
              <a:rPr lang="en-US" sz="1100" dirty="0">
                <a:solidFill>
                  <a:srgbClr val="00B0F0"/>
                </a:solidFill>
              </a:rPr>
              <a:t>(6,7,8,9,4);</a:t>
            </a:r>
          </a:p>
          <a:p>
            <a:pPr>
              <a:lnSpc>
                <a:spcPct val="70000"/>
              </a:lnSpc>
              <a:buNone/>
            </a:pPr>
            <a:r>
              <a:rPr lang="en-US" sz="1100" dirty="0">
                <a:solidFill>
                  <a:srgbClr val="00B0F0"/>
                </a:solidFill>
              </a:rPr>
              <a:t>  BEGIN</a:t>
            </a:r>
          </a:p>
          <a:p>
            <a:pPr>
              <a:lnSpc>
                <a:spcPct val="70000"/>
              </a:lnSpc>
              <a:buNone/>
            </a:pPr>
            <a:r>
              <a:rPr lang="en-US" sz="1100" dirty="0">
                <a:solidFill>
                  <a:srgbClr val="00B0F0"/>
                </a:solidFill>
              </a:rPr>
              <a:t>  	IF </a:t>
            </a:r>
            <a:r>
              <a:rPr lang="en-US" sz="1100" dirty="0" err="1">
                <a:solidFill>
                  <a:srgbClr val="00B0F0"/>
                </a:solidFill>
              </a:rPr>
              <a:t>myarray.EXISTS</a:t>
            </a:r>
            <a:r>
              <a:rPr lang="en-US" sz="1100" dirty="0">
                <a:solidFill>
                  <a:srgbClr val="00B0F0"/>
                </a:solidFill>
              </a:rPr>
              <a:t>(1) THEN</a:t>
            </a:r>
          </a:p>
          <a:p>
            <a:pPr>
              <a:lnSpc>
                <a:spcPct val="70000"/>
              </a:lnSpc>
              <a:buNone/>
            </a:pPr>
            <a:r>
              <a:rPr lang="en-US" sz="1100" dirty="0">
                <a:solidFill>
                  <a:srgbClr val="00B0F0"/>
                </a:solidFill>
              </a:rPr>
              <a:t>  		DBMS_OUTPUT.PUT_LINE(‘ </a:t>
            </a:r>
            <a:r>
              <a:rPr lang="en-US" sz="1100" dirty="0" err="1">
                <a:solidFill>
                  <a:srgbClr val="00B0F0"/>
                </a:solidFill>
              </a:rPr>
              <a:t>Varray</a:t>
            </a:r>
            <a:r>
              <a:rPr lang="en-US" sz="1100" dirty="0">
                <a:solidFill>
                  <a:srgbClr val="00B0F0"/>
                </a:solidFill>
              </a:rPr>
              <a:t> element exists');</a:t>
            </a:r>
          </a:p>
          <a:p>
            <a:pPr>
              <a:lnSpc>
                <a:spcPct val="70000"/>
              </a:lnSpc>
              <a:buNone/>
            </a:pPr>
            <a:r>
              <a:rPr lang="en-US" sz="1100" dirty="0">
                <a:solidFill>
                  <a:srgbClr val="00B0F0"/>
                </a:solidFill>
              </a:rPr>
              <a:t>  	END IF;</a:t>
            </a:r>
          </a:p>
          <a:p>
            <a:pPr>
              <a:lnSpc>
                <a:spcPct val="70000"/>
              </a:lnSpc>
              <a:buNone/>
            </a:pPr>
            <a:r>
              <a:rPr lang="en-US" sz="1100" dirty="0">
                <a:solidFill>
                  <a:srgbClr val="00B0F0"/>
                </a:solidFill>
              </a:rPr>
              <a:t> 	IF </a:t>
            </a:r>
            <a:r>
              <a:rPr lang="en-US" sz="1100" dirty="0" err="1">
                <a:solidFill>
                  <a:srgbClr val="00B0F0"/>
                </a:solidFill>
              </a:rPr>
              <a:t>myTable.EXISTS</a:t>
            </a:r>
            <a:r>
              <a:rPr lang="en-US" sz="1100" dirty="0">
                <a:solidFill>
                  <a:srgbClr val="00B0F0"/>
                </a:solidFill>
              </a:rPr>
              <a:t>(1) THEN</a:t>
            </a:r>
          </a:p>
          <a:p>
            <a:pPr>
              <a:lnSpc>
                <a:spcPct val="70000"/>
              </a:lnSpc>
              <a:buNone/>
            </a:pPr>
            <a:r>
              <a:rPr lang="en-US" sz="1100" dirty="0">
                <a:solidFill>
                  <a:srgbClr val="00B0F0"/>
                </a:solidFill>
              </a:rPr>
              <a:t>		DBMS_OUTPUT.PUT_LINE(‘Table element exists');</a:t>
            </a:r>
          </a:p>
          <a:p>
            <a:pPr>
              <a:lnSpc>
                <a:spcPct val="70000"/>
              </a:lnSpc>
              <a:buNone/>
            </a:pPr>
            <a:r>
              <a:rPr lang="en-US" sz="1100" dirty="0">
                <a:solidFill>
                  <a:srgbClr val="00B0F0"/>
                </a:solidFill>
              </a:rPr>
              <a:t> 	END IF;</a:t>
            </a:r>
          </a:p>
          <a:p>
            <a:pPr>
              <a:lnSpc>
                <a:spcPct val="70000"/>
              </a:lnSpc>
              <a:buNone/>
            </a:pPr>
            <a:r>
              <a:rPr lang="en-US" sz="1100" dirty="0">
                <a:solidFill>
                  <a:srgbClr val="00B0F0"/>
                </a:solidFill>
              </a:rPr>
              <a:t>	DBMS_OUTPUT.PUT_LINE(‘The </a:t>
            </a:r>
            <a:r>
              <a:rPr lang="en-US" sz="1100" dirty="0" err="1">
                <a:solidFill>
                  <a:srgbClr val="00B0F0"/>
                </a:solidFill>
              </a:rPr>
              <a:t>varray</a:t>
            </a:r>
            <a:r>
              <a:rPr lang="en-US" sz="1100" dirty="0">
                <a:solidFill>
                  <a:srgbClr val="00B0F0"/>
                </a:solidFill>
              </a:rPr>
              <a:t> limit is ' || </a:t>
            </a:r>
            <a:r>
              <a:rPr lang="en-US" sz="1100" dirty="0" err="1">
                <a:solidFill>
                  <a:srgbClr val="00B0F0"/>
                </a:solidFill>
              </a:rPr>
              <a:t>myarray.LIMIT</a:t>
            </a:r>
            <a:r>
              <a:rPr lang="en-US" sz="1100" dirty="0">
                <a:solidFill>
                  <a:srgbClr val="00B0F0"/>
                </a:solidFill>
              </a:rPr>
              <a:t>);</a:t>
            </a:r>
          </a:p>
          <a:p>
            <a:pPr>
              <a:lnSpc>
                <a:spcPct val="70000"/>
              </a:lnSpc>
              <a:buNone/>
            </a:pPr>
            <a:r>
              <a:rPr lang="en-US" sz="1100" dirty="0">
                <a:solidFill>
                  <a:srgbClr val="00B0F0"/>
                </a:solidFill>
              </a:rPr>
              <a:t>	DBMS_OUTPUT.PUT_LINE(‘The table limit is ' || </a:t>
            </a:r>
            <a:r>
              <a:rPr lang="en-US" sz="1100" dirty="0" err="1">
                <a:solidFill>
                  <a:srgbClr val="00B0F0"/>
                </a:solidFill>
              </a:rPr>
              <a:t>mytable.LIMIT</a:t>
            </a:r>
            <a:r>
              <a:rPr lang="en-US" sz="1100" dirty="0">
                <a:solidFill>
                  <a:srgbClr val="00B0F0"/>
                </a:solidFill>
              </a:rPr>
              <a:t>);</a:t>
            </a:r>
          </a:p>
          <a:p>
            <a:pPr>
              <a:lnSpc>
                <a:spcPct val="70000"/>
              </a:lnSpc>
              <a:buNone/>
            </a:pPr>
            <a:r>
              <a:rPr lang="en-US" sz="1100" dirty="0">
                <a:solidFill>
                  <a:srgbClr val="00B0F0"/>
                </a:solidFill>
              </a:rPr>
              <a:t>	DBMS_OUTPUT.PUT_LINE (‘The </a:t>
            </a:r>
            <a:r>
              <a:rPr lang="en-US" sz="1100" dirty="0" err="1">
                <a:solidFill>
                  <a:srgbClr val="00B0F0"/>
                </a:solidFill>
              </a:rPr>
              <a:t>varray</a:t>
            </a:r>
            <a:r>
              <a:rPr lang="en-US" sz="1100" dirty="0">
                <a:solidFill>
                  <a:srgbClr val="00B0F0"/>
                </a:solidFill>
              </a:rPr>
              <a:t> count is ' || </a:t>
            </a:r>
            <a:r>
              <a:rPr lang="en-US" sz="1100" dirty="0" err="1">
                <a:solidFill>
                  <a:srgbClr val="00B0F0"/>
                </a:solidFill>
              </a:rPr>
              <a:t>myarray.COUNT</a:t>
            </a:r>
            <a:r>
              <a:rPr lang="en-US" sz="1100" dirty="0">
                <a:solidFill>
                  <a:srgbClr val="00B0F0"/>
                </a:solidFill>
              </a:rPr>
              <a:t>);</a:t>
            </a:r>
          </a:p>
          <a:p>
            <a:pPr>
              <a:lnSpc>
                <a:spcPct val="70000"/>
              </a:lnSpc>
              <a:buNone/>
            </a:pPr>
            <a:r>
              <a:rPr lang="en-US" sz="1100" dirty="0">
                <a:solidFill>
                  <a:srgbClr val="00B0F0"/>
                </a:solidFill>
              </a:rPr>
              <a:t>	DBMS_OUTPUT.PUT_LINE(‘The table count is ' || </a:t>
            </a:r>
            <a:r>
              <a:rPr lang="en-US" sz="1100" dirty="0" err="1">
                <a:solidFill>
                  <a:srgbClr val="00B0F0"/>
                </a:solidFill>
              </a:rPr>
              <a:t>mytable.COUNT</a:t>
            </a:r>
            <a:r>
              <a:rPr lang="en-US" sz="1100" dirty="0">
                <a:solidFill>
                  <a:srgbClr val="00B0F0"/>
                </a:solidFill>
              </a:rPr>
              <a:t>);</a:t>
            </a:r>
          </a:p>
          <a:p>
            <a:pPr>
              <a:lnSpc>
                <a:spcPct val="70000"/>
              </a:lnSpc>
              <a:buNone/>
            </a:pPr>
            <a:r>
              <a:rPr lang="en-US" sz="1100" dirty="0">
                <a:solidFill>
                  <a:srgbClr val="00B0F0"/>
                </a:solidFill>
              </a:rPr>
              <a:t>	DBMS_OUTPUT.PUT_LINE(‘The first </a:t>
            </a:r>
            <a:r>
              <a:rPr lang="en-US" sz="1100" dirty="0" err="1">
                <a:solidFill>
                  <a:srgbClr val="00B0F0"/>
                </a:solidFill>
              </a:rPr>
              <a:t>varray</a:t>
            </a:r>
            <a:r>
              <a:rPr lang="en-US" sz="1100" dirty="0">
                <a:solidFill>
                  <a:srgbClr val="00B0F0"/>
                </a:solidFill>
              </a:rPr>
              <a:t> index is ' || </a:t>
            </a:r>
            <a:r>
              <a:rPr lang="en-US" sz="1100" dirty="0" err="1">
                <a:solidFill>
                  <a:srgbClr val="00B0F0"/>
                </a:solidFill>
              </a:rPr>
              <a:t>myarray.FIRST</a:t>
            </a:r>
            <a:r>
              <a:rPr lang="en-US" sz="1100" dirty="0">
                <a:solidFill>
                  <a:srgbClr val="00B0F0"/>
                </a:solidFill>
              </a:rPr>
              <a:t>);</a:t>
            </a:r>
          </a:p>
          <a:p>
            <a:pPr>
              <a:lnSpc>
                <a:spcPct val="70000"/>
              </a:lnSpc>
              <a:buNone/>
            </a:pPr>
            <a:r>
              <a:rPr lang="en-US" sz="1100" dirty="0">
                <a:solidFill>
                  <a:srgbClr val="00B0F0"/>
                </a:solidFill>
              </a:rPr>
              <a:t>	DBMS_OUTPUT.PUT_LINE('the first table index is ' || </a:t>
            </a:r>
            <a:r>
              <a:rPr lang="en-US" sz="1100" dirty="0" err="1">
                <a:solidFill>
                  <a:srgbClr val="00B0F0"/>
                </a:solidFill>
              </a:rPr>
              <a:t>mytable.FIRST</a:t>
            </a:r>
            <a:r>
              <a:rPr lang="en-US" sz="1100" dirty="0">
                <a:solidFill>
                  <a:srgbClr val="00B0F0"/>
                </a:solidFill>
              </a:rPr>
              <a:t>);</a:t>
            </a:r>
          </a:p>
          <a:p>
            <a:pPr>
              <a:lnSpc>
                <a:spcPct val="70000"/>
              </a:lnSpc>
              <a:buNone/>
            </a:pPr>
            <a:r>
              <a:rPr lang="en-US" sz="1100" dirty="0">
                <a:solidFill>
                  <a:srgbClr val="00B0F0"/>
                </a:solidFill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28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28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28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228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28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228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228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228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228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228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228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228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000"/>
                            </p:stCondLst>
                            <p:childTnLst>
                              <p:par>
                                <p:cTn id="2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228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228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228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0"/>
                            </p:stCondLst>
                            <p:childTnLst>
                              <p:par>
                                <p:cTn id="3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228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228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228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6000"/>
                            </p:stCondLst>
                            <p:childTnLst>
                              <p:par>
                                <p:cTn id="4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228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228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228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7000"/>
                            </p:stCondLst>
                            <p:childTnLst>
                              <p:par>
                                <p:cTn id="4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228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228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228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8000"/>
                            </p:stCondLst>
                            <p:childTnLst>
                              <p:par>
                                <p:cTn id="5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1228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228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228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9000"/>
                            </p:stCondLst>
                            <p:childTnLst>
                              <p:par>
                                <p:cTn id="5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1228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228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228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0000"/>
                            </p:stCondLst>
                            <p:childTnLst>
                              <p:par>
                                <p:cTn id="6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12288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2288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2288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1000"/>
                            </p:stCondLst>
                            <p:childTnLst>
                              <p:par>
                                <p:cTn id="7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12288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2288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2288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2000"/>
                            </p:stCondLst>
                            <p:childTnLst>
                              <p:par>
                                <p:cTn id="7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12288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12288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12288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3000"/>
                            </p:stCondLst>
                            <p:childTnLst>
                              <p:par>
                                <p:cTn id="8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1000"/>
                                        <p:tgtEl>
                                          <p:spTgt spid="12288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12288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12288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4000"/>
                            </p:stCondLst>
                            <p:childTnLst>
                              <p:par>
                                <p:cTn id="8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12288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12288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12288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15000"/>
                            </p:stCondLst>
                            <p:childTnLst>
                              <p:par>
                                <p:cTn id="9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12288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12288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12288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16000"/>
                            </p:stCondLst>
                            <p:childTnLst>
                              <p:par>
                                <p:cTn id="10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1000"/>
                                        <p:tgtEl>
                                          <p:spTgt spid="12288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12288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12288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17000"/>
                            </p:stCondLst>
                            <p:childTnLst>
                              <p:par>
                                <p:cTn id="10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1000"/>
                                        <p:tgtEl>
                                          <p:spTgt spid="12288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12288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12288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1300" dirty="0">
                <a:latin typeface="Candara"/>
              </a:rPr>
              <a:t>1.5: Collections </a:t>
            </a:r>
            <a:br>
              <a:rPr lang="en-US" dirty="0"/>
            </a:br>
            <a:r>
              <a:rPr lang="en-US" dirty="0"/>
              <a:t>Use of Collection Methods: Example		….</a:t>
            </a:r>
            <a:r>
              <a:rPr lang="en-US" dirty="0" err="1"/>
              <a:t>contd</a:t>
            </a:r>
            <a:endParaRPr lang="en-US" dirty="0"/>
          </a:p>
        </p:txBody>
      </p:sp>
      <p:sp>
        <p:nvSpPr>
          <p:cNvPr id="1239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141626" lvl="1" indent="-141626">
              <a:lnSpc>
                <a:spcPct val="70000"/>
              </a:lnSpc>
              <a:buClr>
                <a:schemeClr val="accent5"/>
              </a:buClr>
              <a:buNone/>
            </a:pPr>
            <a:r>
              <a:rPr lang="en-US" sz="1000" dirty="0"/>
              <a:t> </a:t>
            </a:r>
            <a:r>
              <a:rPr lang="en-US" sz="1100" dirty="0">
                <a:solidFill>
                  <a:srgbClr val="00B0F0"/>
                </a:solidFill>
              </a:rPr>
              <a:t>IF </a:t>
            </a:r>
            <a:r>
              <a:rPr lang="en-US" sz="1100" dirty="0" err="1">
                <a:solidFill>
                  <a:srgbClr val="00B0F0"/>
                </a:solidFill>
              </a:rPr>
              <a:t>mytable.FIRST</a:t>
            </a:r>
            <a:r>
              <a:rPr lang="en-US" sz="1100" dirty="0">
                <a:solidFill>
                  <a:srgbClr val="00B0F0"/>
                </a:solidFill>
              </a:rPr>
              <a:t>= </a:t>
            </a:r>
            <a:r>
              <a:rPr lang="en-US" sz="1100" dirty="0" err="1">
                <a:solidFill>
                  <a:srgbClr val="00B0F0"/>
                </a:solidFill>
              </a:rPr>
              <a:t>mytable.PRIOR</a:t>
            </a:r>
            <a:r>
              <a:rPr lang="en-US" sz="1100" dirty="0">
                <a:solidFill>
                  <a:srgbClr val="00B0F0"/>
                </a:solidFill>
              </a:rPr>
              <a:t>(2) THEN</a:t>
            </a:r>
          </a:p>
          <a:p>
            <a:pPr marL="141626" lvl="1" indent="-141626">
              <a:lnSpc>
                <a:spcPct val="70000"/>
              </a:lnSpc>
              <a:buClr>
                <a:schemeClr val="accent5"/>
              </a:buClr>
              <a:buNone/>
            </a:pPr>
            <a:r>
              <a:rPr lang="en-US" sz="1100" dirty="0">
                <a:solidFill>
                  <a:srgbClr val="00B0F0"/>
                </a:solidFill>
              </a:rPr>
              <a:t>  	DBMS_OUTPUT.PUT_LINE(‘Table elements not deleted from the beginning');</a:t>
            </a:r>
          </a:p>
          <a:p>
            <a:pPr marL="141626" lvl="1" indent="-141626">
              <a:lnSpc>
                <a:spcPct val="70000"/>
              </a:lnSpc>
              <a:buClr>
                <a:schemeClr val="accent5"/>
              </a:buClr>
              <a:buNone/>
            </a:pPr>
            <a:r>
              <a:rPr lang="en-US" sz="1100" dirty="0">
                <a:solidFill>
                  <a:srgbClr val="00B0F0"/>
                </a:solidFill>
              </a:rPr>
              <a:t> ELSE</a:t>
            </a:r>
          </a:p>
          <a:p>
            <a:pPr marL="141626" lvl="1" indent="-141626">
              <a:lnSpc>
                <a:spcPct val="70000"/>
              </a:lnSpc>
              <a:buClr>
                <a:schemeClr val="accent5"/>
              </a:buClr>
              <a:buNone/>
            </a:pPr>
            <a:r>
              <a:rPr lang="en-US" sz="1100" dirty="0">
                <a:solidFill>
                  <a:srgbClr val="00B0F0"/>
                </a:solidFill>
              </a:rPr>
              <a:t>	DBMS_OUTPUT.PUT_LINE(' Table elements are deleted from the beginning');</a:t>
            </a:r>
          </a:p>
          <a:p>
            <a:pPr marL="141626" lvl="1" indent="-141626">
              <a:lnSpc>
                <a:spcPct val="70000"/>
              </a:lnSpc>
              <a:buClr>
                <a:schemeClr val="accent5"/>
              </a:buClr>
              <a:buNone/>
            </a:pPr>
            <a:r>
              <a:rPr lang="en-US" sz="1100" dirty="0">
                <a:solidFill>
                  <a:srgbClr val="00B0F0"/>
                </a:solidFill>
              </a:rPr>
              <a:t> END IF;</a:t>
            </a:r>
          </a:p>
          <a:p>
            <a:pPr marL="141626" lvl="1" indent="-141626">
              <a:lnSpc>
                <a:spcPct val="70000"/>
              </a:lnSpc>
              <a:buClr>
                <a:schemeClr val="accent5"/>
              </a:buClr>
              <a:buNone/>
            </a:pPr>
            <a:r>
              <a:rPr lang="en-US" sz="1100" dirty="0">
                <a:solidFill>
                  <a:srgbClr val="00B0F0"/>
                </a:solidFill>
              </a:rPr>
              <a:t> IF </a:t>
            </a:r>
            <a:r>
              <a:rPr lang="en-US" sz="1100" dirty="0" err="1">
                <a:solidFill>
                  <a:srgbClr val="00B0F0"/>
                </a:solidFill>
              </a:rPr>
              <a:t>myarray.NEXT</a:t>
            </a:r>
            <a:r>
              <a:rPr lang="en-US" sz="1100" dirty="0">
                <a:solidFill>
                  <a:srgbClr val="00B0F0"/>
                </a:solidFill>
              </a:rPr>
              <a:t>(3) =</a:t>
            </a:r>
            <a:r>
              <a:rPr lang="en-US" sz="1100" dirty="0" err="1">
                <a:solidFill>
                  <a:srgbClr val="00B0F0"/>
                </a:solidFill>
              </a:rPr>
              <a:t>myarray.LAST</a:t>
            </a:r>
            <a:r>
              <a:rPr lang="en-US" sz="1100" dirty="0">
                <a:solidFill>
                  <a:srgbClr val="00B0F0"/>
                </a:solidFill>
              </a:rPr>
              <a:t> THEN</a:t>
            </a:r>
          </a:p>
          <a:p>
            <a:pPr marL="141626" lvl="1" indent="-141626">
              <a:lnSpc>
                <a:spcPct val="70000"/>
              </a:lnSpc>
              <a:buClr>
                <a:schemeClr val="accent5"/>
              </a:buClr>
              <a:buNone/>
            </a:pPr>
            <a:r>
              <a:rPr lang="en-US" sz="1100" dirty="0">
                <a:solidFill>
                  <a:srgbClr val="00B0F0"/>
                </a:solidFill>
              </a:rPr>
              <a:t> 	DBMS_OUTPUT.PUT_LINE(‘Reached end of </a:t>
            </a:r>
            <a:r>
              <a:rPr lang="en-US" sz="1100" dirty="0" err="1">
                <a:solidFill>
                  <a:srgbClr val="00B0F0"/>
                </a:solidFill>
              </a:rPr>
              <a:t>varray</a:t>
            </a:r>
            <a:r>
              <a:rPr lang="en-US" sz="1100" dirty="0">
                <a:solidFill>
                  <a:srgbClr val="00B0F0"/>
                </a:solidFill>
              </a:rPr>
              <a:t>');</a:t>
            </a:r>
          </a:p>
          <a:p>
            <a:pPr marL="141626" lvl="1" indent="-141626">
              <a:lnSpc>
                <a:spcPct val="70000"/>
              </a:lnSpc>
              <a:buClr>
                <a:schemeClr val="accent5"/>
              </a:buClr>
              <a:buNone/>
            </a:pPr>
            <a:r>
              <a:rPr lang="en-US" sz="1100" dirty="0">
                <a:solidFill>
                  <a:srgbClr val="00B0F0"/>
                </a:solidFill>
              </a:rPr>
              <a:t> END IF;</a:t>
            </a:r>
          </a:p>
          <a:p>
            <a:pPr marL="141626" lvl="1" indent="-141626">
              <a:lnSpc>
                <a:spcPct val="70000"/>
              </a:lnSpc>
              <a:buClr>
                <a:schemeClr val="accent5"/>
              </a:buClr>
              <a:buNone/>
            </a:pPr>
            <a:r>
              <a:rPr lang="en-US" sz="1100" dirty="0">
                <a:solidFill>
                  <a:srgbClr val="00B0F0"/>
                </a:solidFill>
              </a:rPr>
              <a:t> </a:t>
            </a:r>
            <a:r>
              <a:rPr lang="en-US" sz="1100" dirty="0" err="1">
                <a:solidFill>
                  <a:srgbClr val="00B0F0"/>
                </a:solidFill>
              </a:rPr>
              <a:t>myarray.EXTEND</a:t>
            </a:r>
            <a:r>
              <a:rPr lang="en-US" sz="1100" dirty="0">
                <a:solidFill>
                  <a:srgbClr val="00B0F0"/>
                </a:solidFill>
              </a:rPr>
              <a:t>;</a:t>
            </a:r>
          </a:p>
          <a:p>
            <a:pPr marL="141626" lvl="1" indent="-141626">
              <a:lnSpc>
                <a:spcPct val="70000"/>
              </a:lnSpc>
              <a:buClr>
                <a:schemeClr val="accent5"/>
              </a:buClr>
              <a:buNone/>
            </a:pPr>
            <a:r>
              <a:rPr lang="en-US" sz="1100" dirty="0">
                <a:solidFill>
                  <a:srgbClr val="00B0F0"/>
                </a:solidFill>
              </a:rPr>
              <a:t> </a:t>
            </a:r>
            <a:r>
              <a:rPr lang="en-US" sz="1100" dirty="0" err="1">
                <a:solidFill>
                  <a:srgbClr val="00B0F0"/>
                </a:solidFill>
              </a:rPr>
              <a:t>myarray</a:t>
            </a:r>
            <a:r>
              <a:rPr lang="en-US" sz="1100" dirty="0">
                <a:solidFill>
                  <a:srgbClr val="00B0F0"/>
                </a:solidFill>
              </a:rPr>
              <a:t>(5) :=5;</a:t>
            </a:r>
          </a:p>
          <a:p>
            <a:pPr marL="141626" lvl="1" indent="-141626">
              <a:lnSpc>
                <a:spcPct val="70000"/>
              </a:lnSpc>
              <a:buClr>
                <a:schemeClr val="accent5"/>
              </a:buClr>
              <a:buNone/>
            </a:pPr>
            <a:r>
              <a:rPr lang="en-US" sz="1100" dirty="0">
                <a:solidFill>
                  <a:srgbClr val="00B0F0"/>
                </a:solidFill>
              </a:rPr>
              <a:t> </a:t>
            </a:r>
            <a:r>
              <a:rPr lang="en-US" sz="1100" dirty="0" err="1">
                <a:solidFill>
                  <a:srgbClr val="00B0F0"/>
                </a:solidFill>
              </a:rPr>
              <a:t>mytable.TRIM</a:t>
            </a:r>
            <a:r>
              <a:rPr lang="en-US" sz="1100" dirty="0">
                <a:solidFill>
                  <a:srgbClr val="00B0F0"/>
                </a:solidFill>
              </a:rPr>
              <a:t>;</a:t>
            </a:r>
          </a:p>
          <a:p>
            <a:pPr marL="141626" lvl="1" indent="-141626">
              <a:lnSpc>
                <a:spcPct val="70000"/>
              </a:lnSpc>
              <a:buClr>
                <a:schemeClr val="accent5"/>
              </a:buClr>
              <a:buNone/>
            </a:pPr>
            <a:r>
              <a:rPr lang="en-US" sz="1100" dirty="0">
                <a:solidFill>
                  <a:srgbClr val="00B0F0"/>
                </a:solidFill>
              </a:rPr>
              <a:t> DBMS_OUTPUT.PUT_LINE(‘The table count is ' || </a:t>
            </a:r>
            <a:r>
              <a:rPr lang="en-US" sz="1100" dirty="0" err="1">
                <a:solidFill>
                  <a:srgbClr val="00B0F0"/>
                </a:solidFill>
              </a:rPr>
              <a:t>mytable.COUNT</a:t>
            </a:r>
            <a:r>
              <a:rPr lang="en-US" sz="1100" dirty="0">
                <a:solidFill>
                  <a:srgbClr val="00B0F0"/>
                </a:solidFill>
              </a:rPr>
              <a:t>);</a:t>
            </a:r>
          </a:p>
          <a:p>
            <a:pPr marL="141626" lvl="1" indent="-141626">
              <a:lnSpc>
                <a:spcPct val="70000"/>
              </a:lnSpc>
              <a:buClr>
                <a:schemeClr val="accent5"/>
              </a:buClr>
              <a:buNone/>
            </a:pPr>
            <a:r>
              <a:rPr lang="en-US" sz="1100" dirty="0">
                <a:solidFill>
                  <a:srgbClr val="00B0F0"/>
                </a:solidFill>
              </a:rPr>
              <a:t> </a:t>
            </a:r>
            <a:r>
              <a:rPr lang="en-US" sz="1100" dirty="0" err="1">
                <a:solidFill>
                  <a:srgbClr val="00B0F0"/>
                </a:solidFill>
              </a:rPr>
              <a:t>mytable.DELETE</a:t>
            </a:r>
            <a:r>
              <a:rPr lang="en-US" sz="1100" dirty="0">
                <a:solidFill>
                  <a:srgbClr val="00B0F0"/>
                </a:solidFill>
              </a:rPr>
              <a:t>(3);</a:t>
            </a:r>
          </a:p>
          <a:p>
            <a:pPr marL="141626" lvl="1" indent="-141626">
              <a:lnSpc>
                <a:spcPct val="70000"/>
              </a:lnSpc>
              <a:buClr>
                <a:schemeClr val="accent5"/>
              </a:buClr>
              <a:buNone/>
            </a:pPr>
            <a:r>
              <a:rPr lang="en-US" sz="1100" dirty="0">
                <a:solidFill>
                  <a:srgbClr val="00B0F0"/>
                </a:solidFill>
              </a:rPr>
              <a:t> DBMS_OUTPUT.PUT_LINE(‘The table count is now changed to ' || </a:t>
            </a:r>
            <a:r>
              <a:rPr lang="en-US" sz="1100" dirty="0" err="1">
                <a:solidFill>
                  <a:srgbClr val="00B0F0"/>
                </a:solidFill>
              </a:rPr>
              <a:t>mytable.COUNT</a:t>
            </a:r>
            <a:r>
              <a:rPr lang="en-US" sz="1100" dirty="0">
                <a:solidFill>
                  <a:srgbClr val="00B0F0"/>
                </a:solidFill>
              </a:rPr>
              <a:t>);</a:t>
            </a:r>
          </a:p>
          <a:p>
            <a:pPr marL="141626" lvl="1" indent="-141626">
              <a:lnSpc>
                <a:spcPct val="70000"/>
              </a:lnSpc>
              <a:buClr>
                <a:schemeClr val="accent5"/>
              </a:buClr>
              <a:buNone/>
            </a:pPr>
            <a:r>
              <a:rPr lang="en-US" sz="1100" dirty="0">
                <a:solidFill>
                  <a:srgbClr val="00B0F0"/>
                </a:solidFill>
              </a:rPr>
              <a:t> </a:t>
            </a:r>
            <a:r>
              <a:rPr lang="en-US" sz="1100" dirty="0" err="1">
                <a:solidFill>
                  <a:srgbClr val="00B0F0"/>
                </a:solidFill>
              </a:rPr>
              <a:t>mytable.DELETE</a:t>
            </a:r>
            <a:r>
              <a:rPr lang="en-US" sz="1100" dirty="0">
                <a:solidFill>
                  <a:srgbClr val="00B0F0"/>
                </a:solidFill>
              </a:rPr>
              <a:t>(1,2);</a:t>
            </a:r>
          </a:p>
          <a:p>
            <a:pPr marL="141626" lvl="1" indent="-141626">
              <a:lnSpc>
                <a:spcPct val="70000"/>
              </a:lnSpc>
              <a:buClr>
                <a:schemeClr val="accent5"/>
              </a:buClr>
              <a:buNone/>
            </a:pPr>
            <a:r>
              <a:rPr lang="en-US" sz="1100" dirty="0">
                <a:solidFill>
                  <a:srgbClr val="00B0F0"/>
                </a:solidFill>
              </a:rPr>
              <a:t> DBMS_OUTPUT.PUT_LINE(‘Now the first table element is ' || </a:t>
            </a:r>
            <a:r>
              <a:rPr lang="en-US" sz="1100" dirty="0" err="1">
                <a:solidFill>
                  <a:srgbClr val="00B0F0"/>
                </a:solidFill>
              </a:rPr>
              <a:t>mytable.FIRST</a:t>
            </a:r>
            <a:r>
              <a:rPr lang="en-US" sz="1100" dirty="0">
                <a:solidFill>
                  <a:srgbClr val="00B0F0"/>
                </a:solidFill>
              </a:rPr>
              <a:t>);</a:t>
            </a:r>
          </a:p>
          <a:p>
            <a:pPr>
              <a:lnSpc>
                <a:spcPct val="70000"/>
              </a:lnSpc>
              <a:buNone/>
            </a:pPr>
            <a:r>
              <a:rPr lang="en-US" sz="1100" dirty="0">
                <a:solidFill>
                  <a:srgbClr val="00B0F0"/>
                </a:solidFill>
              </a:rPr>
              <a:t>END;</a:t>
            </a:r>
          </a:p>
          <a:p>
            <a:pPr eaLnBrk="1" hangingPunct="1">
              <a:lnSpc>
                <a:spcPct val="90000"/>
              </a:lnSpc>
            </a:pPr>
            <a:endParaRPr lang="en-US" sz="1000" dirty="0">
              <a:latin typeface="Courier New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39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39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39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239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39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239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239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239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239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239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239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239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000"/>
                            </p:stCondLst>
                            <p:childTnLst>
                              <p:par>
                                <p:cTn id="2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239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239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239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0"/>
                            </p:stCondLst>
                            <p:childTnLst>
                              <p:par>
                                <p:cTn id="3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239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239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239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6000"/>
                            </p:stCondLst>
                            <p:childTnLst>
                              <p:par>
                                <p:cTn id="4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239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239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239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7000"/>
                            </p:stCondLst>
                            <p:childTnLst>
                              <p:par>
                                <p:cTn id="4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239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239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239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8000"/>
                            </p:stCondLst>
                            <p:childTnLst>
                              <p:par>
                                <p:cTn id="5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1239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239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239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9000"/>
                            </p:stCondLst>
                            <p:childTnLst>
                              <p:par>
                                <p:cTn id="5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1239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239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239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0000"/>
                            </p:stCondLst>
                            <p:childTnLst>
                              <p:par>
                                <p:cTn id="6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12390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2390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2390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1000"/>
                            </p:stCondLst>
                            <p:childTnLst>
                              <p:par>
                                <p:cTn id="7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12390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2390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2390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2000"/>
                            </p:stCondLst>
                            <p:childTnLst>
                              <p:par>
                                <p:cTn id="7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12390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12390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12390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3000"/>
                            </p:stCondLst>
                            <p:childTnLst>
                              <p:par>
                                <p:cTn id="8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1000"/>
                                        <p:tgtEl>
                                          <p:spTgt spid="12390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12390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12390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4000"/>
                            </p:stCondLst>
                            <p:childTnLst>
                              <p:par>
                                <p:cTn id="8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12390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12390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12390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15000"/>
                            </p:stCondLst>
                            <p:childTnLst>
                              <p:par>
                                <p:cTn id="9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12390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12390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12390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16000"/>
                            </p:stCondLst>
                            <p:childTnLst>
                              <p:par>
                                <p:cTn id="10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1000"/>
                                        <p:tgtEl>
                                          <p:spTgt spid="12390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12390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12390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4" name="Rectangle 28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1300" dirty="0">
                <a:latin typeface="Candara"/>
              </a:rPr>
              <a:t>1.5: Collections </a:t>
            </a:r>
            <a:br>
              <a:rPr lang="en-US" dirty="0"/>
            </a:br>
            <a:r>
              <a:rPr lang="en-US" dirty="0"/>
              <a:t>Collection Exceptions</a:t>
            </a:r>
          </a:p>
        </p:txBody>
      </p:sp>
      <p:sp>
        <p:nvSpPr>
          <p:cNvPr id="125213" name="Rectangle 28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/>
            <a:r>
              <a:rPr lang="en-US" dirty="0"/>
              <a:t>COLLECTION_IS_NULL: Raised when you try to operate on an atomically null collection.	</a:t>
            </a:r>
          </a:p>
          <a:p>
            <a:pPr algn="just" eaLnBrk="1" hangingPunct="1"/>
            <a:r>
              <a:rPr lang="en-US" dirty="0"/>
              <a:t>NO_DATA_FOUND:	Raised when a subscript designates an element that was deleted, or a non-existent element of an associative array.	</a:t>
            </a:r>
          </a:p>
          <a:p>
            <a:pPr algn="just" eaLnBrk="1" hangingPunct="1"/>
            <a:r>
              <a:rPr lang="en-US" dirty="0"/>
              <a:t>SUBSCRIPT_BEYOND_COUNT: Raised when a subscript exceeds the number of elements in a collection.	</a:t>
            </a:r>
          </a:p>
          <a:p>
            <a:pPr algn="just" eaLnBrk="1" hangingPunct="1"/>
            <a:r>
              <a:rPr lang="en-US" dirty="0"/>
              <a:t>SUBSCRIPT_OUTSIDE_LIMIT: Raised when a subscript is outside the allowed range.	</a:t>
            </a:r>
          </a:p>
          <a:p>
            <a:pPr algn="just" eaLnBrk="1" hangingPunct="1"/>
            <a:r>
              <a:rPr lang="en-US" dirty="0"/>
              <a:t>VALUE_ERROR: Raised when a subscript is null or not convertible to the key type. This exception might occur if the subscript is outside this range.	</a:t>
            </a:r>
          </a:p>
          <a:p>
            <a:pPr eaLnBrk="1" hangingPunct="1"/>
            <a:endParaRPr lang="en-US" dirty="0"/>
          </a:p>
          <a:p>
            <a:pPr eaLnBrk="1" hangingPunct="1"/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2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52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52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52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2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252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52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252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2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252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252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252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2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252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252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252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000"/>
                            </p:stCondLst>
                            <p:childTnLst>
                              <p:par>
                                <p:cTn id="2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2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252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252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252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u8VTg_P6rkuq_fbZG2oYXw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HldxlhBv0miWYXN6H8BTQ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zY4oecJCE2aPB.u6loWPw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hk.3W3rhiEqWtBDEsi7Xgw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1xI4A68crEiZSNCDbGy9gA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zTl75Tp2nEy_4PpazGLtVA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OLV5mW.q0KZi163Pl1yLQ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8_pk8PYzpk.FktMHhDaTFw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ciOYA.RlUiY0_0bhJg.jg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l9qzkNXSk2ij_NoCuEf2A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8jhdt9jI2kmDW3acO87diQ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8jhdt9jI2kmDW3acO87diQ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jDnCrkojv0SGcwHGEYrPFQ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OFNbajSUEaO0T7L3_MyVA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zDbv4V7vT0WxnXgCD5MXWQ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11Y1Bb0l0irz8SJoiUMeg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Zmxc0iXCQkmeiJMOi0JxKg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F9GXJfe4kWec6UHbfCPKw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6kAk9o_lW0Ov.hm_5XvnyQ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OxU61rCZf0ui2sg3.Ux._w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0nVqnsTkbEesDolNHQoqsQ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q6O2oonXUC.Ah4a29V_IQ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0nVqnsTkbEesDolNHQoqsQ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8_pk8PYzpk.FktMHhDaTFw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ciOYA.RlUiY0_0bhJg.jg"/>
</p:tagLst>
</file>

<file path=ppt/theme/theme1.xml><?xml version="1.0" encoding="utf-8"?>
<a:theme xmlns:a="http://schemas.openxmlformats.org/drawingml/2006/main" name="ClassBook-LessonXX-Template Capgemini">
  <a:themeElements>
    <a:clrScheme name="Capgemini">
      <a:dk1>
        <a:srgbClr val="00264A"/>
      </a:dk1>
      <a:lt1>
        <a:sysClr val="window" lastClr="FFFFFF"/>
      </a:lt1>
      <a:dk2>
        <a:srgbClr val="9F958F"/>
      </a:dk2>
      <a:lt2>
        <a:srgbClr val="909090"/>
      </a:lt2>
      <a:accent1>
        <a:srgbClr val="F9BE01"/>
      </a:accent1>
      <a:accent2>
        <a:srgbClr val="ED771A"/>
      </a:accent2>
      <a:accent3>
        <a:srgbClr val="B70132"/>
      </a:accent3>
      <a:accent4>
        <a:srgbClr val="691E7C"/>
      </a:accent4>
      <a:accent5>
        <a:srgbClr val="0098CC"/>
      </a:accent5>
      <a:accent6>
        <a:srgbClr val="BDBD00"/>
      </a:accent6>
      <a:hlink>
        <a:srgbClr val="7DAFA5"/>
      </a:hlink>
      <a:folHlink>
        <a:srgbClr val="BA0065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solidFill>
            <a:schemeClr val="tx2"/>
          </a:solidFill>
        </a:ln>
      </a:spPr>
      <a:bodyPr rtlCol="0" anchor="ctr"/>
      <a:lstStyle>
        <a:defPPr algn="ctr">
          <a:defRPr sz="2400" dirty="0" err="1" smtClean="0">
            <a:solidFill>
              <a:schemeClr val="tx2">
                <a:lumMod val="50000"/>
              </a:schemeClr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2"/>
          </a:solidFill>
          <a:prstDash val="soli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1400" dirty="0" err="1" smtClean="0">
            <a:solidFill>
              <a:schemeClr val="tx2">
                <a:lumMod val="50000"/>
              </a:schemeClr>
            </a:solidFill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Closing slides">
  <a:themeElements>
    <a:clrScheme name="Capgemini Palette">
      <a:dk1>
        <a:srgbClr val="00264A"/>
      </a:dk1>
      <a:lt1>
        <a:sysClr val="window" lastClr="FFFFFF"/>
      </a:lt1>
      <a:dk2>
        <a:srgbClr val="9F958F"/>
      </a:dk2>
      <a:lt2>
        <a:srgbClr val="909090"/>
      </a:lt2>
      <a:accent1>
        <a:srgbClr val="F9BE01"/>
      </a:accent1>
      <a:accent2>
        <a:srgbClr val="ED771A"/>
      </a:accent2>
      <a:accent3>
        <a:srgbClr val="B70132"/>
      </a:accent3>
      <a:accent4>
        <a:srgbClr val="691E7C"/>
      </a:accent4>
      <a:accent5>
        <a:srgbClr val="0098CC"/>
      </a:accent5>
      <a:accent6>
        <a:srgbClr val="BDBD00"/>
      </a:accent6>
      <a:hlink>
        <a:srgbClr val="7DAFA5"/>
      </a:hlink>
      <a:folHlink>
        <a:srgbClr val="BA0065"/>
      </a:folHlink>
    </a:clrScheme>
    <a:fontScheme name="Capgemini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Capgemini">
    <a:dk1>
      <a:srgbClr val="00264A"/>
    </a:dk1>
    <a:lt1>
      <a:sysClr val="window" lastClr="FFFFFF"/>
    </a:lt1>
    <a:dk2>
      <a:srgbClr val="9F958F"/>
    </a:dk2>
    <a:lt2>
      <a:srgbClr val="909090"/>
    </a:lt2>
    <a:accent1>
      <a:srgbClr val="F9BE01"/>
    </a:accent1>
    <a:accent2>
      <a:srgbClr val="ED771A"/>
    </a:accent2>
    <a:accent3>
      <a:srgbClr val="B70132"/>
    </a:accent3>
    <a:accent4>
      <a:srgbClr val="691E7C"/>
    </a:accent4>
    <a:accent5>
      <a:srgbClr val="0098CC"/>
    </a:accent5>
    <a:accent6>
      <a:srgbClr val="BDBD00"/>
    </a:accent6>
    <a:hlink>
      <a:srgbClr val="7DAFA5"/>
    </a:hlink>
    <a:folHlink>
      <a:srgbClr val="BA0065"/>
    </a:folHlink>
  </a:clrScheme>
</a:themeOverride>
</file>

<file path=ppt/theme/themeOverride2.xml><?xml version="1.0" encoding="utf-8"?>
<a:themeOverride xmlns:a="http://schemas.openxmlformats.org/drawingml/2006/main">
  <a:clrScheme name="Capgemini">
    <a:dk1>
      <a:srgbClr val="00264A"/>
    </a:dk1>
    <a:lt1>
      <a:sysClr val="window" lastClr="FFFFFF"/>
    </a:lt1>
    <a:dk2>
      <a:srgbClr val="9F958F"/>
    </a:dk2>
    <a:lt2>
      <a:srgbClr val="909090"/>
    </a:lt2>
    <a:accent1>
      <a:srgbClr val="F9BE01"/>
    </a:accent1>
    <a:accent2>
      <a:srgbClr val="ED771A"/>
    </a:accent2>
    <a:accent3>
      <a:srgbClr val="B70132"/>
    </a:accent3>
    <a:accent4>
      <a:srgbClr val="691E7C"/>
    </a:accent4>
    <a:accent5>
      <a:srgbClr val="0098CC"/>
    </a:accent5>
    <a:accent6>
      <a:srgbClr val="BDBD00"/>
    </a:accent6>
    <a:hlink>
      <a:srgbClr val="7DAFA5"/>
    </a:hlink>
    <a:folHlink>
      <a:srgbClr val="BA0065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aterial_x0020_Type xmlns="a85eb2a3-840f-4054-86f6-d41d0c1cba4b">Template</Material_x0020_Type>
    <FolderName xmlns="952a6df7-b138-4f89-9bc4-e7a874ea3254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64F2559C04AE4488E94205E47398A2E" ma:contentTypeVersion="1" ma:contentTypeDescription="Create a new document." ma:contentTypeScope="" ma:versionID="bb2d9302acd88bfb40288f9de05848d0">
  <xsd:schema xmlns:xsd="http://www.w3.org/2001/XMLSchema" xmlns:xs="http://www.w3.org/2001/XMLSchema" xmlns:p="http://schemas.microsoft.com/office/2006/metadata/properties" xmlns:ns2="a85eb2a3-840f-4054-86f6-d41d0c1cba4b" xmlns:ns3="952a6df7-b138-4f89-9bc4-e7a874ea3254" targetNamespace="http://schemas.microsoft.com/office/2006/metadata/properties" ma:root="true" ma:fieldsID="2d7d6362be7cac7839ee051b71b7ca70" ns2:_="" ns3:_="">
    <xsd:import namespace="a85eb2a3-840f-4054-86f6-d41d0c1cba4b"/>
    <xsd:import namespace="952a6df7-b138-4f89-9bc4-e7a874ea3254"/>
    <xsd:element name="properties">
      <xsd:complexType>
        <xsd:sequence>
          <xsd:element name="documentManagement">
            <xsd:complexType>
              <xsd:all>
                <xsd:element ref="ns2:Material_x0020_Type"/>
                <xsd:element ref="ns3:FolderNam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85eb2a3-840f-4054-86f6-d41d0c1cba4b" elementFormDefault="qualified">
    <xsd:import namespace="http://schemas.microsoft.com/office/2006/documentManagement/types"/>
    <xsd:import namespace="http://schemas.microsoft.com/office/infopath/2007/PartnerControls"/>
    <xsd:element name="Material_x0020_Type" ma:index="8" ma:displayName="Material Type" ma:default="Template" ma:format="Dropdown" ma:internalName="Material_x0020_Type">
      <xsd:simpleType>
        <xsd:restriction base="dms:Choice">
          <xsd:enumeration value="Procedure"/>
          <xsd:enumeration value="Guideline"/>
          <xsd:enumeration value="Form"/>
          <xsd:enumeration value="Format"/>
          <xsd:enumeration value="General"/>
          <xsd:enumeration value="Template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52a6df7-b138-4f89-9bc4-e7a874ea3254" elementFormDefault="qualified">
    <xsd:import namespace="http://schemas.microsoft.com/office/2006/documentManagement/types"/>
    <xsd:import namespace="http://schemas.microsoft.com/office/infopath/2007/PartnerControls"/>
    <xsd:element name="FolderName" ma:index="9" nillable="true" ma:displayName="FolderName" ma:internalName="FolderName">
      <xsd:simpleType>
        <xsd:restriction base="dms:Text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B673CDC-8BE6-4391-ABD9-A817C61AB8C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C1830C8-F522-4AF4-83DD-915E4EE23EB4}">
  <ds:schemaRefs>
    <ds:schemaRef ds:uri="http://schemas.microsoft.com/office/2006/metadata/properties"/>
    <ds:schemaRef ds:uri="http://schemas.microsoft.com/office/infopath/2007/PartnerControls"/>
    <ds:schemaRef ds:uri="a85eb2a3-840f-4054-86f6-d41d0c1cba4b"/>
    <ds:schemaRef ds:uri="952a6df7-b138-4f89-9bc4-e7a874ea3254"/>
  </ds:schemaRefs>
</ds:datastoreItem>
</file>

<file path=customXml/itemProps3.xml><?xml version="1.0" encoding="utf-8"?>
<ds:datastoreItem xmlns:ds="http://schemas.openxmlformats.org/officeDocument/2006/customXml" ds:itemID="{813D12F9-4C52-4333-958E-73B490CD8B4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85eb2a3-840f-4054-86f6-d41d0c1cba4b"/>
    <ds:schemaRef ds:uri="952a6df7-b138-4f89-9bc4-e7a874ea325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ClassBook-LessonXX-Template Capgemini</Template>
  <TotalTime>98093</TotalTime>
  <Words>2933</Words>
  <Application>Microsoft Office PowerPoint</Application>
  <PresentationFormat>On-screen Show (16:9)</PresentationFormat>
  <Paragraphs>1438</Paragraphs>
  <Slides>62</Slides>
  <Notes>55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4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62</vt:i4>
      </vt:variant>
    </vt:vector>
  </HeadingPairs>
  <TitlesOfParts>
    <vt:vector size="74" baseType="lpstr">
      <vt:lpstr>Arial</vt:lpstr>
      <vt:lpstr>Calibri</vt:lpstr>
      <vt:lpstr>Candara</vt:lpstr>
      <vt:lpstr>Courier New</vt:lpstr>
      <vt:lpstr>Times New Roman</vt:lpstr>
      <vt:lpstr>Trebuchet MS</vt:lpstr>
      <vt:lpstr>Wingdings</vt:lpstr>
      <vt:lpstr>ClassBook-LessonXX-Template Capgemini</vt:lpstr>
      <vt:lpstr>2_Office Theme</vt:lpstr>
      <vt:lpstr>1_Office Theme</vt:lpstr>
      <vt:lpstr>Closing slides</vt:lpstr>
      <vt:lpstr>think-cell Slide</vt:lpstr>
      <vt:lpstr>Advanced PLSQL</vt:lpstr>
      <vt:lpstr>PowerPoint Presentation</vt:lpstr>
      <vt:lpstr>1.1: Object Types      Working with Object Types</vt:lpstr>
      <vt:lpstr>1.1: Object Types         ……contd Object-type Specification and Body</vt:lpstr>
      <vt:lpstr>1.1: Object Types        ……contd  Syntax for Object-type Specification and Body </vt:lpstr>
      <vt:lpstr>1.1: Object Types       ……contd  Example of Object-type Specification and Body </vt:lpstr>
      <vt:lpstr>1.1: Object Types       ……contd  Useful Data-Dictionaries </vt:lpstr>
      <vt:lpstr>1.2: PLSQL Variable of an Object Type         Use of Object-type in PLSQL  through Member Function</vt:lpstr>
      <vt:lpstr>1.2: PLSQL Variable of an Object Type       ……contd  Use of Object-type in PLSQL  though Member Procedure</vt:lpstr>
      <vt:lpstr>1.2: PLSQL Variable of an Object Type       ……contd Use of Object-type in PLSQL  though Member Procedure…contd</vt:lpstr>
      <vt:lpstr>1.3: Object Table        Use of Object-type to create an Object Table</vt:lpstr>
      <vt:lpstr>1.3: Object Table         …..contd  Use of Object-table data through member procedure </vt:lpstr>
      <vt:lpstr>1.3: Object Table         …..contd  Use of Object-table data through member procedure …contd</vt:lpstr>
      <vt:lpstr>1.3: Object Table         …..contd  Use of Object-table data through member function</vt:lpstr>
      <vt:lpstr>1.3: Object Table         …contd  Use of Object-table data through member function …contd</vt:lpstr>
      <vt:lpstr>1.3: Object Table         ….contd      Use of Object-table jargons</vt:lpstr>
      <vt:lpstr>1.3: Object Table         …..contd  Use of Object-table jargons     ….contd</vt:lpstr>
      <vt:lpstr>1.3: Object Table         …..contd  Use of Object-table jargons     ….contd</vt:lpstr>
      <vt:lpstr>1.4: Object -type as column’s data-type        Use of Object-type as Relational-Table-column datatype</vt:lpstr>
      <vt:lpstr>1.4: Object -type as column’s data-type       …..contd  Use of Object-type as Relational-Table-column datatype    ….contd</vt:lpstr>
      <vt:lpstr>1.4: Object  Tables v/s Relational Tables       …..contd      Comparison of Object Tables with Relational Tables</vt:lpstr>
      <vt:lpstr>1.5: Collections        Collections in Oracle</vt:lpstr>
      <vt:lpstr>1.5: Collections        PLSQL or Index-by Tables</vt:lpstr>
      <vt:lpstr>1.5: Collections        PLSQL or Index-by Tables     …..contd</vt:lpstr>
      <vt:lpstr>1.5: Collections        PLSQL or Index-by Tables      …..contd</vt:lpstr>
      <vt:lpstr>1.5: Collections        PLSQL or Index-by Tables      …..contd</vt:lpstr>
      <vt:lpstr>1.5: Collections        Nested Tables       </vt:lpstr>
      <vt:lpstr>1.5: Collections        NestedTables        …..contd</vt:lpstr>
      <vt:lpstr>1.5: Collections        NestedTables        …..contd</vt:lpstr>
      <vt:lpstr>1.5: Collections        NestedTables        …..contd</vt:lpstr>
      <vt:lpstr>1.5: Collections        NestedTables        …..contd</vt:lpstr>
      <vt:lpstr>1.5: Collections        NestedTables        …..contd</vt:lpstr>
      <vt:lpstr>1.5: Collections        NestedTables        …..contd</vt:lpstr>
      <vt:lpstr>1.5: Collections        NestedTables        …..contd</vt:lpstr>
      <vt:lpstr>1.5: Collections        NestedTables        …..contd</vt:lpstr>
      <vt:lpstr>1.5: Collections        Nested Table type as datatype of a column of a table</vt:lpstr>
      <vt:lpstr>1.5: Collections        Nested Table type as datatype of a column of a table …..contd</vt:lpstr>
      <vt:lpstr>1.5: Collections        Nested Table type as datatype of a column of a table …..contd</vt:lpstr>
      <vt:lpstr>1.5: Collections        Nested Table type as datatype of a column of a table …..contd</vt:lpstr>
      <vt:lpstr>1.5: Collections        Nested Table type as datatype of a column of a table …..contd</vt:lpstr>
      <vt:lpstr>1.5: Collections        Nested Table type as datatype of a column of a table …..contd</vt:lpstr>
      <vt:lpstr>1.5: Collections        Nested Table type as datatype of a column of a table …..contd</vt:lpstr>
      <vt:lpstr>1.5: Collections        Nested Table type as datatype of a column of a table …..contd</vt:lpstr>
      <vt:lpstr>1.5: Collections        Nested Table type as datatype of a column of a table …..contd</vt:lpstr>
      <vt:lpstr>1.5: Collections        Nested Table type as datatype of a column of a table …..contd</vt:lpstr>
      <vt:lpstr>1.5: Collections        Varrays</vt:lpstr>
      <vt:lpstr>1.5: Collections        Varrays        …..contd.</vt:lpstr>
      <vt:lpstr>1.5: Collections        Varrays       ……contd.</vt:lpstr>
      <vt:lpstr>1.5: Collections        Varrays       ……contd.</vt:lpstr>
      <vt:lpstr>1.5: Collections        Varrays       ……contd.</vt:lpstr>
      <vt:lpstr>1.5: Collections        Varrays       ……contd.</vt:lpstr>
      <vt:lpstr>1.5: Collections        Varrays       ……contd.</vt:lpstr>
      <vt:lpstr>1.5: Collections        Adding an Element to a Varray    </vt:lpstr>
      <vt:lpstr>1.5: Collections  Adding an Element to a Varray     ….contd</vt:lpstr>
      <vt:lpstr>1.5: Collections  Function Returning a Collection: Example</vt:lpstr>
      <vt:lpstr>1.5: Collections  Function Returning a Collection: Example   ….contd</vt:lpstr>
      <vt:lpstr>1.5: Collections  Function Returning a Collection: Example   ….contd</vt:lpstr>
      <vt:lpstr>1.5: Collections  Function Returning a Collection: Example   ….contd</vt:lpstr>
      <vt:lpstr>1.5: Collections  Collection Methods</vt:lpstr>
      <vt:lpstr>1.5: Collections  Use of Collection Methods: Example</vt:lpstr>
      <vt:lpstr>1.5: Collections  Use of Collection Methods: Example  ….contd</vt:lpstr>
      <vt:lpstr>1.5: Collections  Collection Exceptions</vt:lpstr>
    </vt:vector>
  </TitlesOfParts>
  <Company>Capgemini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Course Name</dc:title>
  <dc:creator>hpangam</dc:creator>
  <cp:lastModifiedBy>Pangam, Hemant</cp:lastModifiedBy>
  <cp:revision>2101</cp:revision>
  <dcterms:created xsi:type="dcterms:W3CDTF">2016-10-27T07:09:48Z</dcterms:created>
  <dcterms:modified xsi:type="dcterms:W3CDTF">2019-11-18T10:11:09Z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teUrl">
    <vt:lpwstr/>
  </property>
  <property fmtid="{D5CDD505-2E9C-101B-9397-08002B2CF9AE}" pid="3" name="ContentTypeId">
    <vt:lpwstr>0x010100A64F2559C04AE4488E94205E47398A2E</vt:lpwstr>
  </property>
</Properties>
</file>