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  <p:sldMasterId id="2147483728" r:id="rId5"/>
    <p:sldMasterId id="2147483716" r:id="rId6"/>
    <p:sldMasterId id="2147483713" r:id="rId7"/>
  </p:sldMasterIdLst>
  <p:notesMasterIdLst>
    <p:notesMasterId r:id="rId58"/>
  </p:notesMasterIdLst>
  <p:handoutMasterIdLst>
    <p:handoutMasterId r:id="rId59"/>
  </p:handoutMasterIdLst>
  <p:sldIdLst>
    <p:sldId id="265" r:id="rId8"/>
    <p:sldId id="339" r:id="rId9"/>
    <p:sldId id="340" r:id="rId10"/>
    <p:sldId id="370" r:id="rId11"/>
    <p:sldId id="371" r:id="rId12"/>
    <p:sldId id="372" r:id="rId13"/>
    <p:sldId id="373" r:id="rId14"/>
    <p:sldId id="374" r:id="rId15"/>
    <p:sldId id="375" r:id="rId16"/>
    <p:sldId id="376" r:id="rId17"/>
    <p:sldId id="377" r:id="rId18"/>
    <p:sldId id="378" r:id="rId19"/>
    <p:sldId id="379" r:id="rId20"/>
    <p:sldId id="380" r:id="rId21"/>
    <p:sldId id="381" r:id="rId22"/>
    <p:sldId id="382" r:id="rId23"/>
    <p:sldId id="383" r:id="rId24"/>
    <p:sldId id="384" r:id="rId25"/>
    <p:sldId id="385" r:id="rId26"/>
    <p:sldId id="386" r:id="rId27"/>
    <p:sldId id="387" r:id="rId28"/>
    <p:sldId id="388" r:id="rId29"/>
    <p:sldId id="389" r:id="rId30"/>
    <p:sldId id="390" r:id="rId31"/>
    <p:sldId id="391" r:id="rId32"/>
    <p:sldId id="392" r:id="rId33"/>
    <p:sldId id="393" r:id="rId34"/>
    <p:sldId id="394" r:id="rId35"/>
    <p:sldId id="395" r:id="rId36"/>
    <p:sldId id="396" r:id="rId37"/>
    <p:sldId id="397" r:id="rId38"/>
    <p:sldId id="398" r:id="rId39"/>
    <p:sldId id="399" r:id="rId40"/>
    <p:sldId id="400" r:id="rId41"/>
    <p:sldId id="401" r:id="rId42"/>
    <p:sldId id="402" r:id="rId43"/>
    <p:sldId id="403" r:id="rId44"/>
    <p:sldId id="404" r:id="rId45"/>
    <p:sldId id="405" r:id="rId46"/>
    <p:sldId id="406" r:id="rId47"/>
    <p:sldId id="407" r:id="rId48"/>
    <p:sldId id="408" r:id="rId49"/>
    <p:sldId id="409" r:id="rId50"/>
    <p:sldId id="410" r:id="rId51"/>
    <p:sldId id="411" r:id="rId52"/>
    <p:sldId id="412" r:id="rId53"/>
    <p:sldId id="413" r:id="rId54"/>
    <p:sldId id="414" r:id="rId55"/>
    <p:sldId id="415" r:id="rId56"/>
    <p:sldId id="416" r:id="rId57"/>
  </p:sldIdLst>
  <p:sldSz cx="9144000" cy="5143500" type="screen16x9"/>
  <p:notesSz cx="6858000" cy="9144000"/>
  <p:defaultTextStyle>
    <a:defPPr>
      <a:defRPr lang="en-US"/>
    </a:defPPr>
    <a:lvl1pPr marL="0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389626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779252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168878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1558503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  <a:srgbClr val="BDBD00"/>
    <a:srgbClr val="FF9900"/>
    <a:srgbClr val="598E20"/>
    <a:srgbClr val="00234B"/>
    <a:srgbClr val="ED771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78" autoAdjust="0"/>
    <p:restoredTop sz="87523" autoAdjust="0"/>
  </p:normalViewPr>
  <p:slideViewPr>
    <p:cSldViewPr snapToGrid="0" showGuides="1">
      <p:cViewPr>
        <p:scale>
          <a:sx n="90" d="100"/>
          <a:sy n="90" d="100"/>
        </p:scale>
        <p:origin x="444" y="-444"/>
      </p:cViewPr>
      <p:guideLst>
        <p:guide orient="horz" pos="1620"/>
        <p:guide pos="24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-3168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61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228672-4337-41E0-A109-2BF6C0A0EED5}" type="datetimeFigureOut">
              <a:rPr lang="en-US" smtClean="0"/>
              <a:pPr/>
              <a:t>11/19/2019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Page XX-#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1AB50-9623-476D-A480-EBA5402225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1869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60475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text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39550" y="4235826"/>
            <a:ext cx="4586881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>
            <a:off x="1905000" y="457200"/>
            <a:ext cx="0" cy="800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241300" y="152400"/>
            <a:ext cx="6500813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446" tIns="46223" rIns="92446" bIns="46223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Arial" pitchFamily="34" charset="0"/>
                <a:cs typeface="Arial" pitchFamily="34" charset="0"/>
              </a:rPr>
              <a:t>&lt;Course Name&gt;				&lt;Lesson Name&gt;		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3962793" y="8591057"/>
            <a:ext cx="2762530" cy="448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446" tIns="46223" rIns="92446" bIns="46223"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>
                <a:latin typeface="Arial" pitchFamily="34" charset="0"/>
                <a:cs typeface="Arial" pitchFamily="34" charset="0"/>
              </a:rPr>
              <a:t>		 Page XX-</a:t>
            </a:r>
            <a:fld id="{BD9FB300-F9DC-4669-88F4-967ABA23CC04}" type="slidenum">
              <a:rPr lang="en-US" sz="1000" smtClean="0">
                <a:latin typeface="Arial" pitchFamily="34" charset="0"/>
                <a:cs typeface="Arial" pitchFamily="34" charset="0"/>
              </a:rPr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10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sz="1000" dirty="0">
                <a:latin typeface="Arial" pitchFamily="34" charset="0"/>
                <a:cs typeface="Arial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122094422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779252" rtl="0" eaLnBrk="1" latinLnBrk="0" hangingPunct="1">
      <a:buClr>
        <a:srgbClr val="BDBD00"/>
      </a:buClr>
      <a:buFont typeface="Wingdings" pitchFamily="2" charset="2"/>
      <a:buChar char="q"/>
      <a:defRPr sz="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389626" algn="l" defTabSz="779252" rtl="0" eaLnBrk="1" latinLnBrk="0" hangingPunct="1">
      <a:buClr>
        <a:srgbClr val="BDBD00"/>
      </a:buClr>
      <a:buFont typeface="Wingdings" pitchFamily="2" charset="2"/>
      <a:buChar char="q"/>
      <a:defRPr sz="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779252" algn="l" defTabSz="779252" rtl="0" eaLnBrk="1" latinLnBrk="0" hangingPunct="1">
      <a:buClr>
        <a:srgbClr val="BDBD00"/>
      </a:buClr>
      <a:buFont typeface="Wingdings" pitchFamily="2" charset="2"/>
      <a:buChar char="q"/>
      <a:defRPr sz="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168878" algn="l" defTabSz="779252" rtl="0" eaLnBrk="1" latinLnBrk="0" hangingPunct="1">
      <a:buClr>
        <a:srgbClr val="BDBD00"/>
      </a:buClr>
      <a:buFont typeface="Wingdings" pitchFamily="2" charset="2"/>
      <a:buChar char="q"/>
      <a:defRPr sz="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558503" algn="l" defTabSz="779252" rtl="0" eaLnBrk="1" latinLnBrk="0" hangingPunct="1">
      <a:buClr>
        <a:srgbClr val="BDBD00"/>
      </a:buClr>
      <a:buFont typeface="Wingdings" pitchFamily="2" charset="2"/>
      <a:buChar char="q"/>
      <a:defRPr sz="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1948129" algn="l" defTabSz="7792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60475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2213" y="839788"/>
            <a:ext cx="6226175" cy="3503612"/>
          </a:xfrm>
          <a:ln/>
        </p:spPr>
      </p:sp>
      <p:sp>
        <p:nvSpPr>
          <p:cNvPr id="358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981200" y="4572000"/>
            <a:ext cx="4648200" cy="3963988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152400" y="1295400"/>
            <a:ext cx="1676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000" dirty="0">
                <a:latin typeface="Trebuchet MS" pitchFamily="34" charset="0"/>
              </a:rPr>
              <a:t>Explain the lesson coverage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>
              <a:buNone/>
            </a:pPr>
            <a:r>
              <a:rPr lang="en-US" dirty="0"/>
              <a:t> declare</a:t>
            </a:r>
          </a:p>
          <a:p>
            <a:pPr eaLnBrk="1" hangingPunct="1">
              <a:buNone/>
            </a:pPr>
            <a:r>
              <a:rPr lang="en-US" dirty="0"/>
              <a:t>    </a:t>
            </a:r>
            <a:r>
              <a:rPr lang="en-US" dirty="0" err="1"/>
              <a:t>cursor_name</a:t>
            </a:r>
            <a:r>
              <a:rPr lang="en-US" dirty="0"/>
              <a:t> number;</a:t>
            </a:r>
          </a:p>
          <a:p>
            <a:pPr eaLnBrk="1" hangingPunct="1">
              <a:buNone/>
            </a:pPr>
            <a:r>
              <a:rPr lang="en-US" dirty="0"/>
              <a:t>    ret number;</a:t>
            </a:r>
          </a:p>
          <a:p>
            <a:pPr eaLnBrk="1" hangingPunct="1">
              <a:buNone/>
            </a:pPr>
            <a:r>
              <a:rPr lang="en-US" dirty="0"/>
              <a:t> BEGIN</a:t>
            </a:r>
          </a:p>
          <a:p>
            <a:pPr eaLnBrk="1" hangingPunct="1">
              <a:buNone/>
            </a:pPr>
            <a:r>
              <a:rPr lang="en-US" dirty="0"/>
              <a:t>    </a:t>
            </a:r>
            <a:r>
              <a:rPr lang="en-US" dirty="0" err="1"/>
              <a:t>cursor_name</a:t>
            </a:r>
            <a:r>
              <a:rPr lang="en-US" dirty="0"/>
              <a:t> := DBMS_SQL.OPEN_CURSOR;</a:t>
            </a:r>
          </a:p>
          <a:p>
            <a:pPr eaLnBrk="1" hangingPunct="1">
              <a:buNone/>
            </a:pPr>
            <a:r>
              <a:rPr lang="en-US" dirty="0"/>
              <a:t>    </a:t>
            </a:r>
            <a:r>
              <a:rPr lang="en-US" dirty="0" err="1"/>
              <a:t>dbms_output.put_line</a:t>
            </a:r>
            <a:r>
              <a:rPr lang="en-US" dirty="0"/>
              <a:t>(</a:t>
            </a:r>
            <a:r>
              <a:rPr lang="en-US" dirty="0" err="1"/>
              <a:t>cursor_name</a:t>
            </a:r>
            <a:r>
              <a:rPr lang="en-US" dirty="0"/>
              <a:t>);</a:t>
            </a:r>
          </a:p>
          <a:p>
            <a:pPr eaLnBrk="1" hangingPunct="1">
              <a:buNone/>
            </a:pPr>
            <a:r>
              <a:rPr lang="en-US" dirty="0"/>
              <a:t>    DBMS_SQL.PARSE(</a:t>
            </a:r>
            <a:r>
              <a:rPr lang="en-US" dirty="0" err="1"/>
              <a:t>cursor_name</a:t>
            </a:r>
            <a:r>
              <a:rPr lang="en-US" dirty="0"/>
              <a:t>, 'create table hem(c number)', </a:t>
            </a:r>
            <a:r>
              <a:rPr lang="en-US" dirty="0" err="1"/>
              <a:t>DBMS_SQL.native</a:t>
            </a:r>
            <a:r>
              <a:rPr lang="en-US" dirty="0"/>
              <a:t>);</a:t>
            </a:r>
          </a:p>
          <a:p>
            <a:pPr eaLnBrk="1" hangingPunct="1">
              <a:buNone/>
            </a:pPr>
            <a:r>
              <a:rPr lang="en-US" dirty="0"/>
              <a:t>    ret := DBMS_SQL.EXECUTE(</a:t>
            </a:r>
            <a:r>
              <a:rPr lang="en-US" dirty="0" err="1"/>
              <a:t>cursor_name</a:t>
            </a:r>
            <a:r>
              <a:rPr lang="en-US" dirty="0"/>
              <a:t>);</a:t>
            </a:r>
          </a:p>
          <a:p>
            <a:pPr eaLnBrk="1" hangingPunct="1">
              <a:buNone/>
            </a:pPr>
            <a:r>
              <a:rPr lang="en-US" dirty="0"/>
              <a:t>    </a:t>
            </a:r>
            <a:r>
              <a:rPr lang="en-US" dirty="0" err="1"/>
              <a:t>dbms_output.put_line</a:t>
            </a:r>
            <a:r>
              <a:rPr lang="en-US" dirty="0"/>
              <a:t>('Hi'||ret);</a:t>
            </a:r>
          </a:p>
          <a:p>
            <a:pPr eaLnBrk="1" hangingPunct="1">
              <a:buNone/>
            </a:pPr>
            <a:r>
              <a:rPr lang="en-US" dirty="0"/>
              <a:t> end;</a:t>
            </a:r>
          </a:p>
          <a:p>
            <a:pPr eaLnBrk="1" hangingPunct="1">
              <a:buNone/>
            </a:pPr>
            <a:r>
              <a:rPr lang="en-US"/>
              <a:t>/</a:t>
            </a:r>
          </a:p>
          <a:p>
            <a:pPr eaLnBrk="1" hangingPunct="1"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12850" y="841375"/>
            <a:ext cx="6097588" cy="34305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7390" y="4343400"/>
            <a:ext cx="4663440" cy="4114800"/>
          </a:xfrm>
          <a:noFill/>
          <a:ln/>
        </p:spPr>
        <p:txBody>
          <a:bodyPr lIns="91202" tIns="45601" rIns="91202" bIns="45601"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9.xml"/><Relationship Id="rId7" Type="http://schemas.openxmlformats.org/officeDocument/2006/relationships/oleObject" Target="../embeddings/oleObject2.bin"/><Relationship Id="rId2" Type="http://schemas.openxmlformats.org/officeDocument/2006/relationships/tags" Target="../tags/tag8.xml"/><Relationship Id="rId1" Type="http://schemas.openxmlformats.org/officeDocument/2006/relationships/vmlDrawing" Target="../drawings/vmlDrawing2.v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10" Type="http://schemas.openxmlformats.org/officeDocument/2006/relationships/image" Target="../media/image4.jpeg"/><Relationship Id="rId4" Type="http://schemas.openxmlformats.org/officeDocument/2006/relationships/tags" Target="../tags/tag10.xml"/><Relationship Id="rId9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7" Type="http://schemas.openxmlformats.org/officeDocument/2006/relationships/image" Target="../media/image1.emf"/><Relationship Id="rId2" Type="http://schemas.openxmlformats.org/officeDocument/2006/relationships/tags" Target="../tags/tag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4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27.xml"/><Relationship Id="rId7" Type="http://schemas.openxmlformats.org/officeDocument/2006/relationships/image" Target="../media/image1.emf"/><Relationship Id="rId2" Type="http://schemas.openxmlformats.org/officeDocument/2006/relationships/tags" Target="../tags/tag26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28.xml"/><Relationship Id="rId9" Type="http://schemas.openxmlformats.org/officeDocument/2006/relationships/image" Target="../media/image1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" y="0"/>
          <a:ext cx="146538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6" name="think-cell Slide" r:id="rId7" imgW="360" imgH="360" progId="">
                  <p:embed/>
                </p:oleObj>
              </mc:Choice>
              <mc:Fallback>
                <p:oleObj name="think-cell Slide" r:id="rId7" imgW="360" imgH="3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46538" cy="11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 11" descr="GraphicTablet_shutterstock_73936774.jpg"/>
          <p:cNvPicPr>
            <a:picLocks noChangeAspect="1"/>
          </p:cNvPicPr>
          <p:nvPr userDrawn="1"/>
        </p:nvPicPr>
        <p:blipFill>
          <a:blip r:embed="rId9" cstate="print"/>
          <a:srcRect b="14021"/>
          <a:stretch>
            <a:fillRect/>
          </a:stretch>
        </p:blipFill>
        <p:spPr>
          <a:xfrm>
            <a:off x="1588" y="883526"/>
            <a:ext cx="9904413" cy="4259975"/>
          </a:xfrm>
          <a:prstGeom prst="rect">
            <a:avLst/>
          </a:prstGeom>
        </p:spPr>
      </p:pic>
      <p:sp>
        <p:nvSpPr>
          <p:cNvPr id="7" name="Rectangle 7"/>
          <p:cNvSpPr/>
          <p:nvPr userDrawn="1">
            <p:custDataLst>
              <p:tags r:id="rId3"/>
            </p:custDataLst>
          </p:nvPr>
        </p:nvSpPr>
        <p:spPr bwMode="auto">
          <a:xfrm>
            <a:off x="2" y="0"/>
            <a:ext cx="9906318" cy="2012275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2189 w 10562411"/>
              <a:gd name="connsiteY0" fmla="*/ 0 h 2958168"/>
              <a:gd name="connsiteX1" fmla="*/ 10561655 w 10562411"/>
              <a:gd name="connsiteY1" fmla="*/ 0 h 2958168"/>
              <a:gd name="connsiteX2" fmla="*/ 10561157 w 10562411"/>
              <a:gd name="connsiteY2" fmla="*/ 1476338 h 2958168"/>
              <a:gd name="connsiteX3" fmla="*/ 9288594 w 10562411"/>
              <a:gd name="connsiteY3" fmla="*/ 2153103 h 2958168"/>
              <a:gd name="connsiteX4" fmla="*/ 2317558 w 10562411"/>
              <a:gd name="connsiteY4" fmla="*/ 2159512 h 2958168"/>
              <a:gd name="connsiteX5" fmla="*/ 1180889 w 10562411"/>
              <a:gd name="connsiteY5" fmla="*/ 2958168 h 2958168"/>
              <a:gd name="connsiteX6" fmla="*/ 0 w 10562411"/>
              <a:gd name="connsiteY6" fmla="*/ 2174065 h 2958168"/>
              <a:gd name="connsiteX7" fmla="*/ 2189 w 10562411"/>
              <a:gd name="connsiteY7" fmla="*/ 0 h 2958168"/>
              <a:gd name="connsiteX0" fmla="*/ 0 w 10560222"/>
              <a:gd name="connsiteY0" fmla="*/ 0 h 2958168"/>
              <a:gd name="connsiteX1" fmla="*/ 10559466 w 10560222"/>
              <a:gd name="connsiteY1" fmla="*/ 0 h 2958168"/>
              <a:gd name="connsiteX2" fmla="*/ 10558968 w 10560222"/>
              <a:gd name="connsiteY2" fmla="*/ 1476338 h 2958168"/>
              <a:gd name="connsiteX3" fmla="*/ 9286405 w 10560222"/>
              <a:gd name="connsiteY3" fmla="*/ 2153103 h 2958168"/>
              <a:gd name="connsiteX4" fmla="*/ 2315369 w 10560222"/>
              <a:gd name="connsiteY4" fmla="*/ 2159512 h 2958168"/>
              <a:gd name="connsiteX5" fmla="*/ 1178700 w 10560222"/>
              <a:gd name="connsiteY5" fmla="*/ 2958168 h 2958168"/>
              <a:gd name="connsiteX6" fmla="*/ 0 w 10560222"/>
              <a:gd name="connsiteY6" fmla="*/ 2174065 h 2958168"/>
              <a:gd name="connsiteX7" fmla="*/ 0 w 10560222"/>
              <a:gd name="connsiteY7" fmla="*/ 0 h 2958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0222" h="2958168">
                <a:moveTo>
                  <a:pt x="0" y="0"/>
                </a:moveTo>
                <a:lnTo>
                  <a:pt x="10559466" y="0"/>
                </a:lnTo>
                <a:cubicBezTo>
                  <a:pt x="10559979" y="67600"/>
                  <a:pt x="10560222" y="1432923"/>
                  <a:pt x="10558968" y="1476338"/>
                </a:cubicBezTo>
                <a:cubicBezTo>
                  <a:pt x="10081572" y="2148347"/>
                  <a:pt x="9702991" y="2158423"/>
                  <a:pt x="9286405" y="2153103"/>
                </a:cubicBezTo>
                <a:lnTo>
                  <a:pt x="2315369" y="2159512"/>
                </a:lnTo>
                <a:cubicBezTo>
                  <a:pt x="1738155" y="2192654"/>
                  <a:pt x="1370309" y="2495346"/>
                  <a:pt x="1178700" y="2958168"/>
                </a:cubicBezTo>
                <a:cubicBezTo>
                  <a:pt x="880346" y="2254391"/>
                  <a:pt x="278640" y="2173187"/>
                  <a:pt x="0" y="2174065"/>
                </a:cubicBezTo>
                <a:cubicBezTo>
                  <a:pt x="2067" y="2138552"/>
                  <a:pt x="1272" y="95582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28173" tIns="36624" rIns="28173" bIns="36624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4943238" y="2208806"/>
            <a:ext cx="4915261" cy="823618"/>
          </a:xfrm>
        </p:spPr>
        <p:txBody>
          <a:bodyPr vert="horz" lIns="0" tIns="28173" rIns="28173" bIns="28173" rtlCol="0" anchor="t">
            <a:noAutofit/>
          </a:bodyPr>
          <a:lstStyle>
            <a:lvl1pPr marL="0" indent="0" algn="l" defTabSz="779202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7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title</a:t>
            </a:r>
            <a:r>
              <a:rPr lang="fr-FR" dirty="0"/>
              <a:t>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4940137" y="3324784"/>
            <a:ext cx="4918363" cy="710813"/>
          </a:xfrm>
        </p:spPr>
        <p:txBody>
          <a:bodyPr lIns="0" tIns="28173" rIns="28173" bIns="28173"/>
          <a:lstStyle>
            <a:lvl1pPr marL="0" indent="0" algn="l">
              <a:buNone/>
              <a:defRPr sz="1900" b="0">
                <a:solidFill>
                  <a:schemeClr val="tx1"/>
                </a:solidFill>
              </a:defRPr>
            </a:lvl1pPr>
            <a:lvl2pPr marL="3896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79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688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584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48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376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27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16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Click to </a:t>
            </a:r>
            <a:r>
              <a:rPr lang="fr-FR" dirty="0" err="1"/>
              <a:t>edit</a:t>
            </a:r>
            <a:r>
              <a:rPr lang="fr-FR" dirty="0"/>
              <a:t> Master </a:t>
            </a:r>
            <a:r>
              <a:rPr lang="fr-FR" dirty="0" err="1"/>
              <a:t>text</a:t>
            </a:r>
            <a:r>
              <a:rPr lang="fr-FR" dirty="0"/>
              <a:t> style</a:t>
            </a:r>
          </a:p>
        </p:txBody>
      </p:sp>
      <p:pic>
        <p:nvPicPr>
          <p:cNvPr id="8" name="Image 10" descr="Capgemini_logo.jpg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735690" y="494028"/>
            <a:ext cx="2880000" cy="51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093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" y="1"/>
          <a:ext cx="135749" cy="107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0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35749" cy="1079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298516" y="1121076"/>
            <a:ext cx="8845484" cy="3482813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</p:spTree>
    <p:extLst>
      <p:ext uri="{BB962C8B-B14F-4D97-AF65-F5344CB8AC3E}">
        <p14:creationId xmlns:p14="http://schemas.microsoft.com/office/powerpoint/2010/main" val="3905409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son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298516" y="1121076"/>
            <a:ext cx="6793764" cy="3482813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0102" y="1371600"/>
            <a:ext cx="1985371" cy="150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86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" y="1"/>
          <a:ext cx="135749" cy="107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0"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35749" cy="1079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39049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Ø"/>
              <a:defRPr/>
            </a:lvl1pPr>
            <a:lvl4pPr>
              <a:defRPr lang="en-US" sz="1600" kern="1200" dirty="0" smtClean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>
              <a:defRPr lang="en-US" sz="16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727887C-E3D9-4956-B241-0D7B3E50E8A2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57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B09E437-E805-4B6F-B83F-3A554894CB63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Ø"/>
              <a:defRPr/>
            </a:lvl1pPr>
            <a:lvl4pPr>
              <a:defRPr lang="en-US" sz="1600" kern="1200" dirty="0" smtClean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>
              <a:defRPr lang="en-US" sz="16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27887C-E3D9-4956-B241-0D7B3E50E8A2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57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5850057-C325-4AB0-8C0E-59DC42E45BBA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11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D9E8221-FB7D-4883-86F6-263E75469167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8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125D57F-D058-4785-AE69-4051EF09BCDE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34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142EE93-3912-4F7A-A116-AD58C43B6D10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65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CACDFF22-B6EA-4CED-A6CA-61C16E5EAB15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237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A0410464-921E-44DE-8661-BEFE8F21C728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021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4E67F5D-EE00-4A60-BE82-D0881C03BA66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776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92453C69-B6DB-4482-9D7D-A9D66B2576A4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68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CE1D0F29-5A92-4827-9A0E-CF6BC89C19B0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971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B09E437-E805-4B6F-B83F-3A554894CB63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55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itchFamily="2" charset="2"/>
              <a:buChar char="Ø"/>
              <a:defRPr/>
            </a:lvl1pPr>
            <a:lvl4pPr>
              <a:defRPr lang="en-US" sz="1600" kern="1200" dirty="0" smtClean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4pPr>
            <a:lvl5pPr>
              <a:defRPr lang="en-US" sz="16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27887C-E3D9-4956-B241-0D7B3E50E8A2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157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75850057-C325-4AB0-8C0E-59DC42E45BBA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116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BD9E8221-FB7D-4883-86F6-263E75469167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858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E125D57F-D058-4785-AE69-4051EF09BCDE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2346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142EE93-3912-4F7A-A116-AD58C43B6D10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65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CACDFF22-B6EA-4CED-A6CA-61C16E5EAB15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1237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A0410464-921E-44DE-8661-BEFE8F21C728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021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4E67F5D-EE00-4A60-BE82-D0881C03BA66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776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92453C69-B6DB-4482-9D7D-A9D66B2576A4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681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CE1D0F29-5A92-4827-9A0E-CF6BC89C19B0}" type="datetime1">
              <a:rPr lang="en-US" smtClean="0"/>
              <a:pPr/>
              <a:t>11/19/2019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277C1CF3-A711-4C17-A994-E6863511BAD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9971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los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35749" cy="107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0" name="think-cell Slide" r:id="rId6" imgW="360" imgH="360" progId="">
                  <p:embed/>
                </p:oleObj>
              </mc:Choice>
              <mc:Fallback>
                <p:oleObj name="think-cell Slide" r:id="rId6" imgW="360" imgH="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35749" cy="10798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/>
          <p:nvPr userDrawn="1">
            <p:custDataLst>
              <p:tags r:id="rId3"/>
            </p:custDataLst>
          </p:nvPr>
        </p:nvSpPr>
        <p:spPr>
          <a:xfrm>
            <a:off x="4527501" y="4785622"/>
            <a:ext cx="4045000" cy="210785"/>
          </a:xfrm>
          <a:prstGeom prst="rect">
            <a:avLst/>
          </a:prstGeom>
        </p:spPr>
        <p:txBody>
          <a:bodyPr wrap="square" lIns="28173" tIns="28173" rIns="0" bIns="28173" anchor="b" anchorCtr="0">
            <a:spAutoFit/>
          </a:bodyPr>
          <a:lstStyle/>
          <a:p>
            <a:pPr algn="r"/>
            <a:r>
              <a:rPr lang="en-US" sz="5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 information contained in this presentation is proprietary.</a:t>
            </a:r>
          </a:p>
          <a:p>
            <a:pPr marL="0" marR="0" indent="0" algn="r" defTabSz="816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2014 Capgemini. All rights reserved. Rightshore</a:t>
            </a:r>
            <a:r>
              <a:rPr lang="en-US" sz="500" b="0" baseline="30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®  </a:t>
            </a:r>
            <a:r>
              <a:rPr lang="en-US" sz="500" b="0" baseline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is a trademark belonging to Capgemini.</a:t>
            </a:r>
            <a:endParaRPr lang="en-US" sz="500" b="0" kern="0" noProof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gray">
          <a:xfrm>
            <a:off x="1021004" y="2769919"/>
            <a:ext cx="3932160" cy="1511693"/>
          </a:xfrm>
          <a:custGeom>
            <a:avLst/>
            <a:gdLst>
              <a:gd name="connsiteX0" fmla="*/ 0 w 4423977"/>
              <a:gd name="connsiteY0" fmla="*/ 164137 h 2296914"/>
              <a:gd name="connsiteX1" fmla="*/ 48075 w 4423977"/>
              <a:gd name="connsiteY1" fmla="*/ 48075 h 2296914"/>
              <a:gd name="connsiteX2" fmla="*/ 164138 w 4423977"/>
              <a:gd name="connsiteY2" fmla="*/ 1 h 2296914"/>
              <a:gd name="connsiteX3" fmla="*/ 4259840 w 4423977"/>
              <a:gd name="connsiteY3" fmla="*/ 0 h 2296914"/>
              <a:gd name="connsiteX4" fmla="*/ 4375902 w 4423977"/>
              <a:gd name="connsiteY4" fmla="*/ 48075 h 2296914"/>
              <a:gd name="connsiteX5" fmla="*/ 4423976 w 4423977"/>
              <a:gd name="connsiteY5" fmla="*/ 164138 h 2296914"/>
              <a:gd name="connsiteX6" fmla="*/ 4423977 w 4423977"/>
              <a:gd name="connsiteY6" fmla="*/ 2132777 h 2296914"/>
              <a:gd name="connsiteX7" fmla="*/ 4375902 w 4423977"/>
              <a:gd name="connsiteY7" fmla="*/ 2248839 h 2296914"/>
              <a:gd name="connsiteX8" fmla="*/ 4259840 w 4423977"/>
              <a:gd name="connsiteY8" fmla="*/ 2296914 h 2296914"/>
              <a:gd name="connsiteX9" fmla="*/ 164137 w 4423977"/>
              <a:gd name="connsiteY9" fmla="*/ 2296914 h 2296914"/>
              <a:gd name="connsiteX10" fmla="*/ 48075 w 4423977"/>
              <a:gd name="connsiteY10" fmla="*/ 2248839 h 2296914"/>
              <a:gd name="connsiteX11" fmla="*/ 0 w 4423977"/>
              <a:gd name="connsiteY11" fmla="*/ 2132777 h 2296914"/>
              <a:gd name="connsiteX12" fmla="*/ 0 w 4423977"/>
              <a:gd name="connsiteY12" fmla="*/ 164137 h 2296914"/>
              <a:gd name="connsiteX0" fmla="*/ 0 w 4969813"/>
              <a:gd name="connsiteY0" fmla="*/ 164137 h 2488240"/>
              <a:gd name="connsiteX1" fmla="*/ 48075 w 4969813"/>
              <a:gd name="connsiteY1" fmla="*/ 48075 h 2488240"/>
              <a:gd name="connsiteX2" fmla="*/ 164138 w 4969813"/>
              <a:gd name="connsiteY2" fmla="*/ 1 h 2488240"/>
              <a:gd name="connsiteX3" fmla="*/ 4259840 w 4969813"/>
              <a:gd name="connsiteY3" fmla="*/ 0 h 2488240"/>
              <a:gd name="connsiteX4" fmla="*/ 4375902 w 4969813"/>
              <a:gd name="connsiteY4" fmla="*/ 48075 h 2488240"/>
              <a:gd name="connsiteX5" fmla="*/ 4423976 w 4969813"/>
              <a:gd name="connsiteY5" fmla="*/ 164138 h 2488240"/>
              <a:gd name="connsiteX6" fmla="*/ 4423977 w 4969813"/>
              <a:gd name="connsiteY6" fmla="*/ 2132777 h 2488240"/>
              <a:gd name="connsiteX7" fmla="*/ 4259840 w 4969813"/>
              <a:gd name="connsiteY7" fmla="*/ 2296914 h 2488240"/>
              <a:gd name="connsiteX8" fmla="*/ 164137 w 4969813"/>
              <a:gd name="connsiteY8" fmla="*/ 2296914 h 2488240"/>
              <a:gd name="connsiteX9" fmla="*/ 48075 w 4969813"/>
              <a:gd name="connsiteY9" fmla="*/ 2248839 h 2488240"/>
              <a:gd name="connsiteX10" fmla="*/ 0 w 4969813"/>
              <a:gd name="connsiteY10" fmla="*/ 2132777 h 2488240"/>
              <a:gd name="connsiteX11" fmla="*/ 0 w 4969813"/>
              <a:gd name="connsiteY11" fmla="*/ 164137 h 2488240"/>
              <a:gd name="connsiteX0" fmla="*/ 0 w 4969813"/>
              <a:gd name="connsiteY0" fmla="*/ 164137 h 2296914"/>
              <a:gd name="connsiteX1" fmla="*/ 48075 w 4969813"/>
              <a:gd name="connsiteY1" fmla="*/ 48075 h 2296914"/>
              <a:gd name="connsiteX2" fmla="*/ 164138 w 4969813"/>
              <a:gd name="connsiteY2" fmla="*/ 1 h 2296914"/>
              <a:gd name="connsiteX3" fmla="*/ 4259840 w 4969813"/>
              <a:gd name="connsiteY3" fmla="*/ 0 h 2296914"/>
              <a:gd name="connsiteX4" fmla="*/ 4375902 w 4969813"/>
              <a:gd name="connsiteY4" fmla="*/ 48075 h 2296914"/>
              <a:gd name="connsiteX5" fmla="*/ 4423976 w 4969813"/>
              <a:gd name="connsiteY5" fmla="*/ 164138 h 2296914"/>
              <a:gd name="connsiteX6" fmla="*/ 4259840 w 4969813"/>
              <a:gd name="connsiteY6" fmla="*/ 2296914 h 2296914"/>
              <a:gd name="connsiteX7" fmla="*/ 164137 w 4969813"/>
              <a:gd name="connsiteY7" fmla="*/ 2296914 h 2296914"/>
              <a:gd name="connsiteX8" fmla="*/ 48075 w 4969813"/>
              <a:gd name="connsiteY8" fmla="*/ 2248839 h 2296914"/>
              <a:gd name="connsiteX9" fmla="*/ 0 w 4969813"/>
              <a:gd name="connsiteY9" fmla="*/ 2132777 h 2296914"/>
              <a:gd name="connsiteX10" fmla="*/ 0 w 4969813"/>
              <a:gd name="connsiteY10" fmla="*/ 164137 h 2296914"/>
              <a:gd name="connsiteX0" fmla="*/ 0 w 4961801"/>
              <a:gd name="connsiteY0" fmla="*/ 498881 h 2631658"/>
              <a:gd name="connsiteX1" fmla="*/ 48075 w 4961801"/>
              <a:gd name="connsiteY1" fmla="*/ 382819 h 2631658"/>
              <a:gd name="connsiteX2" fmla="*/ 164138 w 4961801"/>
              <a:gd name="connsiteY2" fmla="*/ 334745 h 2631658"/>
              <a:gd name="connsiteX3" fmla="*/ 4259840 w 4961801"/>
              <a:gd name="connsiteY3" fmla="*/ 334744 h 2631658"/>
              <a:gd name="connsiteX4" fmla="*/ 4375902 w 4961801"/>
              <a:gd name="connsiteY4" fmla="*/ 382819 h 2631658"/>
              <a:gd name="connsiteX5" fmla="*/ 4259840 w 4961801"/>
              <a:gd name="connsiteY5" fmla="*/ 2631658 h 2631658"/>
              <a:gd name="connsiteX6" fmla="*/ 164137 w 4961801"/>
              <a:gd name="connsiteY6" fmla="*/ 2631658 h 2631658"/>
              <a:gd name="connsiteX7" fmla="*/ 48075 w 4961801"/>
              <a:gd name="connsiteY7" fmla="*/ 2583583 h 2631658"/>
              <a:gd name="connsiteX8" fmla="*/ 0 w 4961801"/>
              <a:gd name="connsiteY8" fmla="*/ 2467521 h 2631658"/>
              <a:gd name="connsiteX9" fmla="*/ 0 w 4961801"/>
              <a:gd name="connsiteY9" fmla="*/ 498881 h 2631658"/>
              <a:gd name="connsiteX0" fmla="*/ 0 w 4942457"/>
              <a:gd name="connsiteY0" fmla="*/ 164137 h 2296914"/>
              <a:gd name="connsiteX1" fmla="*/ 48075 w 4942457"/>
              <a:gd name="connsiteY1" fmla="*/ 48075 h 2296914"/>
              <a:gd name="connsiteX2" fmla="*/ 164138 w 4942457"/>
              <a:gd name="connsiteY2" fmla="*/ 1 h 2296914"/>
              <a:gd name="connsiteX3" fmla="*/ 4259840 w 4942457"/>
              <a:gd name="connsiteY3" fmla="*/ 0 h 2296914"/>
              <a:gd name="connsiteX4" fmla="*/ 4259840 w 4942457"/>
              <a:gd name="connsiteY4" fmla="*/ 2296914 h 2296914"/>
              <a:gd name="connsiteX5" fmla="*/ 164137 w 4942457"/>
              <a:gd name="connsiteY5" fmla="*/ 2296914 h 2296914"/>
              <a:gd name="connsiteX6" fmla="*/ 48075 w 4942457"/>
              <a:gd name="connsiteY6" fmla="*/ 2248839 h 2296914"/>
              <a:gd name="connsiteX7" fmla="*/ 0 w 4942457"/>
              <a:gd name="connsiteY7" fmla="*/ 2132777 h 2296914"/>
              <a:gd name="connsiteX8" fmla="*/ 0 w 4942457"/>
              <a:gd name="connsiteY8" fmla="*/ 164137 h 2296914"/>
              <a:gd name="connsiteX0" fmla="*/ 4259840 w 4942457"/>
              <a:gd name="connsiteY0" fmla="*/ 0 h 2296914"/>
              <a:gd name="connsiteX1" fmla="*/ 4259840 w 4942457"/>
              <a:gd name="connsiteY1" fmla="*/ 2296914 h 2296914"/>
              <a:gd name="connsiteX2" fmla="*/ 164137 w 4942457"/>
              <a:gd name="connsiteY2" fmla="*/ 2296914 h 2296914"/>
              <a:gd name="connsiteX3" fmla="*/ 48075 w 4942457"/>
              <a:gd name="connsiteY3" fmla="*/ 2248839 h 2296914"/>
              <a:gd name="connsiteX4" fmla="*/ 0 w 4942457"/>
              <a:gd name="connsiteY4" fmla="*/ 2132777 h 2296914"/>
              <a:gd name="connsiteX5" fmla="*/ 0 w 4942457"/>
              <a:gd name="connsiteY5" fmla="*/ 164137 h 2296914"/>
              <a:gd name="connsiteX6" fmla="*/ 48075 w 4942457"/>
              <a:gd name="connsiteY6" fmla="*/ 48075 h 2296914"/>
              <a:gd name="connsiteX7" fmla="*/ 164138 w 4942457"/>
              <a:gd name="connsiteY7" fmla="*/ 1 h 2296914"/>
              <a:gd name="connsiteX8" fmla="*/ 4351280 w 4942457"/>
              <a:gd name="connsiteY8" fmla="*/ 91440 h 2296914"/>
              <a:gd name="connsiteX0" fmla="*/ 4259840 w 4351280"/>
              <a:gd name="connsiteY0" fmla="*/ 2296914 h 2296914"/>
              <a:gd name="connsiteX1" fmla="*/ 164137 w 4351280"/>
              <a:gd name="connsiteY1" fmla="*/ 2296914 h 2296914"/>
              <a:gd name="connsiteX2" fmla="*/ 48075 w 4351280"/>
              <a:gd name="connsiteY2" fmla="*/ 2248839 h 2296914"/>
              <a:gd name="connsiteX3" fmla="*/ 0 w 4351280"/>
              <a:gd name="connsiteY3" fmla="*/ 2132777 h 2296914"/>
              <a:gd name="connsiteX4" fmla="*/ 0 w 4351280"/>
              <a:gd name="connsiteY4" fmla="*/ 164137 h 2296914"/>
              <a:gd name="connsiteX5" fmla="*/ 48075 w 4351280"/>
              <a:gd name="connsiteY5" fmla="*/ 48075 h 2296914"/>
              <a:gd name="connsiteX6" fmla="*/ 164138 w 4351280"/>
              <a:gd name="connsiteY6" fmla="*/ 1 h 2296914"/>
              <a:gd name="connsiteX7" fmla="*/ 4351280 w 4351280"/>
              <a:gd name="connsiteY7" fmla="*/ 91440 h 2296914"/>
              <a:gd name="connsiteX0" fmla="*/ 4259840 w 4330731"/>
              <a:gd name="connsiteY0" fmla="*/ 2297942 h 2297942"/>
              <a:gd name="connsiteX1" fmla="*/ 164137 w 4330731"/>
              <a:gd name="connsiteY1" fmla="*/ 2297942 h 2297942"/>
              <a:gd name="connsiteX2" fmla="*/ 48075 w 4330731"/>
              <a:gd name="connsiteY2" fmla="*/ 2249867 h 2297942"/>
              <a:gd name="connsiteX3" fmla="*/ 0 w 4330731"/>
              <a:gd name="connsiteY3" fmla="*/ 2133805 h 2297942"/>
              <a:gd name="connsiteX4" fmla="*/ 0 w 4330731"/>
              <a:gd name="connsiteY4" fmla="*/ 165165 h 2297942"/>
              <a:gd name="connsiteX5" fmla="*/ 48075 w 4330731"/>
              <a:gd name="connsiteY5" fmla="*/ 49103 h 2297942"/>
              <a:gd name="connsiteX6" fmla="*/ 164138 w 4330731"/>
              <a:gd name="connsiteY6" fmla="*/ 1029 h 2297942"/>
              <a:gd name="connsiteX7" fmla="*/ 4330731 w 4330731"/>
              <a:gd name="connsiteY7" fmla="*/ 0 h 2297942"/>
              <a:gd name="connsiteX0" fmla="*/ 4259840 w 4259840"/>
              <a:gd name="connsiteY0" fmla="*/ 2296914 h 2296914"/>
              <a:gd name="connsiteX1" fmla="*/ 164137 w 4259840"/>
              <a:gd name="connsiteY1" fmla="*/ 2296914 h 2296914"/>
              <a:gd name="connsiteX2" fmla="*/ 48075 w 4259840"/>
              <a:gd name="connsiteY2" fmla="*/ 2248839 h 2296914"/>
              <a:gd name="connsiteX3" fmla="*/ 0 w 4259840"/>
              <a:gd name="connsiteY3" fmla="*/ 2132777 h 2296914"/>
              <a:gd name="connsiteX4" fmla="*/ 0 w 4259840"/>
              <a:gd name="connsiteY4" fmla="*/ 164137 h 2296914"/>
              <a:gd name="connsiteX5" fmla="*/ 48075 w 4259840"/>
              <a:gd name="connsiteY5" fmla="*/ 48075 h 2296914"/>
              <a:gd name="connsiteX6" fmla="*/ 164138 w 4259840"/>
              <a:gd name="connsiteY6" fmla="*/ 1 h 2296914"/>
              <a:gd name="connsiteX0" fmla="*/ 4259840 w 4259840"/>
              <a:gd name="connsiteY0" fmla="*/ 2248839 h 2248839"/>
              <a:gd name="connsiteX1" fmla="*/ 164137 w 4259840"/>
              <a:gd name="connsiteY1" fmla="*/ 2248839 h 2248839"/>
              <a:gd name="connsiteX2" fmla="*/ 48075 w 4259840"/>
              <a:gd name="connsiteY2" fmla="*/ 2200764 h 2248839"/>
              <a:gd name="connsiteX3" fmla="*/ 0 w 4259840"/>
              <a:gd name="connsiteY3" fmla="*/ 2084702 h 2248839"/>
              <a:gd name="connsiteX4" fmla="*/ 0 w 4259840"/>
              <a:gd name="connsiteY4" fmla="*/ 116062 h 2248839"/>
              <a:gd name="connsiteX5" fmla="*/ 48075 w 4259840"/>
              <a:gd name="connsiteY5" fmla="*/ 0 h 2248839"/>
              <a:gd name="connsiteX0" fmla="*/ 4259840 w 4259840"/>
              <a:gd name="connsiteY0" fmla="*/ 2132777 h 2132777"/>
              <a:gd name="connsiteX1" fmla="*/ 164137 w 4259840"/>
              <a:gd name="connsiteY1" fmla="*/ 2132777 h 2132777"/>
              <a:gd name="connsiteX2" fmla="*/ 48075 w 4259840"/>
              <a:gd name="connsiteY2" fmla="*/ 2084702 h 2132777"/>
              <a:gd name="connsiteX3" fmla="*/ 0 w 4259840"/>
              <a:gd name="connsiteY3" fmla="*/ 1968640 h 2132777"/>
              <a:gd name="connsiteX4" fmla="*/ 0 w 4259840"/>
              <a:gd name="connsiteY4" fmla="*/ 0 h 2132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9840" h="2132777">
                <a:moveTo>
                  <a:pt x="4259840" y="2132777"/>
                </a:moveTo>
                <a:lnTo>
                  <a:pt x="164137" y="2132777"/>
                </a:lnTo>
                <a:cubicBezTo>
                  <a:pt x="120605" y="2132777"/>
                  <a:pt x="78856" y="2115484"/>
                  <a:pt x="48075" y="2084702"/>
                </a:cubicBezTo>
                <a:cubicBezTo>
                  <a:pt x="17293" y="2053920"/>
                  <a:pt x="0" y="2012171"/>
                  <a:pt x="0" y="1968640"/>
                </a:cubicBezTo>
                <a:lnTo>
                  <a:pt x="0" y="0"/>
                </a:lnTo>
              </a:path>
            </a:pathLst>
          </a:custGeom>
          <a:noFill/>
          <a:ln w="19050" cap="flat" cmpd="sng" algn="ctr">
            <a:gradFill flip="none" rotWithShape="1">
              <a:gsLst>
                <a:gs pos="0">
                  <a:schemeClr val="accent5"/>
                </a:gs>
                <a:gs pos="100000">
                  <a:schemeClr val="accent5">
                    <a:lumMod val="20000"/>
                    <a:lumOff val="80000"/>
                  </a:schemeClr>
                </a:gs>
              </a:gsLst>
              <a:lin ang="240000" scaled="0"/>
              <a:tileRect/>
            </a:gradFill>
            <a:prstDash val="solid"/>
            <a:round/>
          </a:ln>
          <a:effectLst/>
        </p:spPr>
        <p:txBody>
          <a:bodyPr wrap="square" lIns="306792" tIns="43420" rIns="184075" bIns="122717" rtlCol="0" anchor="b"/>
          <a:lstStyle/>
          <a:p>
            <a:pPr marL="0" marR="0" indent="0" algn="just" defTabSz="8888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bg1"/>
                </a:solidFill>
                <a:latin typeface="Arial"/>
                <a:cs typeface="Arial"/>
              </a:rPr>
              <a:t>About Capgemini</a:t>
            </a:r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/>
            <a:endParaRPr lang="en-US" sz="9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  <a:p>
            <a:pPr marL="0" indent="0" algn="just"/>
            <a:r>
              <a:rPr lang="en-US" sz="9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With almost 140,000 people in over 40 countries, Capgemini is one of the world's foremost providers of consulting, technology and outsourcing services. The Group reported 2013</a:t>
            </a:r>
            <a:r>
              <a:rPr lang="en-US" sz="900" baseline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9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global revenues of  EUR 10.1 billion.</a:t>
            </a:r>
          </a:p>
          <a:p>
            <a:pPr marL="0" indent="0" algn="just"/>
            <a:r>
              <a:rPr lang="en-US" sz="9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Together with its clients, Capgemini creates and delivers business and technology solutions that fit their needs and drive the results they want. A deeply multicultural organization, Capgemini has developed its own way of working, the Collaborative Business Experience</a:t>
            </a:r>
            <a:r>
              <a:rPr lang="en-US" sz="900" baseline="30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TM</a:t>
            </a:r>
            <a:r>
              <a:rPr lang="en-US" sz="9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and draws on Rightshore</a:t>
            </a:r>
            <a:r>
              <a:rPr lang="en-US" sz="900" b="1" baseline="30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®</a:t>
            </a:r>
            <a:r>
              <a:rPr lang="en-US" sz="9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, its worldwide delivery model.</a:t>
            </a:r>
          </a:p>
        </p:txBody>
      </p:sp>
      <p:pic>
        <p:nvPicPr>
          <p:cNvPr id="11" name="Image 10" descr="ppt_Label_CBE.png"/>
          <p:cNvPicPr>
            <a:picLocks noChangeAspect="1"/>
          </p:cNvPicPr>
          <p:nvPr userDrawn="1"/>
        </p:nvPicPr>
        <p:blipFill>
          <a:blip r:embed="rId8" cstate="email"/>
          <a:stretch>
            <a:fillRect/>
          </a:stretch>
        </p:blipFill>
        <p:spPr>
          <a:xfrm>
            <a:off x="751798" y="2594015"/>
            <a:ext cx="531692" cy="432000"/>
          </a:xfrm>
          <a:prstGeom prst="rect">
            <a:avLst/>
          </a:prstGeom>
        </p:spPr>
      </p:pic>
      <p:pic>
        <p:nvPicPr>
          <p:cNvPr id="8" name="Image 7" descr="Locations_Map_2014.png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5042446" y="2532039"/>
            <a:ext cx="3595355" cy="1404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46538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84"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6538" cy="11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 userDrawn="1">
            <p:custDataLst>
              <p:tags r:id="rId3"/>
            </p:custDataLst>
          </p:nvPr>
        </p:nvSpPr>
        <p:spPr>
          <a:xfrm>
            <a:off x="4527501" y="4785622"/>
            <a:ext cx="4045000" cy="210785"/>
          </a:xfrm>
          <a:prstGeom prst="rect">
            <a:avLst/>
          </a:prstGeom>
        </p:spPr>
        <p:txBody>
          <a:bodyPr wrap="square" lIns="28173" tIns="28173" rIns="0" bIns="28173" anchor="b" anchorCtr="0">
            <a:spAutoFit/>
          </a:bodyPr>
          <a:lstStyle/>
          <a:p>
            <a:pPr algn="r"/>
            <a:r>
              <a:rPr lang="en-US" sz="5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 information contained in this presentation is proprietary.</a:t>
            </a:r>
          </a:p>
          <a:p>
            <a:pPr marL="0" marR="0" indent="0" algn="r" defTabSz="816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" b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© 2014 Capgemini. All rights reserved.</a:t>
            </a:r>
            <a:r>
              <a:rPr lang="en-US" sz="500" b="0" baseline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500" b="0" kern="0" noProof="1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13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12" Type="http://schemas.openxmlformats.org/officeDocument/2006/relationships/tags" Target="../tags/tag5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Relationship Id="rId14" Type="http://schemas.openxmlformats.org/officeDocument/2006/relationships/tags" Target="../tags/tag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tags" Target="../tags/tag25.xml"/><Relationship Id="rId18" Type="http://schemas.openxmlformats.org/officeDocument/2006/relationships/image" Target="../media/image8.png"/><Relationship Id="rId26" Type="http://schemas.openxmlformats.org/officeDocument/2006/relationships/image" Target="../media/image12.gif"/><Relationship Id="rId3" Type="http://schemas.openxmlformats.org/officeDocument/2006/relationships/theme" Target="../theme/theme4.xml"/><Relationship Id="rId21" Type="http://schemas.openxmlformats.org/officeDocument/2006/relationships/hyperlink" Target="http://www.twitter.com/capgemini" TargetMode="Externa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17" Type="http://schemas.openxmlformats.org/officeDocument/2006/relationships/hyperlink" Target="http://www.facebook.com/Capgemini" TargetMode="External"/><Relationship Id="rId25" Type="http://schemas.openxmlformats.org/officeDocument/2006/relationships/hyperlink" Target="http://www.slideshare.net/capgemini" TargetMode="External"/><Relationship Id="rId2" Type="http://schemas.openxmlformats.org/officeDocument/2006/relationships/slideLayout" Target="../slideLayouts/slideLayout29.xml"/><Relationship Id="rId16" Type="http://schemas.openxmlformats.org/officeDocument/2006/relationships/image" Target="../media/image7.emf"/><Relationship Id="rId20" Type="http://schemas.openxmlformats.org/officeDocument/2006/relationships/image" Target="../media/image9.png"/><Relationship Id="rId1" Type="http://schemas.openxmlformats.org/officeDocument/2006/relationships/slideLayout" Target="../slideLayouts/slideLayout28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24" Type="http://schemas.openxmlformats.org/officeDocument/2006/relationships/image" Target="../media/image11.png"/><Relationship Id="rId5" Type="http://schemas.openxmlformats.org/officeDocument/2006/relationships/tags" Target="../tags/tag17.xml"/><Relationship Id="rId15" Type="http://schemas.openxmlformats.org/officeDocument/2006/relationships/image" Target="../media/image1.emf"/><Relationship Id="rId23" Type="http://schemas.openxmlformats.org/officeDocument/2006/relationships/hyperlink" Target="http://www.youtube.com/capgemini" TargetMode="External"/><Relationship Id="rId10" Type="http://schemas.openxmlformats.org/officeDocument/2006/relationships/tags" Target="../tags/tag22.xml"/><Relationship Id="rId19" Type="http://schemas.openxmlformats.org/officeDocument/2006/relationships/hyperlink" Target="http://www.linkedin.com/company/capgemini" TargetMode="External"/><Relationship Id="rId4" Type="http://schemas.openxmlformats.org/officeDocument/2006/relationships/vmlDrawing" Target="../drawings/vmlDrawing5.vml"/><Relationship Id="rId9" Type="http://schemas.openxmlformats.org/officeDocument/2006/relationships/tags" Target="../tags/tag21.xml"/><Relationship Id="rId14" Type="http://schemas.openxmlformats.org/officeDocument/2006/relationships/oleObject" Target="../embeddings/oleObject5.bin"/><Relationship Id="rId22" Type="http://schemas.openxmlformats.org/officeDocument/2006/relationships/image" Target="../media/image10.png"/><Relationship Id="rId27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8"/>
            </p:custDataLst>
          </p:nvPr>
        </p:nvGraphicFramePr>
        <p:xfrm>
          <a:off x="1" y="0"/>
          <a:ext cx="146538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" name="think-cell Slide" r:id="rId15" imgW="360" imgH="360" progId="">
                  <p:embed/>
                </p:oleObj>
              </mc:Choice>
              <mc:Fallback>
                <p:oleObj name="think-cell Slide" r:id="rId15" imgW="360" imgH="3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0"/>
                        <a:ext cx="146538" cy="11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2" y="0"/>
            <a:ext cx="9143999" cy="751601"/>
          </a:xfrm>
          <a:prstGeom prst="rect">
            <a:avLst/>
          </a:prstGeom>
        </p:spPr>
        <p:txBody>
          <a:bodyPr vert="horz" lIns="253554" tIns="28173" rIns="140864" bIns="28173" rtlCol="0" anchor="ctr">
            <a:noAutofit/>
          </a:bodyPr>
          <a:lstStyle/>
          <a:p>
            <a:r>
              <a:rPr lang="fr-FR" noProof="0" dirty="0"/>
              <a:t>Cliquez pour modifier le style du titre</a:t>
            </a:r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0"/>
            </p:custDataLst>
          </p:nvPr>
        </p:nvSpPr>
        <p:spPr>
          <a:xfrm>
            <a:off x="298517" y="1126483"/>
            <a:ext cx="8712115" cy="3477405"/>
          </a:xfrm>
          <a:prstGeom prst="rect">
            <a:avLst/>
          </a:prstGeom>
        </p:spPr>
        <p:txBody>
          <a:bodyPr vert="horz" lIns="92038" tIns="61358" rIns="61358" bIns="61358" rtlCol="0">
            <a:noAutofit/>
          </a:bodyPr>
          <a:lstStyle/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sp>
        <p:nvSpPr>
          <p:cNvPr id="11" name="TextBox 10"/>
          <p:cNvSpPr txBox="1"/>
          <p:nvPr>
            <p:custDataLst>
              <p:tags r:id="rId11"/>
            </p:custDataLst>
          </p:nvPr>
        </p:nvSpPr>
        <p:spPr>
          <a:xfrm>
            <a:off x="8835291" y="4990498"/>
            <a:ext cx="94578" cy="92333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fld id="{6A895693-0027-4F28-9367-92E39A51F51C}" type="slidenum">
              <a:rPr lang="en-US" sz="600" smtClean="0">
                <a:solidFill>
                  <a:schemeClr val="tx2"/>
                </a:solidFill>
              </a:rPr>
              <a:pPr algn="ctr"/>
              <a:t>‹#›</a:t>
            </a:fld>
            <a:endParaRPr lang="en-US" sz="600" dirty="0">
              <a:solidFill>
                <a:schemeClr val="tx2"/>
              </a:solidFill>
            </a:endParaRPr>
          </a:p>
        </p:txBody>
      </p:sp>
      <p:sp>
        <p:nvSpPr>
          <p:cNvPr id="9" name="Freeform 4"/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" y="507301"/>
            <a:ext cx="9143999" cy="546092"/>
          </a:xfrm>
          <a:custGeom>
            <a:avLst/>
            <a:gdLst/>
            <a:ahLst/>
            <a:cxnLst>
              <a:cxn ang="0">
                <a:pos x="2965" y="93"/>
              </a:cxn>
              <a:cxn ang="0">
                <a:pos x="303" y="93"/>
              </a:cxn>
              <a:cxn ang="0">
                <a:pos x="151" y="187"/>
              </a:cxn>
              <a:cxn ang="0">
                <a:pos x="0" y="93"/>
              </a:cxn>
              <a:cxn ang="0">
                <a:pos x="0" y="112"/>
              </a:cxn>
              <a:cxn ang="0">
                <a:pos x="151" y="205"/>
              </a:cxn>
              <a:cxn ang="0">
                <a:pos x="303" y="112"/>
              </a:cxn>
              <a:cxn ang="0">
                <a:pos x="2965" y="112"/>
              </a:cxn>
              <a:cxn ang="0">
                <a:pos x="3118" y="19"/>
              </a:cxn>
              <a:cxn ang="0">
                <a:pos x="3118" y="0"/>
              </a:cxn>
              <a:cxn ang="0">
                <a:pos x="2965" y="93"/>
              </a:cxn>
            </a:cxnLst>
            <a:rect l="0" t="0" r="r" b="b"/>
            <a:pathLst>
              <a:path w="3118" h="205">
                <a:moveTo>
                  <a:pt x="2965" y="93"/>
                </a:moveTo>
                <a:cubicBezTo>
                  <a:pt x="303" y="93"/>
                  <a:pt x="303" y="93"/>
                  <a:pt x="303" y="93"/>
                </a:cubicBezTo>
                <a:cubicBezTo>
                  <a:pt x="183" y="93"/>
                  <a:pt x="151" y="187"/>
                  <a:pt x="151" y="187"/>
                </a:cubicBezTo>
                <a:cubicBezTo>
                  <a:pt x="151" y="187"/>
                  <a:pt x="119" y="93"/>
                  <a:pt x="0" y="93"/>
                </a:cubicBezTo>
                <a:cubicBezTo>
                  <a:pt x="0" y="112"/>
                  <a:pt x="0" y="112"/>
                  <a:pt x="0" y="112"/>
                </a:cubicBezTo>
                <a:cubicBezTo>
                  <a:pt x="119" y="112"/>
                  <a:pt x="151" y="205"/>
                  <a:pt x="151" y="205"/>
                </a:cubicBezTo>
                <a:cubicBezTo>
                  <a:pt x="151" y="205"/>
                  <a:pt x="183" y="112"/>
                  <a:pt x="303" y="112"/>
                </a:cubicBezTo>
                <a:cubicBezTo>
                  <a:pt x="2965" y="112"/>
                  <a:pt x="2965" y="112"/>
                  <a:pt x="2965" y="112"/>
                </a:cubicBezTo>
                <a:cubicBezTo>
                  <a:pt x="3085" y="112"/>
                  <a:pt x="3118" y="19"/>
                  <a:pt x="3118" y="19"/>
                </a:cubicBezTo>
                <a:cubicBezTo>
                  <a:pt x="3118" y="0"/>
                  <a:pt x="3118" y="0"/>
                  <a:pt x="3118" y="0"/>
                </a:cubicBezTo>
                <a:cubicBezTo>
                  <a:pt x="3118" y="0"/>
                  <a:pt x="3085" y="93"/>
                  <a:pt x="2965" y="93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  <a:effectLst>
            <a:outerShdw blurRad="50800" dist="25400" dir="5400000" algn="t" rotWithShape="0">
              <a:prstClr val="black">
                <a:alpha val="31000"/>
              </a:prstClr>
            </a:outerShdw>
          </a:effectLst>
        </p:spPr>
        <p:txBody>
          <a:bodyPr vert="horz" wrap="square" lIns="84848" tIns="42424" rIns="84848" bIns="42424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2" name="Rectangle 11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223229" y="4967554"/>
            <a:ext cx="2455979" cy="13762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 lIns="30677" tIns="30677" rIns="30677" bIns="30677" anchor="b" anchorCtr="0">
            <a:noAutofit/>
          </a:bodyPr>
          <a:lstStyle/>
          <a:p>
            <a:pPr marL="0" marR="0" lvl="0" indent="0" algn="r" defTabSz="848318" rtl="0" eaLnBrk="0" fontAlgn="auto" latinLnBrk="0" hangingPunct="0">
              <a:lnSpc>
                <a:spcPct val="9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500" b="0" i="0" noProof="0" dirty="0">
                <a:solidFill>
                  <a:schemeClr val="tx2"/>
                </a:solidFill>
                <a:latin typeface="+mj-lt"/>
                <a:cs typeface="Helvetica Light"/>
              </a:rPr>
              <a:t>Copyright © </a:t>
            </a:r>
            <a:r>
              <a:rPr lang="en-US" altLang="en-US" sz="500" b="0" i="0" noProof="0" dirty="0" err="1">
                <a:solidFill>
                  <a:schemeClr val="tx2"/>
                </a:solidFill>
                <a:latin typeface="+mj-lt"/>
                <a:cs typeface="Helvetica Light"/>
              </a:rPr>
              <a:t>Capgemini</a:t>
            </a:r>
            <a:r>
              <a:rPr lang="en-US" altLang="en-US" sz="500" b="0" i="0" noProof="0" dirty="0">
                <a:solidFill>
                  <a:schemeClr val="tx2"/>
                </a:solidFill>
                <a:latin typeface="+mj-lt"/>
                <a:cs typeface="Helvetica Light"/>
              </a:rPr>
              <a:t> 2016. All Rights Reserved</a:t>
            </a:r>
          </a:p>
        </p:txBody>
      </p:sp>
      <p:cxnSp>
        <p:nvCxnSpPr>
          <p:cNvPr id="15" name="Straight Connector 5"/>
          <p:cNvCxnSpPr/>
          <p:nvPr>
            <p:custDataLst>
              <p:tags r:id="rId14"/>
            </p:custDataLst>
          </p:nvPr>
        </p:nvCxnSpPr>
        <p:spPr>
          <a:xfrm flipH="1">
            <a:off x="3" y="4772025"/>
            <a:ext cx="9143999" cy="0"/>
          </a:xfrm>
          <a:prstGeom prst="line">
            <a:avLst/>
          </a:prstGeom>
          <a:ln w="9525" cmpd="sng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Image 13" descr="Capgemini_logo.jpg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270463" y="4829271"/>
            <a:ext cx="1438102" cy="2587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6052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6" r:id="rId2"/>
    <p:sldLayoutId id="2147483698" r:id="rId3"/>
    <p:sldLayoutId id="2147483710" r:id="rId4"/>
    <p:sldLayoutId id="2147483741" r:id="rId5"/>
  </p:sldLayoutIdLst>
  <p:txStyles>
    <p:titleStyle>
      <a:lvl1pPr marL="0" indent="0" algn="l" defTabSz="779202" rtl="0" eaLnBrk="1" latinLnBrk="0" hangingPunct="1">
        <a:lnSpc>
          <a:spcPct val="85000"/>
        </a:lnSpc>
        <a:spcBef>
          <a:spcPct val="0"/>
        </a:spcBef>
        <a:buNone/>
        <a:defRPr sz="27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26" indent="-141626" algn="l" defTabSz="779202" rtl="0" eaLnBrk="1" latinLnBrk="0" hangingPunct="1">
        <a:lnSpc>
          <a:spcPct val="90000"/>
        </a:lnSpc>
        <a:spcBef>
          <a:spcPts val="0"/>
        </a:spcBef>
        <a:spcAft>
          <a:spcPts val="511"/>
        </a:spcAft>
        <a:buClr>
          <a:schemeClr val="accent5"/>
        </a:buClr>
        <a:buFont typeface="Wingdings" pitchFamily="2" charset="2"/>
        <a:buChar char="§"/>
        <a:defRPr sz="1900" b="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303042" indent="-154227" algn="l" defTabSz="779202" rtl="0" eaLnBrk="1" latinLnBrk="0" hangingPunct="1">
        <a:lnSpc>
          <a:spcPct val="90000"/>
        </a:lnSpc>
        <a:spcBef>
          <a:spcPts val="0"/>
        </a:spcBef>
        <a:spcAft>
          <a:spcPts val="511"/>
        </a:spcAft>
        <a:buClr>
          <a:schemeClr val="accent3"/>
        </a:buClr>
        <a:buFont typeface="Wingdings" pitchFamily="2" charset="2"/>
        <a:buChar char="§"/>
        <a:defRPr sz="15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457269" indent="-140698" algn="l" defTabSz="779202" rtl="0" eaLnBrk="1" latinLnBrk="0" hangingPunct="1">
        <a:lnSpc>
          <a:spcPct val="90000"/>
        </a:lnSpc>
        <a:spcBef>
          <a:spcPts val="0"/>
        </a:spcBef>
        <a:spcAft>
          <a:spcPts val="511"/>
        </a:spcAft>
        <a:buClr>
          <a:schemeClr val="accent2"/>
        </a:buClr>
        <a:buFont typeface="Arial" pitchFamily="34" charset="0"/>
        <a:buChar char="•"/>
        <a:tabLst/>
        <a:defRPr sz="1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606085" indent="-140698" algn="l" defTabSz="779202" rtl="0" eaLnBrk="1" latinLnBrk="0" hangingPunct="1">
        <a:lnSpc>
          <a:spcPct val="90000"/>
        </a:lnSpc>
        <a:spcBef>
          <a:spcPts val="0"/>
        </a:spcBef>
        <a:spcAft>
          <a:spcPts val="511"/>
        </a:spcAft>
        <a:buClr>
          <a:schemeClr val="bg2"/>
        </a:buClr>
        <a:buFont typeface="Arial" pitchFamily="34" charset="0"/>
        <a:buChar char="–"/>
        <a:tabLst/>
        <a:defRPr sz="12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1371722" indent="-165040" algn="l" defTabSz="779202" rtl="0" eaLnBrk="1" latinLnBrk="0" hangingPunct="1">
        <a:spcBef>
          <a:spcPts val="0"/>
        </a:spcBef>
        <a:buClr>
          <a:srgbClr val="B1B1B1"/>
        </a:buClr>
        <a:buFont typeface="Arial" pitchFamily="34" charset="0"/>
        <a:buChar char="–"/>
        <a:defRPr sz="1400" kern="1200">
          <a:solidFill>
            <a:srgbClr val="494949"/>
          </a:solidFill>
          <a:latin typeface="+mn-lt"/>
          <a:ea typeface="+mn-ea"/>
          <a:cs typeface="+mn-cs"/>
        </a:defRPr>
      </a:lvl5pPr>
      <a:lvl6pPr marL="2142807" indent="-194801" algn="l" defTabSz="77920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32408" indent="-194801" algn="l" defTabSz="77920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2922009" indent="-194801" algn="l" defTabSz="77920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311610" indent="-194801" algn="l" defTabSz="779202" rtl="0" eaLnBrk="1" latinLnBrk="0" hangingPunct="1">
        <a:spcBef>
          <a:spcPct val="20000"/>
        </a:spcBef>
        <a:buFont typeface="Arial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9601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79202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68803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58405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48006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37607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27209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16810" algn="l" defTabSz="77920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5949"/>
            <a:ext cx="8229600" cy="5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ctangle 20"/>
          <p:cNvSpPr txBox="1">
            <a:spLocks noChangeArrowheads="1"/>
          </p:cNvSpPr>
          <p:nvPr/>
        </p:nvSpPr>
        <p:spPr>
          <a:xfrm>
            <a:off x="285720" y="4948186"/>
            <a:ext cx="1219200" cy="171450"/>
          </a:xfrm>
          <a:prstGeom prst="rect">
            <a:avLst/>
          </a:prstGeom>
          <a:noFill/>
        </p:spPr>
        <p:txBody>
          <a:bodyPr/>
          <a:lstStyle/>
          <a:p>
            <a:pPr marL="0" algn="l" defTabSz="914400" rtl="0" eaLnBrk="1" latinLnBrk="0" hangingPunct="1">
              <a:defRPr/>
            </a:pPr>
            <a:fld id="{634B1AA2-1421-4123-B46B-C773544C4A12}" type="datetime4">
              <a:rPr lang="en-US" sz="800" kern="120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pPr marL="0" algn="l" defTabSz="914400" rtl="0" eaLnBrk="1" latinLnBrk="0" hangingPunct="1">
                <a:defRPr/>
              </a:pPr>
              <a:t>November 19, 2019</a:t>
            </a:fld>
            <a:endParaRPr lang="en-US" sz="800" kern="1200" dirty="0">
              <a:solidFill>
                <a:schemeClr val="bg1">
                  <a:lumMod val="50000"/>
                </a:schemeClr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1271234" y="4948186"/>
            <a:ext cx="143180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algn="l" defTabSz="914400" rtl="0" eaLnBrk="1" latinLnBrk="0" hangingPunct="1">
              <a:defRPr/>
            </a:pPr>
            <a:r>
              <a:rPr lang="en-US" altLang="ja-JP" sz="8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t>Proprietary and Confidential 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gray">
          <a:xfrm>
            <a:off x="2750256" y="4939152"/>
            <a:ext cx="237244" cy="1384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prstShdw prst="shdw17" dist="17961" dir="2700000">
              <a:srgbClr val="DDDDDD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b" anchorCtr="1">
            <a:spAutoFit/>
          </a:bodyPr>
          <a:lstStyle/>
          <a:p>
            <a:pPr algn="ctr" eaLnBrk="0" hangingPunct="0">
              <a:buClr>
                <a:srgbClr val="000000"/>
              </a:buClr>
              <a:buSzPct val="65000"/>
              <a:buFont typeface="Wingdings" pitchFamily="2" charset="2"/>
              <a:buNone/>
              <a:defRPr/>
            </a:pPr>
            <a:r>
              <a:rPr lang="en-US" sz="800" dirty="0">
                <a:solidFill>
                  <a:schemeClr val="tx2"/>
                </a:solidFill>
                <a:latin typeface="Arial" pitchFamily="34" charset="0"/>
                <a:ea typeface="ＭＳ Ｐゴシック"/>
                <a:cs typeface="Arial" pitchFamily="34" charset="0"/>
              </a:rPr>
              <a:t>- </a:t>
            </a:r>
            <a:fld id="{F47D9766-21FB-48EB-955B-1DFC7B4C9F61}" type="slidenum">
              <a:rPr lang="en-US" sz="900" kern="120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pPr algn="ctr" eaLnBrk="0" hangingPunct="0">
                <a:buClr>
                  <a:srgbClr val="000000"/>
                </a:buClr>
                <a:buSzPct val="65000"/>
                <a:buFont typeface="Wingdings" pitchFamily="2" charset="2"/>
                <a:buNone/>
                <a:defRPr/>
              </a:pPr>
              <a:t>‹#›</a:t>
            </a:fld>
            <a:r>
              <a:rPr lang="en-US" sz="9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lang="en-US" sz="800" dirty="0">
                <a:solidFill>
                  <a:schemeClr val="tx2"/>
                </a:solidFill>
                <a:latin typeface="Arial" pitchFamily="34" charset="0"/>
                <a:ea typeface="ＭＳ Ｐゴシック"/>
                <a:cs typeface="Arial" pitchFamily="34" charset="0"/>
              </a:rPr>
              <a:t>-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381000" y="4937149"/>
            <a:ext cx="74676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260144" y="4937307"/>
            <a:ext cx="0" cy="1735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679678" y="4937307"/>
            <a:ext cx="0" cy="1735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4350"/>
            <a:ext cx="5600700" cy="27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7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A1E4"/>
        </a:buClr>
        <a:buFont typeface="Wingdings" pitchFamily="2" charset="2"/>
        <a:buChar char="Ø"/>
        <a:defRPr sz="1800" b="1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A1E4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A1E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5949"/>
            <a:ext cx="8229600" cy="5941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ctangle 20"/>
          <p:cNvSpPr txBox="1">
            <a:spLocks noChangeArrowheads="1"/>
          </p:cNvSpPr>
          <p:nvPr/>
        </p:nvSpPr>
        <p:spPr>
          <a:xfrm>
            <a:off x="285720" y="4948186"/>
            <a:ext cx="1219200" cy="171450"/>
          </a:xfrm>
          <a:prstGeom prst="rect">
            <a:avLst/>
          </a:prstGeom>
          <a:noFill/>
        </p:spPr>
        <p:txBody>
          <a:bodyPr/>
          <a:lstStyle/>
          <a:p>
            <a:pPr marL="0" algn="l" defTabSz="914400" rtl="0" eaLnBrk="1" latinLnBrk="0" hangingPunct="1">
              <a:defRPr/>
            </a:pPr>
            <a:fld id="{634B1AA2-1421-4123-B46B-C773544C4A12}" type="datetime4">
              <a:rPr lang="en-US" sz="800" kern="120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pPr marL="0" algn="l" defTabSz="914400" rtl="0" eaLnBrk="1" latinLnBrk="0" hangingPunct="1">
                <a:defRPr/>
              </a:pPr>
              <a:t>November 19, 2019</a:t>
            </a:fld>
            <a:endParaRPr lang="en-US" sz="800" kern="1200" dirty="0">
              <a:solidFill>
                <a:schemeClr val="bg1">
                  <a:lumMod val="50000"/>
                </a:schemeClr>
              </a:solidFill>
              <a:latin typeface="Candara" panose="020E0502030303020204" pitchFamily="34" charset="0"/>
              <a:ea typeface="+mn-ea"/>
              <a:cs typeface="+mn-cs"/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1271234" y="4948186"/>
            <a:ext cx="143180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algn="l" defTabSz="914400" rtl="0" eaLnBrk="1" latinLnBrk="0" hangingPunct="1">
              <a:defRPr/>
            </a:pPr>
            <a:r>
              <a:rPr lang="en-US" altLang="ja-JP" sz="8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t>Proprietary and Confidential 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gray">
          <a:xfrm>
            <a:off x="2750256" y="4939151"/>
            <a:ext cx="237244" cy="13849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prstShdw prst="shdw17" dist="17961" dir="2700000">
              <a:srgbClr val="DDDDDD">
                <a:gamma/>
                <a:shade val="60000"/>
                <a:invGamma/>
              </a:srgbClr>
            </a:prstShdw>
          </a:effectLst>
        </p:spPr>
        <p:txBody>
          <a:bodyPr wrap="none" lIns="0" tIns="0" rIns="0" bIns="0" anchor="b" anchorCtr="1">
            <a:spAutoFit/>
          </a:bodyPr>
          <a:lstStyle/>
          <a:p>
            <a:pPr algn="ctr" eaLnBrk="0" hangingPunct="0">
              <a:buClr>
                <a:srgbClr val="000000"/>
              </a:buClr>
              <a:buSzPct val="65000"/>
              <a:buFont typeface="Wingdings" pitchFamily="2" charset="2"/>
              <a:buNone/>
              <a:defRPr/>
            </a:pPr>
            <a:r>
              <a:rPr lang="en-US" sz="800" dirty="0">
                <a:solidFill>
                  <a:schemeClr val="tx2"/>
                </a:solidFill>
                <a:latin typeface="Arial" pitchFamily="34" charset="0"/>
                <a:ea typeface="ＭＳ Ｐゴシック"/>
                <a:cs typeface="Arial" pitchFamily="34" charset="0"/>
              </a:rPr>
              <a:t>- </a:t>
            </a:r>
            <a:fld id="{F47D9766-21FB-48EB-955B-1DFC7B4C9F61}" type="slidenum">
              <a:rPr lang="en-US" sz="900" kern="120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pPr algn="ctr" eaLnBrk="0" hangingPunct="0">
                <a:buClr>
                  <a:srgbClr val="000000"/>
                </a:buClr>
                <a:buSzPct val="65000"/>
                <a:buFont typeface="Wingdings" pitchFamily="2" charset="2"/>
                <a:buNone/>
                <a:defRPr/>
              </a:pPr>
              <a:t>‹#›</a:t>
            </a:fld>
            <a:r>
              <a:rPr lang="en-US" sz="900" kern="1200" dirty="0">
                <a:solidFill>
                  <a:schemeClr val="bg1">
                    <a:lumMod val="50000"/>
                  </a:schemeClr>
                </a:solidFill>
                <a:latin typeface="Candara" panose="020E0502030303020204" pitchFamily="34" charset="0"/>
                <a:ea typeface="+mn-ea"/>
                <a:cs typeface="+mn-cs"/>
              </a:rPr>
              <a:t> </a:t>
            </a:r>
            <a:r>
              <a:rPr lang="en-US" sz="800" dirty="0">
                <a:solidFill>
                  <a:schemeClr val="tx2"/>
                </a:solidFill>
                <a:latin typeface="Arial" pitchFamily="34" charset="0"/>
                <a:ea typeface="ＭＳ Ｐゴシック"/>
                <a:cs typeface="Arial" pitchFamily="34" charset="0"/>
              </a:rPr>
              <a:t>-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381000" y="4937149"/>
            <a:ext cx="74676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260144" y="4937307"/>
            <a:ext cx="0" cy="1735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2679678" y="4937307"/>
            <a:ext cx="0" cy="173566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4350"/>
            <a:ext cx="5600700" cy="27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77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A1E4"/>
        </a:buClr>
        <a:buFont typeface="Wingdings" pitchFamily="2" charset="2"/>
        <a:buChar char="Ø"/>
        <a:defRPr sz="1800" b="1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A1E4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A1E4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/>
          <p:cNvGraphicFramePr>
            <a:graphicFrameLocks noChangeAspect="1"/>
          </p:cNvGraphicFramePr>
          <p:nvPr>
            <p:custDataLst>
              <p:tags r:id="rId5"/>
            </p:custDataLst>
          </p:nvPr>
        </p:nvGraphicFramePr>
        <p:xfrm>
          <a:off x="0" y="0"/>
          <a:ext cx="146538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36" name="think-cell Slide" r:id="rId14" imgW="360" imgH="360" progId="">
                  <p:embed/>
                </p:oleObj>
              </mc:Choice>
              <mc:Fallback>
                <p:oleObj name="think-cell Slide" r:id="rId14" imgW="360" imgH="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46538" cy="11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" name="Rectangle 7"/>
          <p:cNvSpPr/>
          <p:nvPr>
            <p:custDataLst>
              <p:tags r:id="rId6"/>
            </p:custDataLst>
          </p:nvPr>
        </p:nvSpPr>
        <p:spPr bwMode="auto">
          <a:xfrm flipV="1">
            <a:off x="-1529" y="1258495"/>
            <a:ext cx="9145530" cy="3885005"/>
          </a:xfrm>
          <a:custGeom>
            <a:avLst/>
            <a:gdLst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0 w 10685085"/>
              <a:gd name="connsiteY3" fmla="*/ 684481 h 684481"/>
              <a:gd name="connsiteX4" fmla="*/ 0 w 10685085"/>
              <a:gd name="connsiteY4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525849 w 10685085"/>
              <a:gd name="connsiteY3" fmla="*/ 678410 h 684481"/>
              <a:gd name="connsiteX4" fmla="*/ 0 w 10685085"/>
              <a:gd name="connsiteY4" fmla="*/ 684481 h 684481"/>
              <a:gd name="connsiteX5" fmla="*/ 0 w 10685085"/>
              <a:gd name="connsiteY5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684481"/>
              <a:gd name="connsiteX1" fmla="*/ 10685085 w 10685085"/>
              <a:gd name="connsiteY1" fmla="*/ 0 h 684481"/>
              <a:gd name="connsiteX2" fmla="*/ 10685085 w 10685085"/>
              <a:gd name="connsiteY2" fmla="*/ 684481 h 684481"/>
              <a:gd name="connsiteX3" fmla="*/ 1063736 w 10685085"/>
              <a:gd name="connsiteY3" fmla="*/ 670939 h 684481"/>
              <a:gd name="connsiteX4" fmla="*/ 525849 w 10685085"/>
              <a:gd name="connsiteY4" fmla="*/ 678410 h 684481"/>
              <a:gd name="connsiteX5" fmla="*/ 0 w 10685085"/>
              <a:gd name="connsiteY5" fmla="*/ 684481 h 684481"/>
              <a:gd name="connsiteX6" fmla="*/ 0 w 10685085"/>
              <a:gd name="connsiteY6" fmla="*/ 0 h 684481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63736 w 10685085"/>
              <a:gd name="connsiteY3" fmla="*/ 670939 h 1022049"/>
              <a:gd name="connsiteX4" fmla="*/ 533320 w 10685085"/>
              <a:gd name="connsiteY4" fmla="*/ 1022049 h 1022049"/>
              <a:gd name="connsiteX5" fmla="*/ 0 w 10685085"/>
              <a:gd name="connsiteY5" fmla="*/ 684481 h 1022049"/>
              <a:gd name="connsiteX6" fmla="*/ 0 w 10685085"/>
              <a:gd name="connsiteY6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68448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063736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0 w 10685085"/>
              <a:gd name="connsiteY6" fmla="*/ 684481 h 1022049"/>
              <a:gd name="connsiteX7" fmla="*/ 0 w 10685085"/>
              <a:gd name="connsiteY7" fmla="*/ 0 h 1022049"/>
              <a:gd name="connsiteX0" fmla="*/ 0 w 10685085"/>
              <a:gd name="connsiteY0" fmla="*/ 0 h 1022049"/>
              <a:gd name="connsiteX1" fmla="*/ 10685085 w 10685085"/>
              <a:gd name="connsiteY1" fmla="*/ 0 h 1022049"/>
              <a:gd name="connsiteX2" fmla="*/ 10685085 w 10685085"/>
              <a:gd name="connsiteY2" fmla="*/ 303491 h 1022049"/>
              <a:gd name="connsiteX3" fmla="*/ 10222758 w 10685085"/>
              <a:gd name="connsiteY3" fmla="*/ 678410 h 1022049"/>
              <a:gd name="connsiteX4" fmla="*/ 1157465 w 10685085"/>
              <a:gd name="connsiteY4" fmla="*/ 670939 h 1022049"/>
              <a:gd name="connsiteX5" fmla="*/ 533320 w 10685085"/>
              <a:gd name="connsiteY5" fmla="*/ 1022049 h 1022049"/>
              <a:gd name="connsiteX6" fmla="*/ 23183 w 10685085"/>
              <a:gd name="connsiteY6" fmla="*/ 684481 h 1022049"/>
              <a:gd name="connsiteX7" fmla="*/ 0 w 10685085"/>
              <a:gd name="connsiteY7" fmla="*/ 0 h 1022049"/>
              <a:gd name="connsiteX0" fmla="*/ 0 w 10673494"/>
              <a:gd name="connsiteY0" fmla="*/ 5825 h 1022049"/>
              <a:gd name="connsiteX1" fmla="*/ 10673494 w 10673494"/>
              <a:gd name="connsiteY1" fmla="*/ 0 h 1022049"/>
              <a:gd name="connsiteX2" fmla="*/ 10673494 w 10673494"/>
              <a:gd name="connsiteY2" fmla="*/ 303491 h 1022049"/>
              <a:gd name="connsiteX3" fmla="*/ 10211167 w 10673494"/>
              <a:gd name="connsiteY3" fmla="*/ 678410 h 1022049"/>
              <a:gd name="connsiteX4" fmla="*/ 1145874 w 10673494"/>
              <a:gd name="connsiteY4" fmla="*/ 670939 h 1022049"/>
              <a:gd name="connsiteX5" fmla="*/ 521729 w 10673494"/>
              <a:gd name="connsiteY5" fmla="*/ 1022049 h 1022049"/>
              <a:gd name="connsiteX6" fmla="*/ 11592 w 10673494"/>
              <a:gd name="connsiteY6" fmla="*/ 684481 h 1022049"/>
              <a:gd name="connsiteX7" fmla="*/ 0 w 10673494"/>
              <a:gd name="connsiteY7" fmla="*/ 5825 h 1022049"/>
              <a:gd name="connsiteX0" fmla="*/ 0 w 10673494"/>
              <a:gd name="connsiteY0" fmla="*/ 0 h 1045351"/>
              <a:gd name="connsiteX1" fmla="*/ 10673494 w 10673494"/>
              <a:gd name="connsiteY1" fmla="*/ 23302 h 1045351"/>
              <a:gd name="connsiteX2" fmla="*/ 10673494 w 10673494"/>
              <a:gd name="connsiteY2" fmla="*/ 326793 h 1045351"/>
              <a:gd name="connsiteX3" fmla="*/ 10211167 w 10673494"/>
              <a:gd name="connsiteY3" fmla="*/ 701712 h 1045351"/>
              <a:gd name="connsiteX4" fmla="*/ 1145874 w 10673494"/>
              <a:gd name="connsiteY4" fmla="*/ 694241 h 1045351"/>
              <a:gd name="connsiteX5" fmla="*/ 521729 w 10673494"/>
              <a:gd name="connsiteY5" fmla="*/ 1045351 h 1045351"/>
              <a:gd name="connsiteX6" fmla="*/ 11592 w 10673494"/>
              <a:gd name="connsiteY6" fmla="*/ 707783 h 1045351"/>
              <a:gd name="connsiteX7" fmla="*/ 0 w 10673494"/>
              <a:gd name="connsiteY7" fmla="*/ 0 h 1045351"/>
              <a:gd name="connsiteX0" fmla="*/ 0 w 10667698"/>
              <a:gd name="connsiteY0" fmla="*/ 0 h 1027875"/>
              <a:gd name="connsiteX1" fmla="*/ 10667698 w 10667698"/>
              <a:gd name="connsiteY1" fmla="*/ 5826 h 1027875"/>
              <a:gd name="connsiteX2" fmla="*/ 10667698 w 10667698"/>
              <a:gd name="connsiteY2" fmla="*/ 309317 h 1027875"/>
              <a:gd name="connsiteX3" fmla="*/ 10205371 w 10667698"/>
              <a:gd name="connsiteY3" fmla="*/ 684236 h 1027875"/>
              <a:gd name="connsiteX4" fmla="*/ 1140078 w 10667698"/>
              <a:gd name="connsiteY4" fmla="*/ 676765 h 1027875"/>
              <a:gd name="connsiteX5" fmla="*/ 515933 w 10667698"/>
              <a:gd name="connsiteY5" fmla="*/ 1027875 h 1027875"/>
              <a:gd name="connsiteX6" fmla="*/ 5796 w 10667698"/>
              <a:gd name="connsiteY6" fmla="*/ 690307 h 1027875"/>
              <a:gd name="connsiteX7" fmla="*/ 0 w 10667698"/>
              <a:gd name="connsiteY7" fmla="*/ 0 h 1027875"/>
              <a:gd name="connsiteX0" fmla="*/ 5796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5796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10137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4282 w 10661902"/>
              <a:gd name="connsiteY4" fmla="*/ 6767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37441 w 10661902"/>
              <a:gd name="connsiteY4" fmla="*/ 689465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3758 w 10661902"/>
              <a:gd name="connsiteY4" fmla="*/ 62914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1 w 10661902"/>
              <a:gd name="connsiteY0" fmla="*/ 0 h 1027875"/>
              <a:gd name="connsiteX1" fmla="*/ 10661902 w 10661902"/>
              <a:gd name="connsiteY1" fmla="*/ 5826 h 1027875"/>
              <a:gd name="connsiteX2" fmla="*/ 10661902 w 10661902"/>
              <a:gd name="connsiteY2" fmla="*/ 309317 h 1027875"/>
              <a:gd name="connsiteX3" fmla="*/ 10199575 w 10661902"/>
              <a:gd name="connsiteY3" fmla="*/ 684236 h 1027875"/>
              <a:gd name="connsiteX4" fmla="*/ 1140599 w 10661902"/>
              <a:gd name="connsiteY4" fmla="*/ 686290 h 1027875"/>
              <a:gd name="connsiteX5" fmla="*/ 560676 w 10661902"/>
              <a:gd name="connsiteY5" fmla="*/ 1027875 h 1027875"/>
              <a:gd name="connsiteX6" fmla="*/ 0 w 10661902"/>
              <a:gd name="connsiteY6" fmla="*/ 690307 h 1027875"/>
              <a:gd name="connsiteX7" fmla="*/ 1 w 10661902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74432 h 1027875"/>
              <a:gd name="connsiteX7" fmla="*/ 0 w 10661901"/>
              <a:gd name="connsiteY7" fmla="*/ 0 h 1027875"/>
              <a:gd name="connsiteX0" fmla="*/ 0 w 10661901"/>
              <a:gd name="connsiteY0" fmla="*/ 0 h 1027875"/>
              <a:gd name="connsiteX1" fmla="*/ 10661901 w 10661901"/>
              <a:gd name="connsiteY1" fmla="*/ 5826 h 1027875"/>
              <a:gd name="connsiteX2" fmla="*/ 10661901 w 10661901"/>
              <a:gd name="connsiteY2" fmla="*/ 309317 h 1027875"/>
              <a:gd name="connsiteX3" fmla="*/ 10199574 w 10661901"/>
              <a:gd name="connsiteY3" fmla="*/ 684236 h 1027875"/>
              <a:gd name="connsiteX4" fmla="*/ 1140598 w 10661901"/>
              <a:gd name="connsiteY4" fmla="*/ 686290 h 1027875"/>
              <a:gd name="connsiteX5" fmla="*/ 560675 w 10661901"/>
              <a:gd name="connsiteY5" fmla="*/ 1027875 h 1027875"/>
              <a:gd name="connsiteX6" fmla="*/ 3158 w 10661901"/>
              <a:gd name="connsiteY6" fmla="*/ 683957 h 1027875"/>
              <a:gd name="connsiteX7" fmla="*/ 0 w 10661901"/>
              <a:gd name="connsiteY7" fmla="*/ 0 h 1027875"/>
              <a:gd name="connsiteX0" fmla="*/ 0 w 10710088"/>
              <a:gd name="connsiteY0" fmla="*/ 0 h 1027875"/>
              <a:gd name="connsiteX1" fmla="*/ 10661901 w 10710088"/>
              <a:gd name="connsiteY1" fmla="*/ 5826 h 1027875"/>
              <a:gd name="connsiteX2" fmla="*/ 10661901 w 10710088"/>
              <a:gd name="connsiteY2" fmla="*/ 309317 h 1027875"/>
              <a:gd name="connsiteX3" fmla="*/ 10668871 w 10710088"/>
              <a:gd name="connsiteY3" fmla="*/ 684236 h 1027875"/>
              <a:gd name="connsiteX4" fmla="*/ 1140598 w 10710088"/>
              <a:gd name="connsiteY4" fmla="*/ 686290 h 1027875"/>
              <a:gd name="connsiteX5" fmla="*/ 560675 w 10710088"/>
              <a:gd name="connsiteY5" fmla="*/ 1027875 h 1027875"/>
              <a:gd name="connsiteX6" fmla="*/ 3158 w 10710088"/>
              <a:gd name="connsiteY6" fmla="*/ 683957 h 1027875"/>
              <a:gd name="connsiteX7" fmla="*/ 0 w 10710088"/>
              <a:gd name="connsiteY7" fmla="*/ 0 h 1027875"/>
              <a:gd name="connsiteX0" fmla="*/ 0 w 10668871"/>
              <a:gd name="connsiteY0" fmla="*/ 0 h 1027875"/>
              <a:gd name="connsiteX1" fmla="*/ 10661901 w 10668871"/>
              <a:gd name="connsiteY1" fmla="*/ 5826 h 1027875"/>
              <a:gd name="connsiteX2" fmla="*/ 10668871 w 10668871"/>
              <a:gd name="connsiteY2" fmla="*/ 684236 h 1027875"/>
              <a:gd name="connsiteX3" fmla="*/ 1140598 w 10668871"/>
              <a:gd name="connsiteY3" fmla="*/ 686290 h 1027875"/>
              <a:gd name="connsiteX4" fmla="*/ 560675 w 10668871"/>
              <a:gd name="connsiteY4" fmla="*/ 1027875 h 1027875"/>
              <a:gd name="connsiteX5" fmla="*/ 3158 w 10668871"/>
              <a:gd name="connsiteY5" fmla="*/ 683957 h 1027875"/>
              <a:gd name="connsiteX6" fmla="*/ 0 w 10668871"/>
              <a:gd name="connsiteY6" fmla="*/ 0 h 1027875"/>
              <a:gd name="connsiteX0" fmla="*/ 0 w 10662015"/>
              <a:gd name="connsiteY0" fmla="*/ 0 h 1027875"/>
              <a:gd name="connsiteX1" fmla="*/ 10661901 w 10662015"/>
              <a:gd name="connsiteY1" fmla="*/ 5826 h 1027875"/>
              <a:gd name="connsiteX2" fmla="*/ 10632772 w 10662015"/>
              <a:gd name="connsiteY2" fmla="*/ 684236 h 1027875"/>
              <a:gd name="connsiteX3" fmla="*/ 1140598 w 10662015"/>
              <a:gd name="connsiteY3" fmla="*/ 686290 h 1027875"/>
              <a:gd name="connsiteX4" fmla="*/ 560675 w 10662015"/>
              <a:gd name="connsiteY4" fmla="*/ 1027875 h 1027875"/>
              <a:gd name="connsiteX5" fmla="*/ 3158 w 10662015"/>
              <a:gd name="connsiteY5" fmla="*/ 683957 h 1027875"/>
              <a:gd name="connsiteX6" fmla="*/ 0 w 10662015"/>
              <a:gd name="connsiteY6" fmla="*/ 0 h 1027875"/>
              <a:gd name="connsiteX0" fmla="*/ 0 w 10632772"/>
              <a:gd name="connsiteY0" fmla="*/ 0 h 1027875"/>
              <a:gd name="connsiteX1" fmla="*/ 10616776 w 10632772"/>
              <a:gd name="connsiteY1" fmla="*/ 559150 h 1027875"/>
              <a:gd name="connsiteX2" fmla="*/ 10632772 w 10632772"/>
              <a:gd name="connsiteY2" fmla="*/ 684236 h 1027875"/>
              <a:gd name="connsiteX3" fmla="*/ 1140598 w 10632772"/>
              <a:gd name="connsiteY3" fmla="*/ 686290 h 1027875"/>
              <a:gd name="connsiteX4" fmla="*/ 560675 w 10632772"/>
              <a:gd name="connsiteY4" fmla="*/ 1027875 h 1027875"/>
              <a:gd name="connsiteX5" fmla="*/ 3158 w 10632772"/>
              <a:gd name="connsiteY5" fmla="*/ 683957 h 1027875"/>
              <a:gd name="connsiteX6" fmla="*/ 0 w 10632772"/>
              <a:gd name="connsiteY6" fmla="*/ 0 h 1027875"/>
              <a:gd name="connsiteX0" fmla="*/ 5867 w 10629614"/>
              <a:gd name="connsiteY0" fmla="*/ 12316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5867 w 10629614"/>
              <a:gd name="connsiteY6" fmla="*/ 12316 h 468725"/>
              <a:gd name="connsiteX0" fmla="*/ 0 w 10636382"/>
              <a:gd name="connsiteY0" fmla="*/ 12316 h 468725"/>
              <a:gd name="connsiteX1" fmla="*/ 10620386 w 10636382"/>
              <a:gd name="connsiteY1" fmla="*/ 0 h 468725"/>
              <a:gd name="connsiteX2" fmla="*/ 10636382 w 10636382"/>
              <a:gd name="connsiteY2" fmla="*/ 125086 h 468725"/>
              <a:gd name="connsiteX3" fmla="*/ 1144208 w 10636382"/>
              <a:gd name="connsiteY3" fmla="*/ 127140 h 468725"/>
              <a:gd name="connsiteX4" fmla="*/ 564285 w 10636382"/>
              <a:gd name="connsiteY4" fmla="*/ 468725 h 468725"/>
              <a:gd name="connsiteX5" fmla="*/ 6768 w 10636382"/>
              <a:gd name="connsiteY5" fmla="*/ 124807 h 468725"/>
              <a:gd name="connsiteX6" fmla="*/ 0 w 10636382"/>
              <a:gd name="connsiteY6" fmla="*/ 12316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239608 w 10629614"/>
              <a:gd name="connsiteY0" fmla="*/ 21841 h 468725"/>
              <a:gd name="connsiteX1" fmla="*/ 10613618 w 10629614"/>
              <a:gd name="connsiteY1" fmla="*/ 0 h 468725"/>
              <a:gd name="connsiteX2" fmla="*/ 10629614 w 10629614"/>
              <a:gd name="connsiteY2" fmla="*/ 125086 h 468725"/>
              <a:gd name="connsiteX3" fmla="*/ 1137440 w 10629614"/>
              <a:gd name="connsiteY3" fmla="*/ 127140 h 468725"/>
              <a:gd name="connsiteX4" fmla="*/ 557517 w 10629614"/>
              <a:gd name="connsiteY4" fmla="*/ 468725 h 468725"/>
              <a:gd name="connsiteX5" fmla="*/ 0 w 10629614"/>
              <a:gd name="connsiteY5" fmla="*/ 124807 h 468725"/>
              <a:gd name="connsiteX6" fmla="*/ 239608 w 10629614"/>
              <a:gd name="connsiteY6" fmla="*/ 2184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065"/>
              <a:gd name="connsiteY0" fmla="*/ 2791 h 468725"/>
              <a:gd name="connsiteX1" fmla="*/ 10614069 w 10630065"/>
              <a:gd name="connsiteY1" fmla="*/ 0 h 468725"/>
              <a:gd name="connsiteX2" fmla="*/ 10630065 w 10630065"/>
              <a:gd name="connsiteY2" fmla="*/ 125086 h 468725"/>
              <a:gd name="connsiteX3" fmla="*/ 1137891 w 10630065"/>
              <a:gd name="connsiteY3" fmla="*/ 127140 h 468725"/>
              <a:gd name="connsiteX4" fmla="*/ 557968 w 10630065"/>
              <a:gd name="connsiteY4" fmla="*/ 468725 h 468725"/>
              <a:gd name="connsiteX5" fmla="*/ 451 w 10630065"/>
              <a:gd name="connsiteY5" fmla="*/ 124807 h 468725"/>
              <a:gd name="connsiteX6" fmla="*/ 0 w 10630065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451 w 10630556"/>
              <a:gd name="connsiteY5" fmla="*/ 124807 h 468725"/>
              <a:gd name="connsiteX6" fmla="*/ 0 w 10630556"/>
              <a:gd name="connsiteY6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0 w 10630556"/>
              <a:gd name="connsiteY0" fmla="*/ 2791 h 468725"/>
              <a:gd name="connsiteX1" fmla="*/ 10629862 w 10630556"/>
              <a:gd name="connsiteY1" fmla="*/ 0 h 468725"/>
              <a:gd name="connsiteX2" fmla="*/ 10630065 w 10630556"/>
              <a:gd name="connsiteY2" fmla="*/ 125086 h 468725"/>
              <a:gd name="connsiteX3" fmla="*/ 1137891 w 10630556"/>
              <a:gd name="connsiteY3" fmla="*/ 127140 h 468725"/>
              <a:gd name="connsiteX4" fmla="*/ 557968 w 10630556"/>
              <a:gd name="connsiteY4" fmla="*/ 468725 h 468725"/>
              <a:gd name="connsiteX5" fmla="*/ 75946 w 10630556"/>
              <a:gd name="connsiteY5" fmla="*/ 125867 h 468725"/>
              <a:gd name="connsiteX6" fmla="*/ 451 w 10630556"/>
              <a:gd name="connsiteY6" fmla="*/ 124807 h 468725"/>
              <a:gd name="connsiteX7" fmla="*/ 0 w 10630556"/>
              <a:gd name="connsiteY7" fmla="*/ 2791 h 468725"/>
              <a:gd name="connsiteX0" fmla="*/ 782750 w 11413306"/>
              <a:gd name="connsiteY0" fmla="*/ 2791 h 468725"/>
              <a:gd name="connsiteX1" fmla="*/ 11412612 w 11413306"/>
              <a:gd name="connsiteY1" fmla="*/ 0 h 468725"/>
              <a:gd name="connsiteX2" fmla="*/ 11412815 w 11413306"/>
              <a:gd name="connsiteY2" fmla="*/ 125086 h 468725"/>
              <a:gd name="connsiteX3" fmla="*/ 1920641 w 11413306"/>
              <a:gd name="connsiteY3" fmla="*/ 127140 h 468725"/>
              <a:gd name="connsiteX4" fmla="*/ 1340718 w 11413306"/>
              <a:gd name="connsiteY4" fmla="*/ 468725 h 468725"/>
              <a:gd name="connsiteX5" fmla="*/ 858696 w 11413306"/>
              <a:gd name="connsiteY5" fmla="*/ 125867 h 468725"/>
              <a:gd name="connsiteX6" fmla="*/ 782750 w 11413306"/>
              <a:gd name="connsiteY6" fmla="*/ 2791 h 468725"/>
              <a:gd name="connsiteX0" fmla="*/ 802813 w 11357561"/>
              <a:gd name="connsiteY0" fmla="*/ 2791 h 468725"/>
              <a:gd name="connsiteX1" fmla="*/ 11356867 w 11357561"/>
              <a:gd name="connsiteY1" fmla="*/ 0 h 468725"/>
              <a:gd name="connsiteX2" fmla="*/ 11357070 w 11357561"/>
              <a:gd name="connsiteY2" fmla="*/ 125086 h 468725"/>
              <a:gd name="connsiteX3" fmla="*/ 1864896 w 11357561"/>
              <a:gd name="connsiteY3" fmla="*/ 127140 h 468725"/>
              <a:gd name="connsiteX4" fmla="*/ 1284973 w 11357561"/>
              <a:gd name="connsiteY4" fmla="*/ 468725 h 468725"/>
              <a:gd name="connsiteX5" fmla="*/ 802951 w 11357561"/>
              <a:gd name="connsiteY5" fmla="*/ 125867 h 468725"/>
              <a:gd name="connsiteX6" fmla="*/ 802813 w 11357561"/>
              <a:gd name="connsiteY6" fmla="*/ 2791 h 468725"/>
              <a:gd name="connsiteX0" fmla="*/ 341552 w 10896300"/>
              <a:gd name="connsiteY0" fmla="*/ 2791 h 468725"/>
              <a:gd name="connsiteX1" fmla="*/ 10895606 w 10896300"/>
              <a:gd name="connsiteY1" fmla="*/ 0 h 468725"/>
              <a:gd name="connsiteX2" fmla="*/ 10895809 w 10896300"/>
              <a:gd name="connsiteY2" fmla="*/ 125086 h 468725"/>
              <a:gd name="connsiteX3" fmla="*/ 1403635 w 10896300"/>
              <a:gd name="connsiteY3" fmla="*/ 127140 h 468725"/>
              <a:gd name="connsiteX4" fmla="*/ 823712 w 10896300"/>
              <a:gd name="connsiteY4" fmla="*/ 468725 h 468725"/>
              <a:gd name="connsiteX5" fmla="*/ 341690 w 10896300"/>
              <a:gd name="connsiteY5" fmla="*/ 125867 h 468725"/>
              <a:gd name="connsiteX6" fmla="*/ 341552 w 10896300"/>
              <a:gd name="connsiteY6" fmla="*/ 2791 h 468725"/>
              <a:gd name="connsiteX0" fmla="*/ 41143 w 10595891"/>
              <a:gd name="connsiteY0" fmla="*/ 2791 h 468725"/>
              <a:gd name="connsiteX1" fmla="*/ 10595197 w 10595891"/>
              <a:gd name="connsiteY1" fmla="*/ 0 h 468725"/>
              <a:gd name="connsiteX2" fmla="*/ 10595400 w 10595891"/>
              <a:gd name="connsiteY2" fmla="*/ 125086 h 468725"/>
              <a:gd name="connsiteX3" fmla="*/ 1103226 w 10595891"/>
              <a:gd name="connsiteY3" fmla="*/ 127140 h 468725"/>
              <a:gd name="connsiteX4" fmla="*/ 523303 w 10595891"/>
              <a:gd name="connsiteY4" fmla="*/ 468725 h 468725"/>
              <a:gd name="connsiteX5" fmla="*/ 41281 w 10595891"/>
              <a:gd name="connsiteY5" fmla="*/ 125867 h 468725"/>
              <a:gd name="connsiteX6" fmla="*/ 41143 w 1059589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25867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2791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2791 h 468725"/>
              <a:gd name="connsiteX0" fmla="*/ 433 w 10555181"/>
              <a:gd name="connsiteY0" fmla="*/ 44066 h 468725"/>
              <a:gd name="connsiteX1" fmla="*/ 10554487 w 10555181"/>
              <a:gd name="connsiteY1" fmla="*/ 0 h 468725"/>
              <a:gd name="connsiteX2" fmla="*/ 10554690 w 10555181"/>
              <a:gd name="connsiteY2" fmla="*/ 125086 h 468725"/>
              <a:gd name="connsiteX3" fmla="*/ 1062516 w 10555181"/>
              <a:gd name="connsiteY3" fmla="*/ 127140 h 468725"/>
              <a:gd name="connsiteX4" fmla="*/ 482593 w 10555181"/>
              <a:gd name="connsiteY4" fmla="*/ 468725 h 468725"/>
              <a:gd name="connsiteX5" fmla="*/ 571 w 10555181"/>
              <a:gd name="connsiteY5" fmla="*/ 139671 h 468725"/>
              <a:gd name="connsiteX6" fmla="*/ 433 w 10555181"/>
              <a:gd name="connsiteY6" fmla="*/ 44066 h 468725"/>
              <a:gd name="connsiteX0" fmla="*/ 433 w 10554690"/>
              <a:gd name="connsiteY0" fmla="*/ 5966 h 430625"/>
              <a:gd name="connsiteX1" fmla="*/ 10551351 w 10554690"/>
              <a:gd name="connsiteY1" fmla="*/ 0 h 430625"/>
              <a:gd name="connsiteX2" fmla="*/ 10554690 w 10554690"/>
              <a:gd name="connsiteY2" fmla="*/ 86986 h 430625"/>
              <a:gd name="connsiteX3" fmla="*/ 1062516 w 10554690"/>
              <a:gd name="connsiteY3" fmla="*/ 89040 h 430625"/>
              <a:gd name="connsiteX4" fmla="*/ 482593 w 10554690"/>
              <a:gd name="connsiteY4" fmla="*/ 430625 h 430625"/>
              <a:gd name="connsiteX5" fmla="*/ 571 w 10554690"/>
              <a:gd name="connsiteY5" fmla="*/ 101571 h 430625"/>
              <a:gd name="connsiteX6" fmla="*/ 433 w 10554690"/>
              <a:gd name="connsiteY6" fmla="*/ 5966 h 430625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62516 w 10554690"/>
              <a:gd name="connsiteY3" fmla="*/ 89040 h 427450"/>
              <a:gd name="connsiteX4" fmla="*/ 482593 w 10554690"/>
              <a:gd name="connsiteY4" fmla="*/ 427450 h 427450"/>
              <a:gd name="connsiteX5" fmla="*/ 571 w 10554690"/>
              <a:gd name="connsiteY5" fmla="*/ 101571 h 427450"/>
              <a:gd name="connsiteX6" fmla="*/ 433 w 10554690"/>
              <a:gd name="connsiteY6" fmla="*/ 5966 h 427450"/>
              <a:gd name="connsiteX0" fmla="*/ 433 w 10554690"/>
              <a:gd name="connsiteY0" fmla="*/ 5966 h 427450"/>
              <a:gd name="connsiteX1" fmla="*/ 10551351 w 10554690"/>
              <a:gd name="connsiteY1" fmla="*/ 0 h 427450"/>
              <a:gd name="connsiteX2" fmla="*/ 10554690 w 10554690"/>
              <a:gd name="connsiteY2" fmla="*/ 86986 h 427450"/>
              <a:gd name="connsiteX3" fmla="*/ 10274940 w 10554690"/>
              <a:gd name="connsiteY3" fmla="*/ 87717 h 427450"/>
              <a:gd name="connsiteX4" fmla="*/ 1062516 w 10554690"/>
              <a:gd name="connsiteY4" fmla="*/ 89040 h 427450"/>
              <a:gd name="connsiteX5" fmla="*/ 482593 w 10554690"/>
              <a:gd name="connsiteY5" fmla="*/ 427450 h 427450"/>
              <a:gd name="connsiteX6" fmla="*/ 571 w 10554690"/>
              <a:gd name="connsiteY6" fmla="*/ 101571 h 427450"/>
              <a:gd name="connsiteX7" fmla="*/ 433 w 10554690"/>
              <a:gd name="connsiteY7" fmla="*/ 5966 h 427450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75754 h 497238"/>
              <a:gd name="connsiteX1" fmla="*/ 10551351 w 10554691"/>
              <a:gd name="connsiteY1" fmla="*/ 69788 h 497238"/>
              <a:gd name="connsiteX2" fmla="*/ 10554691 w 10554691"/>
              <a:gd name="connsiteY2" fmla="*/ 64699 h 497238"/>
              <a:gd name="connsiteX3" fmla="*/ 10274940 w 10554691"/>
              <a:gd name="connsiteY3" fmla="*/ 157505 h 497238"/>
              <a:gd name="connsiteX4" fmla="*/ 1062516 w 10554691"/>
              <a:gd name="connsiteY4" fmla="*/ 158828 h 497238"/>
              <a:gd name="connsiteX5" fmla="*/ 482593 w 10554691"/>
              <a:gd name="connsiteY5" fmla="*/ 497238 h 497238"/>
              <a:gd name="connsiteX6" fmla="*/ 571 w 10554691"/>
              <a:gd name="connsiteY6" fmla="*/ 171359 h 497238"/>
              <a:gd name="connsiteX7" fmla="*/ 433 w 10554691"/>
              <a:gd name="connsiteY7" fmla="*/ 75754 h 497238"/>
              <a:gd name="connsiteX0" fmla="*/ 433 w 10554691"/>
              <a:gd name="connsiteY0" fmla="*/ 60438 h 481922"/>
              <a:gd name="connsiteX1" fmla="*/ 10551351 w 10554691"/>
              <a:gd name="connsiteY1" fmla="*/ 54472 h 481922"/>
              <a:gd name="connsiteX2" fmla="*/ 10554691 w 10554691"/>
              <a:gd name="connsiteY2" fmla="*/ 49383 h 481922"/>
              <a:gd name="connsiteX3" fmla="*/ 10274940 w 10554691"/>
              <a:gd name="connsiteY3" fmla="*/ 142189 h 481922"/>
              <a:gd name="connsiteX4" fmla="*/ 1062516 w 10554691"/>
              <a:gd name="connsiteY4" fmla="*/ 143512 h 481922"/>
              <a:gd name="connsiteX5" fmla="*/ 482593 w 10554691"/>
              <a:gd name="connsiteY5" fmla="*/ 481922 h 481922"/>
              <a:gd name="connsiteX6" fmla="*/ 571 w 10554691"/>
              <a:gd name="connsiteY6" fmla="*/ 156043 h 481922"/>
              <a:gd name="connsiteX7" fmla="*/ 433 w 10554691"/>
              <a:gd name="connsiteY7" fmla="*/ 60438 h 481922"/>
              <a:gd name="connsiteX0" fmla="*/ 433 w 11661532"/>
              <a:gd name="connsiteY0" fmla="*/ 5966 h 427450"/>
              <a:gd name="connsiteX1" fmla="*/ 10551351 w 11661532"/>
              <a:gd name="connsiteY1" fmla="*/ 0 h 427450"/>
              <a:gd name="connsiteX2" fmla="*/ 10274940 w 11661532"/>
              <a:gd name="connsiteY2" fmla="*/ 87717 h 427450"/>
              <a:gd name="connsiteX3" fmla="*/ 1062516 w 11661532"/>
              <a:gd name="connsiteY3" fmla="*/ 89040 h 427450"/>
              <a:gd name="connsiteX4" fmla="*/ 482593 w 11661532"/>
              <a:gd name="connsiteY4" fmla="*/ 427450 h 427450"/>
              <a:gd name="connsiteX5" fmla="*/ 571 w 11661532"/>
              <a:gd name="connsiteY5" fmla="*/ 101571 h 427450"/>
              <a:gd name="connsiteX6" fmla="*/ 433 w 11661532"/>
              <a:gd name="connsiteY6" fmla="*/ 5966 h 427450"/>
              <a:gd name="connsiteX0" fmla="*/ 433 w 11071037"/>
              <a:gd name="connsiteY0" fmla="*/ 6015 h 427499"/>
              <a:gd name="connsiteX1" fmla="*/ 10551351 w 11071037"/>
              <a:gd name="connsiteY1" fmla="*/ 49 h 427499"/>
              <a:gd name="connsiteX2" fmla="*/ 10274940 w 11071037"/>
              <a:gd name="connsiteY2" fmla="*/ 87766 h 427499"/>
              <a:gd name="connsiteX3" fmla="*/ 1062516 w 11071037"/>
              <a:gd name="connsiteY3" fmla="*/ 89089 h 427499"/>
              <a:gd name="connsiteX4" fmla="*/ 482593 w 11071037"/>
              <a:gd name="connsiteY4" fmla="*/ 427499 h 427499"/>
              <a:gd name="connsiteX5" fmla="*/ 571 w 11071037"/>
              <a:gd name="connsiteY5" fmla="*/ 101620 h 427499"/>
              <a:gd name="connsiteX6" fmla="*/ 433 w 11071037"/>
              <a:gd name="connsiteY6" fmla="*/ 6015 h 427499"/>
              <a:gd name="connsiteX0" fmla="*/ 433 w 11057538"/>
              <a:gd name="connsiteY0" fmla="*/ 5966 h 427450"/>
              <a:gd name="connsiteX1" fmla="*/ 10551351 w 11057538"/>
              <a:gd name="connsiteY1" fmla="*/ 0 h 427450"/>
              <a:gd name="connsiteX2" fmla="*/ 10274940 w 11057538"/>
              <a:gd name="connsiteY2" fmla="*/ 87717 h 427450"/>
              <a:gd name="connsiteX3" fmla="*/ 1062516 w 11057538"/>
              <a:gd name="connsiteY3" fmla="*/ 89040 h 427450"/>
              <a:gd name="connsiteX4" fmla="*/ 482593 w 11057538"/>
              <a:gd name="connsiteY4" fmla="*/ 427450 h 427450"/>
              <a:gd name="connsiteX5" fmla="*/ 571 w 11057538"/>
              <a:gd name="connsiteY5" fmla="*/ 101571 h 427450"/>
              <a:gd name="connsiteX6" fmla="*/ 433 w 11057538"/>
              <a:gd name="connsiteY6" fmla="*/ 5966 h 427450"/>
              <a:gd name="connsiteX0" fmla="*/ 433 w 10551351"/>
              <a:gd name="connsiteY0" fmla="*/ 5966 h 427450"/>
              <a:gd name="connsiteX1" fmla="*/ 10551351 w 10551351"/>
              <a:gd name="connsiteY1" fmla="*/ 0 h 427450"/>
              <a:gd name="connsiteX2" fmla="*/ 10274940 w 10551351"/>
              <a:gd name="connsiteY2" fmla="*/ 87717 h 427450"/>
              <a:gd name="connsiteX3" fmla="*/ 1062516 w 10551351"/>
              <a:gd name="connsiteY3" fmla="*/ 89040 h 427450"/>
              <a:gd name="connsiteX4" fmla="*/ 482593 w 10551351"/>
              <a:gd name="connsiteY4" fmla="*/ 427450 h 427450"/>
              <a:gd name="connsiteX5" fmla="*/ 571 w 10551351"/>
              <a:gd name="connsiteY5" fmla="*/ 101571 h 427450"/>
              <a:gd name="connsiteX6" fmla="*/ 433 w 10551351"/>
              <a:gd name="connsiteY6" fmla="*/ 5966 h 427450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433 w 10551351"/>
              <a:gd name="connsiteY0" fmla="*/ 5966 h 341725"/>
              <a:gd name="connsiteX1" fmla="*/ 10551351 w 10551351"/>
              <a:gd name="connsiteY1" fmla="*/ 0 h 341725"/>
              <a:gd name="connsiteX2" fmla="*/ 10274940 w 10551351"/>
              <a:gd name="connsiteY2" fmla="*/ 87717 h 341725"/>
              <a:gd name="connsiteX3" fmla="*/ 1062516 w 10551351"/>
              <a:gd name="connsiteY3" fmla="*/ 89040 h 341725"/>
              <a:gd name="connsiteX4" fmla="*/ 482593 w 10551351"/>
              <a:gd name="connsiteY4" fmla="*/ 341725 h 341725"/>
              <a:gd name="connsiteX5" fmla="*/ 571 w 10551351"/>
              <a:gd name="connsiteY5" fmla="*/ 101571 h 341725"/>
              <a:gd name="connsiteX6" fmla="*/ 433 w 10551351"/>
              <a:gd name="connsiteY6" fmla="*/ 5966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0 w 11177990"/>
              <a:gd name="connsiteY6" fmla="*/ 2791 h 341725"/>
              <a:gd name="connsiteX0" fmla="*/ 780014 w 11958004"/>
              <a:gd name="connsiteY0" fmla="*/ 2791 h 341725"/>
              <a:gd name="connsiteX1" fmla="*/ 11958004 w 11958004"/>
              <a:gd name="connsiteY1" fmla="*/ 0 h 341725"/>
              <a:gd name="connsiteX2" fmla="*/ 11681593 w 11958004"/>
              <a:gd name="connsiteY2" fmla="*/ 87717 h 341725"/>
              <a:gd name="connsiteX3" fmla="*/ 2469169 w 11958004"/>
              <a:gd name="connsiteY3" fmla="*/ 89040 h 341725"/>
              <a:gd name="connsiteX4" fmla="*/ 1889246 w 11958004"/>
              <a:gd name="connsiteY4" fmla="*/ 341725 h 341725"/>
              <a:gd name="connsiteX5" fmla="*/ 1407224 w 11958004"/>
              <a:gd name="connsiteY5" fmla="*/ 101571 h 341725"/>
              <a:gd name="connsiteX6" fmla="*/ 998158 w 11958004"/>
              <a:gd name="connsiteY6" fmla="*/ 40093 h 341725"/>
              <a:gd name="connsiteX7" fmla="*/ 780014 w 11958004"/>
              <a:gd name="connsiteY7" fmla="*/ 2791 h 341725"/>
              <a:gd name="connsiteX0" fmla="*/ 758495 w 11936485"/>
              <a:gd name="connsiteY0" fmla="*/ 2791 h 341725"/>
              <a:gd name="connsiteX1" fmla="*/ 11936485 w 11936485"/>
              <a:gd name="connsiteY1" fmla="*/ 0 h 341725"/>
              <a:gd name="connsiteX2" fmla="*/ 11660074 w 11936485"/>
              <a:gd name="connsiteY2" fmla="*/ 87717 h 341725"/>
              <a:gd name="connsiteX3" fmla="*/ 2447650 w 11936485"/>
              <a:gd name="connsiteY3" fmla="*/ 89040 h 341725"/>
              <a:gd name="connsiteX4" fmla="*/ 1867727 w 11936485"/>
              <a:gd name="connsiteY4" fmla="*/ 341725 h 341725"/>
              <a:gd name="connsiteX5" fmla="*/ 1385705 w 11936485"/>
              <a:gd name="connsiteY5" fmla="*/ 101571 h 341725"/>
              <a:gd name="connsiteX6" fmla="*/ 976639 w 11936485"/>
              <a:gd name="connsiteY6" fmla="*/ 40093 h 341725"/>
              <a:gd name="connsiteX7" fmla="*/ 758495 w 11936485"/>
              <a:gd name="connsiteY7" fmla="*/ 2791 h 341725"/>
              <a:gd name="connsiteX0" fmla="*/ 0 w 11177990"/>
              <a:gd name="connsiteY0" fmla="*/ 2791 h 341725"/>
              <a:gd name="connsiteX1" fmla="*/ 11177990 w 11177990"/>
              <a:gd name="connsiteY1" fmla="*/ 0 h 341725"/>
              <a:gd name="connsiteX2" fmla="*/ 10901579 w 11177990"/>
              <a:gd name="connsiteY2" fmla="*/ 87717 h 341725"/>
              <a:gd name="connsiteX3" fmla="*/ 1689155 w 11177990"/>
              <a:gd name="connsiteY3" fmla="*/ 89040 h 341725"/>
              <a:gd name="connsiteX4" fmla="*/ 1109232 w 11177990"/>
              <a:gd name="connsiteY4" fmla="*/ 341725 h 341725"/>
              <a:gd name="connsiteX5" fmla="*/ 627210 w 11177990"/>
              <a:gd name="connsiteY5" fmla="*/ 101571 h 341725"/>
              <a:gd name="connsiteX6" fmla="*/ 218144 w 11177990"/>
              <a:gd name="connsiteY6" fmla="*/ 40093 h 341725"/>
              <a:gd name="connsiteX7" fmla="*/ 0 w 11177990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94068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902910 w 11179321"/>
              <a:gd name="connsiteY2" fmla="*/ 87717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1179321"/>
              <a:gd name="connsiteY0" fmla="*/ 2791 h 341725"/>
              <a:gd name="connsiteX1" fmla="*/ 11179321 w 11179321"/>
              <a:gd name="connsiteY1" fmla="*/ 0 h 341725"/>
              <a:gd name="connsiteX2" fmla="*/ 10567427 w 11179321"/>
              <a:gd name="connsiteY2" fmla="*/ 90892 h 341725"/>
              <a:gd name="connsiteX3" fmla="*/ 1690486 w 11179321"/>
              <a:gd name="connsiteY3" fmla="*/ 89040 h 341725"/>
              <a:gd name="connsiteX4" fmla="*/ 1110563 w 11179321"/>
              <a:gd name="connsiteY4" fmla="*/ 341725 h 341725"/>
              <a:gd name="connsiteX5" fmla="*/ 628541 w 11179321"/>
              <a:gd name="connsiteY5" fmla="*/ 101571 h 341725"/>
              <a:gd name="connsiteX6" fmla="*/ 0 w 11179321"/>
              <a:gd name="connsiteY6" fmla="*/ 103593 h 341725"/>
              <a:gd name="connsiteX7" fmla="*/ 1331 w 11179321"/>
              <a:gd name="connsiteY7" fmla="*/ 2791 h 341725"/>
              <a:gd name="connsiteX0" fmla="*/ 1331 w 10600099"/>
              <a:gd name="connsiteY0" fmla="*/ 2791 h 341725"/>
              <a:gd name="connsiteX1" fmla="*/ 10561656 w 10600099"/>
              <a:gd name="connsiteY1" fmla="*/ 0 h 341725"/>
              <a:gd name="connsiteX2" fmla="*/ 10567427 w 10600099"/>
              <a:gd name="connsiteY2" fmla="*/ 90892 h 341725"/>
              <a:gd name="connsiteX3" fmla="*/ 1690486 w 10600099"/>
              <a:gd name="connsiteY3" fmla="*/ 89040 h 341725"/>
              <a:gd name="connsiteX4" fmla="*/ 1110563 w 10600099"/>
              <a:gd name="connsiteY4" fmla="*/ 341725 h 341725"/>
              <a:gd name="connsiteX5" fmla="*/ 628541 w 10600099"/>
              <a:gd name="connsiteY5" fmla="*/ 101571 h 341725"/>
              <a:gd name="connsiteX6" fmla="*/ 0 w 10600099"/>
              <a:gd name="connsiteY6" fmla="*/ 103593 h 341725"/>
              <a:gd name="connsiteX7" fmla="*/ 1331 w 10600099"/>
              <a:gd name="connsiteY7" fmla="*/ 2791 h 341725"/>
              <a:gd name="connsiteX0" fmla="*/ 1331 w 10567427"/>
              <a:gd name="connsiteY0" fmla="*/ 2791 h 341725"/>
              <a:gd name="connsiteX1" fmla="*/ 10561656 w 10567427"/>
              <a:gd name="connsiteY1" fmla="*/ 0 h 341725"/>
              <a:gd name="connsiteX2" fmla="*/ 10567427 w 10567427"/>
              <a:gd name="connsiteY2" fmla="*/ 90892 h 341725"/>
              <a:gd name="connsiteX3" fmla="*/ 1690486 w 10567427"/>
              <a:gd name="connsiteY3" fmla="*/ 89040 h 341725"/>
              <a:gd name="connsiteX4" fmla="*/ 1110563 w 10567427"/>
              <a:gd name="connsiteY4" fmla="*/ 341725 h 341725"/>
              <a:gd name="connsiteX5" fmla="*/ 628541 w 10567427"/>
              <a:gd name="connsiteY5" fmla="*/ 101571 h 341725"/>
              <a:gd name="connsiteX6" fmla="*/ 0 w 10567427"/>
              <a:gd name="connsiteY6" fmla="*/ 103593 h 341725"/>
              <a:gd name="connsiteX7" fmla="*/ 1331 w 10567427"/>
              <a:gd name="connsiteY7" fmla="*/ 2791 h 341725"/>
              <a:gd name="connsiteX0" fmla="*/ 1331 w 10561687"/>
              <a:gd name="connsiteY0" fmla="*/ 2791 h 341725"/>
              <a:gd name="connsiteX1" fmla="*/ 10561656 w 10561687"/>
              <a:gd name="connsiteY1" fmla="*/ 0 h 341725"/>
              <a:gd name="connsiteX2" fmla="*/ 10561157 w 10561687"/>
              <a:gd name="connsiteY2" fmla="*/ 90892 h 341725"/>
              <a:gd name="connsiteX3" fmla="*/ 1690486 w 10561687"/>
              <a:gd name="connsiteY3" fmla="*/ 89040 h 341725"/>
              <a:gd name="connsiteX4" fmla="*/ 1110563 w 10561687"/>
              <a:gd name="connsiteY4" fmla="*/ 341725 h 341725"/>
              <a:gd name="connsiteX5" fmla="*/ 628541 w 10561687"/>
              <a:gd name="connsiteY5" fmla="*/ 101571 h 341725"/>
              <a:gd name="connsiteX6" fmla="*/ 0 w 10561687"/>
              <a:gd name="connsiteY6" fmla="*/ 103593 h 341725"/>
              <a:gd name="connsiteX7" fmla="*/ 1331 w 10561687"/>
              <a:gd name="connsiteY7" fmla="*/ 2791 h 341725"/>
              <a:gd name="connsiteX0" fmla="*/ 1331 w 10562072"/>
              <a:gd name="connsiteY0" fmla="*/ 2791 h 341725"/>
              <a:gd name="connsiteX1" fmla="*/ 10561656 w 10562072"/>
              <a:gd name="connsiteY1" fmla="*/ 0 h 341725"/>
              <a:gd name="connsiteX2" fmla="*/ 10561157 w 10562072"/>
              <a:gd name="connsiteY2" fmla="*/ 90892 h 341725"/>
              <a:gd name="connsiteX3" fmla="*/ 1690486 w 10562072"/>
              <a:gd name="connsiteY3" fmla="*/ 89040 h 341725"/>
              <a:gd name="connsiteX4" fmla="*/ 1110563 w 10562072"/>
              <a:gd name="connsiteY4" fmla="*/ 341725 h 341725"/>
              <a:gd name="connsiteX5" fmla="*/ 628541 w 10562072"/>
              <a:gd name="connsiteY5" fmla="*/ 101571 h 341725"/>
              <a:gd name="connsiteX6" fmla="*/ 0 w 10562072"/>
              <a:gd name="connsiteY6" fmla="*/ 103593 h 341725"/>
              <a:gd name="connsiteX7" fmla="*/ 1331 w 10562072"/>
              <a:gd name="connsiteY7" fmla="*/ 2791 h 341725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1690486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628541 w 10562072"/>
              <a:gd name="connsiteY5" fmla="*/ 101571 h 887696"/>
              <a:gd name="connsiteX6" fmla="*/ 0 w 10562072"/>
              <a:gd name="connsiteY6" fmla="*/ 103593 h 887696"/>
              <a:gd name="connsiteX7" fmla="*/ 1331 w 10562072"/>
              <a:gd name="connsiteY7" fmla="*/ 2791 h 887696"/>
              <a:gd name="connsiteX0" fmla="*/ 1331 w 10562072"/>
              <a:gd name="connsiteY0" fmla="*/ 2791 h 887702"/>
              <a:gd name="connsiteX1" fmla="*/ 10561656 w 10562072"/>
              <a:gd name="connsiteY1" fmla="*/ 0 h 887702"/>
              <a:gd name="connsiteX2" fmla="*/ 10561157 w 10562072"/>
              <a:gd name="connsiteY2" fmla="*/ 90892 h 887702"/>
              <a:gd name="connsiteX3" fmla="*/ 2317558 w 10562072"/>
              <a:gd name="connsiteY3" fmla="*/ 89040 h 887702"/>
              <a:gd name="connsiteX4" fmla="*/ 1180889 w 10562072"/>
              <a:gd name="connsiteY4" fmla="*/ 887696 h 887702"/>
              <a:gd name="connsiteX5" fmla="*/ 0 w 10562072"/>
              <a:gd name="connsiteY5" fmla="*/ 103593 h 887702"/>
              <a:gd name="connsiteX6" fmla="*/ 1331 w 10562072"/>
              <a:gd name="connsiteY6" fmla="*/ 2791 h 887702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1331 w 10562072"/>
              <a:gd name="connsiteY0" fmla="*/ 2791 h 887696"/>
              <a:gd name="connsiteX1" fmla="*/ 10561656 w 10562072"/>
              <a:gd name="connsiteY1" fmla="*/ 0 h 887696"/>
              <a:gd name="connsiteX2" fmla="*/ 10561157 w 10562072"/>
              <a:gd name="connsiteY2" fmla="*/ 90892 h 887696"/>
              <a:gd name="connsiteX3" fmla="*/ 2317558 w 10562072"/>
              <a:gd name="connsiteY3" fmla="*/ 89040 h 887696"/>
              <a:gd name="connsiteX4" fmla="*/ 1180889 w 10562072"/>
              <a:gd name="connsiteY4" fmla="*/ 887696 h 887696"/>
              <a:gd name="connsiteX5" fmla="*/ 0 w 10562072"/>
              <a:gd name="connsiteY5" fmla="*/ 103593 h 887696"/>
              <a:gd name="connsiteX6" fmla="*/ 1331 w 10562072"/>
              <a:gd name="connsiteY6" fmla="*/ 2791 h 887696"/>
              <a:gd name="connsiteX0" fmla="*/ 0 w 10568342"/>
              <a:gd name="connsiteY0" fmla="*/ 0 h 2916892"/>
              <a:gd name="connsiteX1" fmla="*/ 10567926 w 10568342"/>
              <a:gd name="connsiteY1" fmla="*/ 2029196 h 2916892"/>
              <a:gd name="connsiteX2" fmla="*/ 10567427 w 10568342"/>
              <a:gd name="connsiteY2" fmla="*/ 2120088 h 2916892"/>
              <a:gd name="connsiteX3" fmla="*/ 2323828 w 10568342"/>
              <a:gd name="connsiteY3" fmla="*/ 2118236 h 2916892"/>
              <a:gd name="connsiteX4" fmla="*/ 1187159 w 10568342"/>
              <a:gd name="connsiteY4" fmla="*/ 2916892 h 2916892"/>
              <a:gd name="connsiteX5" fmla="*/ 6270 w 10568342"/>
              <a:gd name="connsiteY5" fmla="*/ 2132789 h 2916892"/>
              <a:gd name="connsiteX6" fmla="*/ 0 w 10568342"/>
              <a:gd name="connsiteY6" fmla="*/ 0 h 2916892"/>
              <a:gd name="connsiteX0" fmla="*/ 0 w 10575943"/>
              <a:gd name="connsiteY0" fmla="*/ 0 h 2955377"/>
              <a:gd name="connsiteX1" fmla="*/ 10575527 w 10575943"/>
              <a:gd name="connsiteY1" fmla="*/ 2067681 h 2955377"/>
              <a:gd name="connsiteX2" fmla="*/ 10575028 w 10575943"/>
              <a:gd name="connsiteY2" fmla="*/ 2158573 h 2955377"/>
              <a:gd name="connsiteX3" fmla="*/ 2331429 w 10575943"/>
              <a:gd name="connsiteY3" fmla="*/ 2156721 h 2955377"/>
              <a:gd name="connsiteX4" fmla="*/ 1194760 w 10575943"/>
              <a:gd name="connsiteY4" fmla="*/ 2955377 h 2955377"/>
              <a:gd name="connsiteX5" fmla="*/ 13871 w 10575943"/>
              <a:gd name="connsiteY5" fmla="*/ 2171274 h 2955377"/>
              <a:gd name="connsiteX6" fmla="*/ 0 w 10575943"/>
              <a:gd name="connsiteY6" fmla="*/ 0 h 2955377"/>
              <a:gd name="connsiteX0" fmla="*/ 267371 w 10562072"/>
              <a:gd name="connsiteY0" fmla="*/ 0 h 2685985"/>
              <a:gd name="connsiteX1" fmla="*/ 10561656 w 10562072"/>
              <a:gd name="connsiteY1" fmla="*/ 1798289 h 2685985"/>
              <a:gd name="connsiteX2" fmla="*/ 10561157 w 10562072"/>
              <a:gd name="connsiteY2" fmla="*/ 1889181 h 2685985"/>
              <a:gd name="connsiteX3" fmla="*/ 2317558 w 10562072"/>
              <a:gd name="connsiteY3" fmla="*/ 1887329 h 2685985"/>
              <a:gd name="connsiteX4" fmla="*/ 1180889 w 10562072"/>
              <a:gd name="connsiteY4" fmla="*/ 2685985 h 2685985"/>
              <a:gd name="connsiteX5" fmla="*/ 0 w 10562072"/>
              <a:gd name="connsiteY5" fmla="*/ 1901882 h 2685985"/>
              <a:gd name="connsiteX6" fmla="*/ 267371 w 10562072"/>
              <a:gd name="connsiteY6" fmla="*/ 0 h 2685985"/>
              <a:gd name="connsiteX0" fmla="*/ 1331 w 10562072"/>
              <a:gd name="connsiteY0" fmla="*/ 0 h 2955377"/>
              <a:gd name="connsiteX1" fmla="*/ 10561656 w 10562072"/>
              <a:gd name="connsiteY1" fmla="*/ 2067681 h 2955377"/>
              <a:gd name="connsiteX2" fmla="*/ 10561157 w 10562072"/>
              <a:gd name="connsiteY2" fmla="*/ 2158573 h 2955377"/>
              <a:gd name="connsiteX3" fmla="*/ 2317558 w 10562072"/>
              <a:gd name="connsiteY3" fmla="*/ 2156721 h 2955377"/>
              <a:gd name="connsiteX4" fmla="*/ 1180889 w 10562072"/>
              <a:gd name="connsiteY4" fmla="*/ 2955377 h 2955377"/>
              <a:gd name="connsiteX5" fmla="*/ 0 w 10562072"/>
              <a:gd name="connsiteY5" fmla="*/ 2171274 h 2955377"/>
              <a:gd name="connsiteX6" fmla="*/ 1331 w 10562072"/>
              <a:gd name="connsiteY6" fmla="*/ 0 h 2955377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2317558 w 10562072"/>
              <a:gd name="connsiteY3" fmla="*/ 2159512 h 2958168"/>
              <a:gd name="connsiteX4" fmla="*/ 1180889 w 10562072"/>
              <a:gd name="connsiteY4" fmla="*/ 2958168 h 2958168"/>
              <a:gd name="connsiteX5" fmla="*/ 0 w 10562072"/>
              <a:gd name="connsiteY5" fmla="*/ 2174065 h 2958168"/>
              <a:gd name="connsiteX6" fmla="*/ 1331 w 10562072"/>
              <a:gd name="connsiteY6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2161364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7"/>
              <a:gd name="connsiteY0" fmla="*/ 2791 h 2958168"/>
              <a:gd name="connsiteX1" fmla="*/ 10561655 w 10561657"/>
              <a:gd name="connsiteY1" fmla="*/ 0 h 2958168"/>
              <a:gd name="connsiteX2" fmla="*/ 10469943 w 10561657"/>
              <a:gd name="connsiteY2" fmla="*/ 668161 h 2958168"/>
              <a:gd name="connsiteX3" fmla="*/ 9288594 w 10561657"/>
              <a:gd name="connsiteY3" fmla="*/ 2153103 h 2958168"/>
              <a:gd name="connsiteX4" fmla="*/ 2317558 w 10561657"/>
              <a:gd name="connsiteY4" fmla="*/ 2159512 h 2958168"/>
              <a:gd name="connsiteX5" fmla="*/ 1180889 w 10561657"/>
              <a:gd name="connsiteY5" fmla="*/ 2958168 h 2958168"/>
              <a:gd name="connsiteX6" fmla="*/ 0 w 10561657"/>
              <a:gd name="connsiteY6" fmla="*/ 2174065 h 2958168"/>
              <a:gd name="connsiteX7" fmla="*/ 1331 w 10561657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68641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1655"/>
              <a:gd name="connsiteY0" fmla="*/ 2791 h 2958168"/>
              <a:gd name="connsiteX1" fmla="*/ 10561655 w 10561655"/>
              <a:gd name="connsiteY1" fmla="*/ 0 h 2958168"/>
              <a:gd name="connsiteX2" fmla="*/ 10196302 w 10561655"/>
              <a:gd name="connsiteY2" fmla="*/ 1183855 h 2958168"/>
              <a:gd name="connsiteX3" fmla="*/ 9288594 w 10561655"/>
              <a:gd name="connsiteY3" fmla="*/ 2153103 h 2958168"/>
              <a:gd name="connsiteX4" fmla="*/ 2317558 w 10561655"/>
              <a:gd name="connsiteY4" fmla="*/ 2159512 h 2958168"/>
              <a:gd name="connsiteX5" fmla="*/ 1180889 w 10561655"/>
              <a:gd name="connsiteY5" fmla="*/ 2958168 h 2958168"/>
              <a:gd name="connsiteX6" fmla="*/ 0 w 10561655"/>
              <a:gd name="connsiteY6" fmla="*/ 2174065 h 2958168"/>
              <a:gd name="connsiteX7" fmla="*/ 1331 w 10561655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072"/>
              <a:gd name="connsiteY0" fmla="*/ 2791 h 2958168"/>
              <a:gd name="connsiteX1" fmla="*/ 10561655 w 10562072"/>
              <a:gd name="connsiteY1" fmla="*/ 0 h 2958168"/>
              <a:gd name="connsiteX2" fmla="*/ 10561157 w 10562072"/>
              <a:gd name="connsiteY2" fmla="*/ 1476338 h 2958168"/>
              <a:gd name="connsiteX3" fmla="*/ 9288594 w 10562072"/>
              <a:gd name="connsiteY3" fmla="*/ 2153103 h 2958168"/>
              <a:gd name="connsiteX4" fmla="*/ 2317558 w 10562072"/>
              <a:gd name="connsiteY4" fmla="*/ 2159512 h 2958168"/>
              <a:gd name="connsiteX5" fmla="*/ 1180889 w 10562072"/>
              <a:gd name="connsiteY5" fmla="*/ 2958168 h 2958168"/>
              <a:gd name="connsiteX6" fmla="*/ 0 w 10562072"/>
              <a:gd name="connsiteY6" fmla="*/ 2174065 h 2958168"/>
              <a:gd name="connsiteX7" fmla="*/ 1331 w 10562072"/>
              <a:gd name="connsiteY7" fmla="*/ 2791 h 2958168"/>
              <a:gd name="connsiteX0" fmla="*/ 1331 w 10562411"/>
              <a:gd name="connsiteY0" fmla="*/ 2791 h 3881172"/>
              <a:gd name="connsiteX1" fmla="*/ 10561655 w 10562411"/>
              <a:gd name="connsiteY1" fmla="*/ 0 h 3881172"/>
              <a:gd name="connsiteX2" fmla="*/ 10561157 w 10562411"/>
              <a:gd name="connsiteY2" fmla="*/ 1476338 h 3881172"/>
              <a:gd name="connsiteX3" fmla="*/ 9288594 w 10562411"/>
              <a:gd name="connsiteY3" fmla="*/ 2153103 h 3881172"/>
              <a:gd name="connsiteX4" fmla="*/ 2317558 w 10562411"/>
              <a:gd name="connsiteY4" fmla="*/ 2159512 h 3881172"/>
              <a:gd name="connsiteX5" fmla="*/ 1180889 w 10562411"/>
              <a:gd name="connsiteY5" fmla="*/ 2958168 h 3881172"/>
              <a:gd name="connsiteX6" fmla="*/ 0 w 10562411"/>
              <a:gd name="connsiteY6" fmla="*/ 2174065 h 3881172"/>
              <a:gd name="connsiteX7" fmla="*/ 1331 w 10562411"/>
              <a:gd name="connsiteY7" fmla="*/ 2791 h 3881172"/>
              <a:gd name="connsiteX0" fmla="*/ 1331 w 10562411"/>
              <a:gd name="connsiteY0" fmla="*/ 2791 h 4143392"/>
              <a:gd name="connsiteX1" fmla="*/ 10561655 w 10562411"/>
              <a:gd name="connsiteY1" fmla="*/ 0 h 4143392"/>
              <a:gd name="connsiteX2" fmla="*/ 10561157 w 10562411"/>
              <a:gd name="connsiteY2" fmla="*/ 1476338 h 4143392"/>
              <a:gd name="connsiteX3" fmla="*/ 9288594 w 10562411"/>
              <a:gd name="connsiteY3" fmla="*/ 2153103 h 4143392"/>
              <a:gd name="connsiteX4" fmla="*/ 2317558 w 10562411"/>
              <a:gd name="connsiteY4" fmla="*/ 2159512 h 4143392"/>
              <a:gd name="connsiteX5" fmla="*/ 1180889 w 10562411"/>
              <a:gd name="connsiteY5" fmla="*/ 2958168 h 4143392"/>
              <a:gd name="connsiteX6" fmla="*/ 0 w 10562411"/>
              <a:gd name="connsiteY6" fmla="*/ 2174065 h 4143392"/>
              <a:gd name="connsiteX7" fmla="*/ 1331 w 10562411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336031 w 10580884"/>
              <a:gd name="connsiteY4" fmla="*/ 2159512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307067 w 10580884"/>
              <a:gd name="connsiteY3" fmla="*/ 2153103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884"/>
              <a:gd name="connsiteY0" fmla="*/ 2791 h 4143392"/>
              <a:gd name="connsiteX1" fmla="*/ 10580128 w 10580884"/>
              <a:gd name="connsiteY1" fmla="*/ 0 h 4143392"/>
              <a:gd name="connsiteX2" fmla="*/ 10579630 w 10580884"/>
              <a:gd name="connsiteY2" fmla="*/ 1476338 h 4143392"/>
              <a:gd name="connsiteX3" fmla="*/ 9013072 w 10580884"/>
              <a:gd name="connsiteY3" fmla="*/ 3716089 h 4143392"/>
              <a:gd name="connsiteX4" fmla="*/ 2283533 w 10580884"/>
              <a:gd name="connsiteY4" fmla="*/ 3711866 h 4143392"/>
              <a:gd name="connsiteX5" fmla="*/ 1199362 w 10580884"/>
              <a:gd name="connsiteY5" fmla="*/ 2958168 h 4143392"/>
              <a:gd name="connsiteX6" fmla="*/ 0 w 10580884"/>
              <a:gd name="connsiteY6" fmla="*/ 3726419 h 4143392"/>
              <a:gd name="connsiteX7" fmla="*/ 19804 w 10580884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4 w 10580641"/>
              <a:gd name="connsiteY2" fmla="*/ 3400831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625733"/>
              <a:gd name="connsiteX1" fmla="*/ 10580128 w 10580641"/>
              <a:gd name="connsiteY1" fmla="*/ 0 h 4625733"/>
              <a:gd name="connsiteX2" fmla="*/ 10559883 w 10580641"/>
              <a:gd name="connsiteY2" fmla="*/ 3953724 h 4625733"/>
              <a:gd name="connsiteX3" fmla="*/ 9013072 w 10580641"/>
              <a:gd name="connsiteY3" fmla="*/ 3716089 h 4625733"/>
              <a:gd name="connsiteX4" fmla="*/ 2283533 w 10580641"/>
              <a:gd name="connsiteY4" fmla="*/ 3711866 h 4625733"/>
              <a:gd name="connsiteX5" fmla="*/ 1199362 w 10580641"/>
              <a:gd name="connsiteY5" fmla="*/ 2958168 h 4625733"/>
              <a:gd name="connsiteX6" fmla="*/ 0 w 10580641"/>
              <a:gd name="connsiteY6" fmla="*/ 3726419 h 4625733"/>
              <a:gd name="connsiteX7" fmla="*/ 19804 w 10580641"/>
              <a:gd name="connsiteY7" fmla="*/ 2791 h 4625733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4143392"/>
              <a:gd name="connsiteX1" fmla="*/ 10580128 w 10580641"/>
              <a:gd name="connsiteY1" fmla="*/ 0 h 4143392"/>
              <a:gd name="connsiteX2" fmla="*/ 10559883 w 10580641"/>
              <a:gd name="connsiteY2" fmla="*/ 3953724 h 4143392"/>
              <a:gd name="connsiteX3" fmla="*/ 9013072 w 10580641"/>
              <a:gd name="connsiteY3" fmla="*/ 3716089 h 4143392"/>
              <a:gd name="connsiteX4" fmla="*/ 2283533 w 10580641"/>
              <a:gd name="connsiteY4" fmla="*/ 3711866 h 4143392"/>
              <a:gd name="connsiteX5" fmla="*/ 1199362 w 10580641"/>
              <a:gd name="connsiteY5" fmla="*/ 2958168 h 4143392"/>
              <a:gd name="connsiteX6" fmla="*/ 0 w 10580641"/>
              <a:gd name="connsiteY6" fmla="*/ 3726419 h 4143392"/>
              <a:gd name="connsiteX7" fmla="*/ 19804 w 10580641"/>
              <a:gd name="connsiteY7" fmla="*/ 2791 h 4143392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26419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79582 h 3953724"/>
              <a:gd name="connsiteX7" fmla="*/ 19804 w 10580641"/>
              <a:gd name="connsiteY7" fmla="*/ 2791 h 3953724"/>
              <a:gd name="connsiteX0" fmla="*/ 19804 w 10580641"/>
              <a:gd name="connsiteY0" fmla="*/ 2791 h 3953724"/>
              <a:gd name="connsiteX1" fmla="*/ 10580128 w 10580641"/>
              <a:gd name="connsiteY1" fmla="*/ 0 h 3953724"/>
              <a:gd name="connsiteX2" fmla="*/ 10559883 w 10580641"/>
              <a:gd name="connsiteY2" fmla="*/ 3953724 h 3953724"/>
              <a:gd name="connsiteX3" fmla="*/ 9013072 w 10580641"/>
              <a:gd name="connsiteY3" fmla="*/ 3716089 h 3953724"/>
              <a:gd name="connsiteX4" fmla="*/ 2283533 w 10580641"/>
              <a:gd name="connsiteY4" fmla="*/ 3711866 h 3953724"/>
              <a:gd name="connsiteX5" fmla="*/ 1199362 w 10580641"/>
              <a:gd name="connsiteY5" fmla="*/ 2958168 h 3953724"/>
              <a:gd name="connsiteX6" fmla="*/ 0 w 10580641"/>
              <a:gd name="connsiteY6" fmla="*/ 3737052 h 3953724"/>
              <a:gd name="connsiteX7" fmla="*/ 19804 w 10580641"/>
              <a:gd name="connsiteY7" fmla="*/ 2791 h 3953724"/>
              <a:gd name="connsiteX0" fmla="*/ 0 w 10581837"/>
              <a:gd name="connsiteY0" fmla="*/ 13424 h 3953724"/>
              <a:gd name="connsiteX1" fmla="*/ 10581324 w 10581837"/>
              <a:gd name="connsiteY1" fmla="*/ 0 h 3953724"/>
              <a:gd name="connsiteX2" fmla="*/ 10561079 w 10581837"/>
              <a:gd name="connsiteY2" fmla="*/ 3953724 h 3953724"/>
              <a:gd name="connsiteX3" fmla="*/ 9014268 w 10581837"/>
              <a:gd name="connsiteY3" fmla="*/ 3716089 h 3953724"/>
              <a:gd name="connsiteX4" fmla="*/ 2284729 w 10581837"/>
              <a:gd name="connsiteY4" fmla="*/ 3711866 h 3953724"/>
              <a:gd name="connsiteX5" fmla="*/ 1200558 w 10581837"/>
              <a:gd name="connsiteY5" fmla="*/ 2958168 h 3953724"/>
              <a:gd name="connsiteX6" fmla="*/ 1196 w 10581837"/>
              <a:gd name="connsiteY6" fmla="*/ 3737052 h 3953724"/>
              <a:gd name="connsiteX7" fmla="*/ 0 w 10581837"/>
              <a:gd name="connsiteY7" fmla="*/ 13424 h 3953724"/>
              <a:gd name="connsiteX0" fmla="*/ 0 w 10562333"/>
              <a:gd name="connsiteY0" fmla="*/ 24056 h 3964356"/>
              <a:gd name="connsiteX1" fmla="*/ 10549824 w 10562333"/>
              <a:gd name="connsiteY1" fmla="*/ 0 h 3964356"/>
              <a:gd name="connsiteX2" fmla="*/ 10561079 w 10562333"/>
              <a:gd name="connsiteY2" fmla="*/ 3964356 h 3964356"/>
              <a:gd name="connsiteX3" fmla="*/ 9014268 w 10562333"/>
              <a:gd name="connsiteY3" fmla="*/ 3726721 h 3964356"/>
              <a:gd name="connsiteX4" fmla="*/ 2284729 w 10562333"/>
              <a:gd name="connsiteY4" fmla="*/ 3722498 h 3964356"/>
              <a:gd name="connsiteX5" fmla="*/ 1200558 w 10562333"/>
              <a:gd name="connsiteY5" fmla="*/ 2968800 h 3964356"/>
              <a:gd name="connsiteX6" fmla="*/ 1196 w 10562333"/>
              <a:gd name="connsiteY6" fmla="*/ 3747684 h 3964356"/>
              <a:gd name="connsiteX7" fmla="*/ 0 w 10562333"/>
              <a:gd name="connsiteY7" fmla="*/ 24056 h 3964356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628158 h 4568458"/>
              <a:gd name="connsiteX1" fmla="*/ 10518325 w 10562333"/>
              <a:gd name="connsiteY1" fmla="*/ 582837 h 4568458"/>
              <a:gd name="connsiteX2" fmla="*/ 10561079 w 10562333"/>
              <a:gd name="connsiteY2" fmla="*/ 4568458 h 4568458"/>
              <a:gd name="connsiteX3" fmla="*/ 9014268 w 10562333"/>
              <a:gd name="connsiteY3" fmla="*/ 4330823 h 4568458"/>
              <a:gd name="connsiteX4" fmla="*/ 2284729 w 10562333"/>
              <a:gd name="connsiteY4" fmla="*/ 4326600 h 4568458"/>
              <a:gd name="connsiteX5" fmla="*/ 1200558 w 10562333"/>
              <a:gd name="connsiteY5" fmla="*/ 3572902 h 4568458"/>
              <a:gd name="connsiteX6" fmla="*/ 1196 w 10562333"/>
              <a:gd name="connsiteY6" fmla="*/ 4351786 h 4568458"/>
              <a:gd name="connsiteX7" fmla="*/ 0 w 10562333"/>
              <a:gd name="connsiteY7" fmla="*/ 628158 h 4568458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112921 h 4053221"/>
              <a:gd name="connsiteX1" fmla="*/ 10518325 w 10562333"/>
              <a:gd name="connsiteY1" fmla="*/ 67600 h 4053221"/>
              <a:gd name="connsiteX2" fmla="*/ 10561079 w 10562333"/>
              <a:gd name="connsiteY2" fmla="*/ 4053221 h 4053221"/>
              <a:gd name="connsiteX3" fmla="*/ 9014268 w 10562333"/>
              <a:gd name="connsiteY3" fmla="*/ 3815586 h 4053221"/>
              <a:gd name="connsiteX4" fmla="*/ 2284729 w 10562333"/>
              <a:gd name="connsiteY4" fmla="*/ 3811363 h 4053221"/>
              <a:gd name="connsiteX5" fmla="*/ 1200558 w 10562333"/>
              <a:gd name="connsiteY5" fmla="*/ 3057665 h 4053221"/>
              <a:gd name="connsiteX6" fmla="*/ 1196 w 10562333"/>
              <a:gd name="connsiteY6" fmla="*/ 3836549 h 4053221"/>
              <a:gd name="connsiteX7" fmla="*/ 0 w 10562333"/>
              <a:gd name="connsiteY7" fmla="*/ 112921 h 40532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1196 w 10562333"/>
              <a:gd name="connsiteY6" fmla="*/ 3768949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84729 w 10562333"/>
              <a:gd name="connsiteY4" fmla="*/ 3743763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14268 w 10562333"/>
              <a:gd name="connsiteY3" fmla="*/ 3747986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45321 h 3985621"/>
              <a:gd name="connsiteX1" fmla="*/ 10518325 w 10562333"/>
              <a:gd name="connsiteY1" fmla="*/ 0 h 3985621"/>
              <a:gd name="connsiteX2" fmla="*/ 10561079 w 10562333"/>
              <a:gd name="connsiteY2" fmla="*/ 3985621 h 3985621"/>
              <a:gd name="connsiteX3" fmla="*/ 9024769 w 10562333"/>
              <a:gd name="connsiteY3" fmla="*/ 3726721 h 3985621"/>
              <a:gd name="connsiteX4" fmla="*/ 2295230 w 10562333"/>
              <a:gd name="connsiteY4" fmla="*/ 3711865 h 3985621"/>
              <a:gd name="connsiteX5" fmla="*/ 1200558 w 10562333"/>
              <a:gd name="connsiteY5" fmla="*/ 2990065 h 3985621"/>
              <a:gd name="connsiteX6" fmla="*/ 0 w 10562333"/>
              <a:gd name="connsiteY6" fmla="*/ 3705154 h 3985621"/>
              <a:gd name="connsiteX7" fmla="*/ 0 w 10562333"/>
              <a:gd name="connsiteY7" fmla="*/ 45321 h 3985621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4689 h 3974989"/>
              <a:gd name="connsiteX1" fmla="*/ 10559884 w 10562333"/>
              <a:gd name="connsiteY1" fmla="*/ 0 h 3974989"/>
              <a:gd name="connsiteX2" fmla="*/ 10561079 w 10562333"/>
              <a:gd name="connsiteY2" fmla="*/ 3974989 h 3974989"/>
              <a:gd name="connsiteX3" fmla="*/ 9024769 w 10562333"/>
              <a:gd name="connsiteY3" fmla="*/ 3716089 h 3974989"/>
              <a:gd name="connsiteX4" fmla="*/ 2295230 w 10562333"/>
              <a:gd name="connsiteY4" fmla="*/ 3701233 h 3974989"/>
              <a:gd name="connsiteX5" fmla="*/ 1200558 w 10562333"/>
              <a:gd name="connsiteY5" fmla="*/ 2979433 h 3974989"/>
              <a:gd name="connsiteX6" fmla="*/ 0 w 10562333"/>
              <a:gd name="connsiteY6" fmla="*/ 3694522 h 3974989"/>
              <a:gd name="connsiteX7" fmla="*/ 0 w 10562333"/>
              <a:gd name="connsiteY7" fmla="*/ 34689 h 3974989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0 w 10562333"/>
              <a:gd name="connsiteY0" fmla="*/ 32735 h 4026198"/>
              <a:gd name="connsiteX1" fmla="*/ 10559884 w 10562333"/>
              <a:gd name="connsiteY1" fmla="*/ 51209 h 4026198"/>
              <a:gd name="connsiteX2" fmla="*/ 10561079 w 10562333"/>
              <a:gd name="connsiteY2" fmla="*/ 4026198 h 4026198"/>
              <a:gd name="connsiteX3" fmla="*/ 9024769 w 10562333"/>
              <a:gd name="connsiteY3" fmla="*/ 3767298 h 4026198"/>
              <a:gd name="connsiteX4" fmla="*/ 2295230 w 10562333"/>
              <a:gd name="connsiteY4" fmla="*/ 3752442 h 4026198"/>
              <a:gd name="connsiteX5" fmla="*/ 1200558 w 10562333"/>
              <a:gd name="connsiteY5" fmla="*/ 3030642 h 4026198"/>
              <a:gd name="connsiteX6" fmla="*/ 0 w 10562333"/>
              <a:gd name="connsiteY6" fmla="*/ 3745731 h 4026198"/>
              <a:gd name="connsiteX7" fmla="*/ 0 w 10562333"/>
              <a:gd name="connsiteY7" fmla="*/ 32735 h 4026198"/>
              <a:gd name="connsiteX0" fmla="*/ 10559884 w 10650182"/>
              <a:gd name="connsiteY0" fmla="*/ 18474 h 3993463"/>
              <a:gd name="connsiteX1" fmla="*/ 10561079 w 10650182"/>
              <a:gd name="connsiteY1" fmla="*/ 3993463 h 3993463"/>
              <a:gd name="connsiteX2" fmla="*/ 9024769 w 10650182"/>
              <a:gd name="connsiteY2" fmla="*/ 3734563 h 3993463"/>
              <a:gd name="connsiteX3" fmla="*/ 2295230 w 10650182"/>
              <a:gd name="connsiteY3" fmla="*/ 3719707 h 3993463"/>
              <a:gd name="connsiteX4" fmla="*/ 1200558 w 10650182"/>
              <a:gd name="connsiteY4" fmla="*/ 2997907 h 3993463"/>
              <a:gd name="connsiteX5" fmla="*/ 0 w 10650182"/>
              <a:gd name="connsiteY5" fmla="*/ 3712996 h 3993463"/>
              <a:gd name="connsiteX6" fmla="*/ 0 w 10650182"/>
              <a:gd name="connsiteY6" fmla="*/ 0 h 3993463"/>
              <a:gd name="connsiteX7" fmla="*/ 10650182 w 10650182"/>
              <a:gd name="connsiteY7" fmla="*/ 109914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10285606 w 10562333"/>
              <a:gd name="connsiteY7" fmla="*/ 418258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7" fmla="*/ 9991611 w 10562333"/>
              <a:gd name="connsiteY7" fmla="*/ 56751 h 3993463"/>
              <a:gd name="connsiteX0" fmla="*/ 10559884 w 10562333"/>
              <a:gd name="connsiteY0" fmla="*/ 18474 h 3993463"/>
              <a:gd name="connsiteX1" fmla="*/ 10561079 w 10562333"/>
              <a:gd name="connsiteY1" fmla="*/ 3993463 h 3993463"/>
              <a:gd name="connsiteX2" fmla="*/ 9024769 w 10562333"/>
              <a:gd name="connsiteY2" fmla="*/ 3734563 h 3993463"/>
              <a:gd name="connsiteX3" fmla="*/ 2295230 w 10562333"/>
              <a:gd name="connsiteY3" fmla="*/ 3719707 h 3993463"/>
              <a:gd name="connsiteX4" fmla="*/ 1200558 w 10562333"/>
              <a:gd name="connsiteY4" fmla="*/ 2997907 h 3993463"/>
              <a:gd name="connsiteX5" fmla="*/ 0 w 10562333"/>
              <a:gd name="connsiteY5" fmla="*/ 3712996 h 3993463"/>
              <a:gd name="connsiteX6" fmla="*/ 0 w 10562333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0 w 10562846"/>
              <a:gd name="connsiteY5" fmla="*/ 3712996 h 3993463"/>
              <a:gd name="connsiteX6" fmla="*/ 0 w 10562846"/>
              <a:gd name="connsiteY6" fmla="*/ 0 h 3993463"/>
              <a:gd name="connsiteX0" fmla="*/ 10562333 w 10562846"/>
              <a:gd name="connsiteY0" fmla="*/ 0 h 3993463"/>
              <a:gd name="connsiteX1" fmla="*/ 10561079 w 10562846"/>
              <a:gd name="connsiteY1" fmla="*/ 3993463 h 3993463"/>
              <a:gd name="connsiteX2" fmla="*/ 9024769 w 10562846"/>
              <a:gd name="connsiteY2" fmla="*/ 3734563 h 3993463"/>
              <a:gd name="connsiteX3" fmla="*/ 2295230 w 10562846"/>
              <a:gd name="connsiteY3" fmla="*/ 3719707 h 3993463"/>
              <a:gd name="connsiteX4" fmla="*/ 1200558 w 10562846"/>
              <a:gd name="connsiteY4" fmla="*/ 2997907 h 3993463"/>
              <a:gd name="connsiteX5" fmla="*/ 2449 w 10562846"/>
              <a:gd name="connsiteY5" fmla="*/ 3734261 h 3993463"/>
              <a:gd name="connsiteX6" fmla="*/ 0 w 10562846"/>
              <a:gd name="connsiteY6" fmla="*/ 0 h 3993463"/>
              <a:gd name="connsiteX0" fmla="*/ 10562334 w 10562847"/>
              <a:gd name="connsiteY0" fmla="*/ 1074357 h 5067820"/>
              <a:gd name="connsiteX1" fmla="*/ 10561080 w 10562847"/>
              <a:gd name="connsiteY1" fmla="*/ 5067820 h 5067820"/>
              <a:gd name="connsiteX2" fmla="*/ 9024770 w 10562847"/>
              <a:gd name="connsiteY2" fmla="*/ 4808920 h 5067820"/>
              <a:gd name="connsiteX3" fmla="*/ 2295231 w 10562847"/>
              <a:gd name="connsiteY3" fmla="*/ 4794064 h 5067820"/>
              <a:gd name="connsiteX4" fmla="*/ 1200559 w 10562847"/>
              <a:gd name="connsiteY4" fmla="*/ 4072264 h 5067820"/>
              <a:gd name="connsiteX5" fmla="*/ 2450 w 10562847"/>
              <a:gd name="connsiteY5" fmla="*/ 4808618 h 5067820"/>
              <a:gd name="connsiteX6" fmla="*/ 0 w 10562847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2450 w 10563360"/>
              <a:gd name="connsiteY5" fmla="*/ 4808618 h 5067820"/>
              <a:gd name="connsiteX6" fmla="*/ 0 w 10563360"/>
              <a:gd name="connsiteY6" fmla="*/ 0 h 5067820"/>
              <a:gd name="connsiteX0" fmla="*/ 10562847 w 10563360"/>
              <a:gd name="connsiteY0" fmla="*/ 0 h 5067820"/>
              <a:gd name="connsiteX1" fmla="*/ 10561080 w 10563360"/>
              <a:gd name="connsiteY1" fmla="*/ 5067820 h 5067820"/>
              <a:gd name="connsiteX2" fmla="*/ 9024770 w 10563360"/>
              <a:gd name="connsiteY2" fmla="*/ 4808920 h 5067820"/>
              <a:gd name="connsiteX3" fmla="*/ 2295231 w 10563360"/>
              <a:gd name="connsiteY3" fmla="*/ 4794064 h 5067820"/>
              <a:gd name="connsiteX4" fmla="*/ 1200559 w 10563360"/>
              <a:gd name="connsiteY4" fmla="*/ 4072264 h 5067820"/>
              <a:gd name="connsiteX5" fmla="*/ 514 w 10563360"/>
              <a:gd name="connsiteY5" fmla="*/ 4819150 h 5067820"/>
              <a:gd name="connsiteX6" fmla="*/ 0 w 10563360"/>
              <a:gd name="connsiteY6" fmla="*/ 0 h 5067820"/>
              <a:gd name="connsiteX0" fmla="*/ 10562847 w 10564614"/>
              <a:gd name="connsiteY0" fmla="*/ 0 h 5152083"/>
              <a:gd name="connsiteX1" fmla="*/ 10563360 w 10564614"/>
              <a:gd name="connsiteY1" fmla="*/ 5152083 h 5152083"/>
              <a:gd name="connsiteX2" fmla="*/ 9024770 w 10564614"/>
              <a:gd name="connsiteY2" fmla="*/ 4808920 h 5152083"/>
              <a:gd name="connsiteX3" fmla="*/ 2295231 w 10564614"/>
              <a:gd name="connsiteY3" fmla="*/ 4794064 h 5152083"/>
              <a:gd name="connsiteX4" fmla="*/ 1200559 w 10564614"/>
              <a:gd name="connsiteY4" fmla="*/ 4072264 h 5152083"/>
              <a:gd name="connsiteX5" fmla="*/ 514 w 10564614"/>
              <a:gd name="connsiteY5" fmla="*/ 4819150 h 5152083"/>
              <a:gd name="connsiteX6" fmla="*/ 0 w 10564614"/>
              <a:gd name="connsiteY6" fmla="*/ 0 h 5152083"/>
              <a:gd name="connsiteX0" fmla="*/ 10562847 w 10564614"/>
              <a:gd name="connsiteY0" fmla="*/ 0 h 5183681"/>
              <a:gd name="connsiteX1" fmla="*/ 10563360 w 10564614"/>
              <a:gd name="connsiteY1" fmla="*/ 5183681 h 5183681"/>
              <a:gd name="connsiteX2" fmla="*/ 9024770 w 10564614"/>
              <a:gd name="connsiteY2" fmla="*/ 4808920 h 5183681"/>
              <a:gd name="connsiteX3" fmla="*/ 2295231 w 10564614"/>
              <a:gd name="connsiteY3" fmla="*/ 4794064 h 5183681"/>
              <a:gd name="connsiteX4" fmla="*/ 1200559 w 10564614"/>
              <a:gd name="connsiteY4" fmla="*/ 4072264 h 5183681"/>
              <a:gd name="connsiteX5" fmla="*/ 514 w 10564614"/>
              <a:gd name="connsiteY5" fmla="*/ 4819150 h 5183681"/>
              <a:gd name="connsiteX6" fmla="*/ 0 w 10564614"/>
              <a:gd name="connsiteY6" fmla="*/ 0 h 518368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819150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87552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  <a:gd name="connsiteX0" fmla="*/ 10562847 w 10564614"/>
              <a:gd name="connsiteY0" fmla="*/ 0 h 5657661"/>
              <a:gd name="connsiteX1" fmla="*/ 10563360 w 10564614"/>
              <a:gd name="connsiteY1" fmla="*/ 5657661 h 5657661"/>
              <a:gd name="connsiteX2" fmla="*/ 9024770 w 10564614"/>
              <a:gd name="connsiteY2" fmla="*/ 4808920 h 5657661"/>
              <a:gd name="connsiteX3" fmla="*/ 2295231 w 10564614"/>
              <a:gd name="connsiteY3" fmla="*/ 4794064 h 5657661"/>
              <a:gd name="connsiteX4" fmla="*/ 1200559 w 10564614"/>
              <a:gd name="connsiteY4" fmla="*/ 4072264 h 5657661"/>
              <a:gd name="connsiteX5" fmla="*/ 514 w 10564614"/>
              <a:gd name="connsiteY5" fmla="*/ 4798085 h 5657661"/>
              <a:gd name="connsiteX6" fmla="*/ 0 w 10564614"/>
              <a:gd name="connsiteY6" fmla="*/ 0 h 5657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564614" h="5657661">
                <a:moveTo>
                  <a:pt x="10562847" y="0"/>
                </a:moveTo>
                <a:cubicBezTo>
                  <a:pt x="10563360" y="67600"/>
                  <a:pt x="10564614" y="5614246"/>
                  <a:pt x="10563360" y="5657661"/>
                </a:cubicBezTo>
                <a:cubicBezTo>
                  <a:pt x="10190941" y="4920324"/>
                  <a:pt x="9462356" y="4792975"/>
                  <a:pt x="9024770" y="4808920"/>
                </a:cubicBezTo>
                <a:lnTo>
                  <a:pt x="2295231" y="4794064"/>
                </a:lnTo>
                <a:cubicBezTo>
                  <a:pt x="1854598" y="4794612"/>
                  <a:pt x="1423669" y="4544310"/>
                  <a:pt x="1200559" y="4072264"/>
                </a:cubicBezTo>
                <a:cubicBezTo>
                  <a:pt x="965203" y="4750718"/>
                  <a:pt x="279154" y="4797207"/>
                  <a:pt x="514" y="4798085"/>
                </a:cubicBezTo>
                <a:cubicBezTo>
                  <a:pt x="2581" y="4762572"/>
                  <a:pt x="1272" y="95582"/>
                  <a:pt x="0" y="0"/>
                </a:cubicBezTo>
              </a:path>
            </a:pathLst>
          </a:custGeom>
          <a:gradFill flip="none" rotWithShape="1">
            <a:gsLst>
              <a:gs pos="0">
                <a:srgbClr val="005B7C"/>
              </a:gs>
              <a:gs pos="50000">
                <a:srgbClr val="0085B3"/>
              </a:gs>
              <a:gs pos="100000">
                <a:srgbClr val="00A0D6"/>
              </a:gs>
            </a:gsLst>
            <a:lin ang="18900000" scaled="1"/>
            <a:tileRect/>
          </a:gradFill>
          <a:ln w="12700" cmpd="sng" algn="ctr">
            <a:noFill/>
            <a:miter lim="800000"/>
            <a:headEnd/>
            <a:tailEnd/>
          </a:ln>
          <a:effectLst>
            <a:outerShdw blurRad="41275" dist="38100" dir="5400000" algn="t" rotWithShape="0">
              <a:schemeClr val="bg1">
                <a:lumMod val="65000"/>
                <a:alpha val="25000"/>
              </a:schemeClr>
            </a:outerShdw>
          </a:effectLst>
        </p:spPr>
        <p:txBody>
          <a:bodyPr wrap="square" lIns="28173" tIns="36624" rIns="28173" bIns="36624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9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pic>
        <p:nvPicPr>
          <p:cNvPr id="9" name="Picture 104" descr="C:\Users\UserSim\Desktop\Capgemini\moto.emf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6" cstate="email"/>
          <a:srcRect/>
          <a:stretch>
            <a:fillRect/>
          </a:stretch>
        </p:blipFill>
        <p:spPr bwMode="auto">
          <a:xfrm>
            <a:off x="5914038" y="906941"/>
            <a:ext cx="2658462" cy="17201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>
            <p:custDataLst>
              <p:tags r:id="rId8"/>
            </p:custDataLst>
          </p:nvPr>
        </p:nvSpPr>
        <p:spPr>
          <a:xfrm>
            <a:off x="6419731" y="4055244"/>
            <a:ext cx="2152769" cy="323567"/>
          </a:xfrm>
          <a:prstGeom prst="rect">
            <a:avLst/>
          </a:prstGeom>
        </p:spPr>
        <p:txBody>
          <a:bodyPr wrap="none" lIns="0" tIns="30679" rIns="0" bIns="30679" anchor="b" anchorCtr="0">
            <a:spAutoFit/>
          </a:bodyPr>
          <a:lstStyle/>
          <a:p>
            <a:pPr algn="r"/>
            <a:r>
              <a:rPr lang="en-US" sz="17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www.capgemini.com</a:t>
            </a:r>
          </a:p>
        </p:txBody>
      </p:sp>
      <p:pic>
        <p:nvPicPr>
          <p:cNvPr id="16" name="Picture 3" descr="C:\Users\UserSim\Desktop\DS_icons\128x128 shadows\facebook.png">
            <a:hlinkClick r:id="rId17"/>
          </p:cNvPr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8" cstate="email"/>
          <a:srcRect/>
          <a:stretch>
            <a:fillRect/>
          </a:stretch>
        </p:blipFill>
        <p:spPr bwMode="auto">
          <a:xfrm>
            <a:off x="7098349" y="4449410"/>
            <a:ext cx="256821" cy="197828"/>
          </a:xfrm>
          <a:prstGeom prst="rect">
            <a:avLst/>
          </a:prstGeom>
          <a:noFill/>
        </p:spPr>
      </p:pic>
      <p:pic>
        <p:nvPicPr>
          <p:cNvPr id="17" name="Picture 4" descr="C:\Users\UserSim\Desktop\DS_icons\128x128 shadows\linkedin.png">
            <a:hlinkClick r:id="rId19"/>
          </p:cNvPr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0" cstate="email"/>
          <a:srcRect/>
          <a:stretch>
            <a:fillRect/>
          </a:stretch>
        </p:blipFill>
        <p:spPr bwMode="auto">
          <a:xfrm>
            <a:off x="7407960" y="4449410"/>
            <a:ext cx="259674" cy="200025"/>
          </a:xfrm>
          <a:prstGeom prst="rect">
            <a:avLst/>
          </a:prstGeom>
          <a:noFill/>
        </p:spPr>
      </p:pic>
      <p:pic>
        <p:nvPicPr>
          <p:cNvPr id="18" name="Picture 5" descr="C:\Users\UserSim\Desktop\DS_icons\128x128 shadows\twitter.png">
            <a:hlinkClick r:id="rId21"/>
          </p:cNvPr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22" cstate="email"/>
          <a:srcRect/>
          <a:stretch>
            <a:fillRect/>
          </a:stretch>
        </p:blipFill>
        <p:spPr bwMode="auto">
          <a:xfrm>
            <a:off x="7988626" y="4449410"/>
            <a:ext cx="259674" cy="200025"/>
          </a:xfrm>
          <a:prstGeom prst="rect">
            <a:avLst/>
          </a:prstGeom>
          <a:noFill/>
        </p:spPr>
      </p:pic>
      <p:pic>
        <p:nvPicPr>
          <p:cNvPr id="19" name="Picture 6" descr="C:\Users\UserSim\Desktop\DS_icons\128x128 shadows\youtube.png">
            <a:hlinkClick r:id="rId23"/>
          </p:cNvPr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4" cstate="email"/>
          <a:srcRect/>
          <a:stretch>
            <a:fillRect/>
          </a:stretch>
        </p:blipFill>
        <p:spPr bwMode="auto">
          <a:xfrm>
            <a:off x="8301091" y="4449410"/>
            <a:ext cx="259674" cy="200025"/>
          </a:xfrm>
          <a:prstGeom prst="rect">
            <a:avLst/>
          </a:prstGeom>
          <a:noFill/>
        </p:spPr>
      </p:pic>
      <p:pic>
        <p:nvPicPr>
          <p:cNvPr id="20" name="Image 22" descr="Picto_Slideshare.gif">
            <a:hlinkClick r:id="rId25"/>
          </p:cNvPr>
          <p:cNvPicPr preferRelativeResize="0">
            <a:picLocks/>
          </p:cNvPicPr>
          <p:nvPr>
            <p:custDataLst>
              <p:tags r:id="rId13"/>
            </p:custDataLst>
          </p:nvPr>
        </p:nvPicPr>
        <p:blipFill>
          <a:blip r:embed="rId26" cstate="email"/>
          <a:srcRect l="4793" t="6316" r="5718" b="7969"/>
          <a:stretch>
            <a:fillRect/>
          </a:stretch>
        </p:blipFill>
        <p:spPr>
          <a:xfrm>
            <a:off x="7720424" y="4449411"/>
            <a:ext cx="215411" cy="178594"/>
          </a:xfrm>
          <a:prstGeom prst="roundRect">
            <a:avLst/>
          </a:prstGeom>
          <a:effectLst>
            <a:outerShdw blurRad="38100" dist="25400" dir="5400000" sx="98000" sy="98000" algn="t" rotWithShape="0">
              <a:schemeClr val="tx2">
                <a:alpha val="51000"/>
              </a:schemeClr>
            </a:outerShdw>
          </a:effectLst>
        </p:spPr>
      </p:pic>
      <p:pic>
        <p:nvPicPr>
          <p:cNvPr id="13" name="Image 12" descr="Capgemini_logo.jpg"/>
          <p:cNvPicPr>
            <a:picLocks noChangeAspect="1"/>
          </p:cNvPicPr>
          <p:nvPr/>
        </p:nvPicPr>
        <p:blipFill>
          <a:blip r:embed="rId27" cstate="print"/>
          <a:stretch>
            <a:fillRect/>
          </a:stretch>
        </p:blipFill>
        <p:spPr>
          <a:xfrm>
            <a:off x="690062" y="761224"/>
            <a:ext cx="2658462" cy="51453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</p:sldLayoutIdLst>
  <p:hf hdr="0" ftr="0" dt="0"/>
  <p:txStyles>
    <p:titleStyle>
      <a:lvl1pPr algn="ctr" defTabSz="715587" rtl="0" eaLnBrk="1" latinLnBrk="0" hangingPunct="1"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8345" indent="-268345" algn="l" defTabSz="715587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581414" indent="-223621" algn="l" defTabSz="715587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894484" indent="-178896" algn="l" defTabSz="715587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252277" indent="-178896" algn="l" defTabSz="715587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610070" indent="-178896" algn="l" defTabSz="715587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67864" indent="-178896" algn="l" defTabSz="71558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25657" indent="-178896" algn="l" defTabSz="71558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83451" indent="-178896" algn="l" defTabSz="71558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1244" indent="-178896" algn="l" defTabSz="71558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57794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15587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73380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31174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88967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46761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04554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62347" algn="l" defTabSz="71558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943238" y="2208806"/>
            <a:ext cx="4915261" cy="823618"/>
          </a:xfrm>
        </p:spPr>
        <p:txBody>
          <a:bodyPr vert="horz" lIns="0" tIns="28173" rIns="28173" bIns="28173" rtlCol="0" anchor="t">
            <a:noAutofit/>
          </a:bodyPr>
          <a:lstStyle>
            <a:lvl1pPr marL="0" indent="0" algn="l" defTabSz="914342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4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Advanced PLSQL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4940137" y="3324784"/>
            <a:ext cx="4918363" cy="710813"/>
          </a:xfrm>
        </p:spPr>
        <p:txBody>
          <a:bodyPr lIns="0" tIns="28173" rIns="28173" bIns="28173"/>
          <a:lstStyle>
            <a:lvl1pPr marL="0" indent="0" algn="l">
              <a:buNone/>
              <a:defRPr sz="2200" b="0">
                <a:solidFill>
                  <a:schemeClr val="tx1"/>
                </a:solidFill>
              </a:defRPr>
            </a:lvl1pPr>
            <a:lvl2pPr marL="457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z="2000" dirty="0" err="1"/>
              <a:t>Lesson</a:t>
            </a:r>
            <a:r>
              <a:rPr lang="fr-FR" sz="2000" dirty="0"/>
              <a:t>  –  </a:t>
            </a:r>
            <a:r>
              <a:rPr lang="fr-FR" sz="2000" dirty="0" err="1"/>
              <a:t>Dynamic</a:t>
            </a:r>
            <a:r>
              <a:rPr lang="fr-FR" sz="2000" dirty="0"/>
              <a:t>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/>
          </p:cNvSpPr>
          <p:nvPr/>
        </p:nvSpPr>
        <p:spPr bwMode="auto">
          <a:xfrm>
            <a:off x="390525" y="129781"/>
            <a:ext cx="8153400" cy="536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hangingPunct="0">
              <a:lnSpc>
                <a:spcPct val="80000"/>
              </a:lnSpc>
            </a:pPr>
            <a:r>
              <a:rPr lang="en-US" sz="2800" b="1" dirty="0">
                <a:latin typeface="Candara"/>
                <a:ea typeface="+mj-ea"/>
                <a:cs typeface="Arial" pitchFamily="34" charset="0"/>
              </a:rPr>
              <a:t>Lesson Objectives</a:t>
            </a:r>
          </a:p>
        </p:txBody>
      </p:sp>
      <p:sp>
        <p:nvSpPr>
          <p:cNvPr id="5123" name="Content Placeholder 12"/>
          <p:cNvSpPr>
            <a:spLocks/>
          </p:cNvSpPr>
          <p:nvPr/>
        </p:nvSpPr>
        <p:spPr bwMode="auto">
          <a:xfrm>
            <a:off x="319088" y="925116"/>
            <a:ext cx="6157912" cy="3770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On completion of this lesson on Dynamic SQL, you will be able to:</a:t>
            </a:r>
          </a:p>
          <a:p>
            <a:pPr lvl="1"/>
            <a:r>
              <a:rPr lang="en-US" dirty="0"/>
              <a:t>State the need for Dynamic SQL </a:t>
            </a:r>
          </a:p>
          <a:p>
            <a:pPr lvl="1"/>
            <a:r>
              <a:rPr lang="en-US" dirty="0"/>
              <a:t>Understand the ways of implementing Dynamic SQL</a:t>
            </a:r>
          </a:p>
          <a:p>
            <a:pPr lvl="1"/>
            <a:r>
              <a:rPr lang="en-US" dirty="0"/>
              <a:t>Understand the use of the various Options of the EXECUTE IMMEDIATE command</a:t>
            </a:r>
          </a:p>
          <a:p>
            <a:pPr lvl="1"/>
            <a:endParaRPr lang="en-US" dirty="0"/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6934200" y="1182291"/>
            <a:ext cx="1716088" cy="1103709"/>
            <a:chOff x="4176" y="993"/>
            <a:chExt cx="1273" cy="1119"/>
          </a:xfrm>
        </p:grpSpPr>
        <p:sp>
          <p:nvSpPr>
            <p:cNvPr id="5125" name="Rectangle 14"/>
            <p:cNvSpPr>
              <a:spLocks noChangeArrowheads="1"/>
            </p:cNvSpPr>
            <p:nvPr/>
          </p:nvSpPr>
          <p:spPr bwMode="auto">
            <a:xfrm>
              <a:off x="4176" y="993"/>
              <a:ext cx="1273" cy="1119"/>
            </a:xfrm>
            <a:prstGeom prst="rect">
              <a:avLst/>
            </a:prstGeom>
            <a:solidFill>
              <a:srgbClr val="FFC979"/>
            </a:solidFill>
            <a:ln w="12700">
              <a:solidFill>
                <a:srgbClr val="408585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5126" name="Picture 16" descr="objective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284" y="1080"/>
              <a:ext cx="1056" cy="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10533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26306"/>
            <a:ext cx="8570662" cy="3771900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 dirty="0"/>
              <a:t>Predictable Jobs</a:t>
            </a:r>
          </a:p>
          <a:p>
            <a:pPr lvl="1" algn="just">
              <a:defRPr/>
            </a:pPr>
            <a:r>
              <a:rPr lang="en-US" dirty="0"/>
              <a:t>Most PL/SQL programs do a specific, predictable job. For example, a stored procedure might accept an employee number and increase his salary by updating the </a:t>
            </a:r>
            <a:r>
              <a:rPr lang="en-US" dirty="0" err="1"/>
              <a:t>sal</a:t>
            </a:r>
            <a:r>
              <a:rPr lang="en-US" dirty="0"/>
              <a:t> column in the </a:t>
            </a:r>
            <a:r>
              <a:rPr lang="en-US" dirty="0" err="1"/>
              <a:t>emp</a:t>
            </a:r>
            <a:r>
              <a:rPr lang="en-US" dirty="0"/>
              <a:t> table. In this case, the full text of the UPDATE statement is known at compile time. Such statements do not change from execution to execution. So, they are called </a:t>
            </a:r>
            <a:r>
              <a:rPr lang="en-US" i="1" dirty="0"/>
              <a:t>static </a:t>
            </a:r>
            <a:r>
              <a:rPr lang="en-US" dirty="0"/>
              <a:t>SQL statements. </a:t>
            </a:r>
          </a:p>
          <a:p>
            <a:pPr algn="just">
              <a:defRPr/>
            </a:pPr>
            <a:r>
              <a:rPr lang="en-US" dirty="0"/>
              <a:t>Dynamic Jobs</a:t>
            </a:r>
          </a:p>
          <a:p>
            <a:pPr lvl="1" algn="just">
              <a:defRPr/>
            </a:pPr>
            <a:r>
              <a:rPr lang="en-US" dirty="0"/>
              <a:t>However, some programs must build and process a variety of SQL statements at run time. For example, a stored procedure which accepts a table-name as a parameter and deletes all the row from that table.</a:t>
            </a:r>
          </a:p>
          <a:p>
            <a:pPr lvl="1" algn="just">
              <a:defRPr/>
            </a:pPr>
            <a:r>
              <a:rPr lang="en-US" dirty="0"/>
              <a:t>Such statements can, and probably will, change from execution to execution. So, they are called </a:t>
            </a:r>
            <a:r>
              <a:rPr lang="en-US" i="1" dirty="0"/>
              <a:t>dynamic </a:t>
            </a:r>
            <a:r>
              <a:rPr lang="en-US" dirty="0"/>
              <a:t>SQL statements.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3.1: Introduction to Dynamic SQL</a:t>
            </a:r>
            <a:br>
              <a:rPr lang="en-US" sz="1200" b="1" dirty="0">
                <a:latin typeface="Candara"/>
              </a:rPr>
            </a:br>
            <a:r>
              <a:rPr lang="en-US" b="1" dirty="0">
                <a:latin typeface="Candara"/>
              </a:rPr>
              <a:t>What is Dyna</a:t>
            </a:r>
            <a:r>
              <a:rPr lang="en-US" dirty="0">
                <a:latin typeface="Candara"/>
              </a:rPr>
              <a:t>mic SQL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26306"/>
            <a:ext cx="8570662" cy="3771900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 dirty="0"/>
              <a:t>Dynamic Statements</a:t>
            </a:r>
          </a:p>
          <a:p>
            <a:pPr lvl="1" algn="just"/>
            <a:r>
              <a:rPr lang="en-US" sz="1600" dirty="0"/>
              <a:t>Dynamic SQL statements are stored in character strings built by your program at run time. Such strings must contain the text of a valid SQL statement or PL/SQL block. </a:t>
            </a:r>
          </a:p>
          <a:p>
            <a:pPr lvl="1" algn="just"/>
            <a:r>
              <a:rPr lang="en-US" sz="1600" dirty="0"/>
              <a:t>Such strings can also contain placeholders for bind arguments. </a:t>
            </a:r>
          </a:p>
          <a:p>
            <a:pPr lvl="1" algn="just"/>
            <a:r>
              <a:rPr lang="en-US" sz="1600" dirty="0"/>
              <a:t>A </a:t>
            </a:r>
            <a:r>
              <a:rPr lang="en-US" sz="1600" i="1" dirty="0"/>
              <a:t>placeholder </a:t>
            </a:r>
            <a:r>
              <a:rPr lang="en-US" sz="1600" dirty="0"/>
              <a:t>is a position or an undeclared identifier in the string of a command that you are generating. So the name of the placeholder, to which you must prefix a colon, does not matter. </a:t>
            </a:r>
          </a:p>
          <a:p>
            <a:pPr lvl="1" algn="just"/>
            <a:r>
              <a:rPr lang="en-US" sz="1600" dirty="0"/>
              <a:t>Every placeholder has o be eventually bound with or replace with a value. </a:t>
            </a:r>
          </a:p>
          <a:p>
            <a:pPr lvl="1" algn="just"/>
            <a:r>
              <a:rPr lang="en-US" sz="1600" dirty="0"/>
              <a:t>For example, PL/SQL makes no distinction between the following strings:</a:t>
            </a:r>
          </a:p>
          <a:p>
            <a:pPr lvl="2"/>
            <a:r>
              <a:rPr lang="en-US" dirty="0"/>
              <a:t>’DELETE FROM </a:t>
            </a:r>
            <a:r>
              <a:rPr lang="en-US" dirty="0" err="1"/>
              <a:t>emp</a:t>
            </a:r>
            <a:r>
              <a:rPr lang="en-US" dirty="0"/>
              <a:t> WHERE </a:t>
            </a:r>
            <a:r>
              <a:rPr lang="en-US" dirty="0" err="1"/>
              <a:t>sal</a:t>
            </a:r>
            <a:r>
              <a:rPr lang="en-US" dirty="0"/>
              <a:t> &gt; :</a:t>
            </a:r>
            <a:r>
              <a:rPr lang="en-US" dirty="0" err="1"/>
              <a:t>my_sal</a:t>
            </a:r>
            <a:r>
              <a:rPr lang="en-US" dirty="0"/>
              <a:t> AND </a:t>
            </a:r>
            <a:r>
              <a:rPr lang="en-US" dirty="0" err="1"/>
              <a:t>comm</a:t>
            </a:r>
            <a:r>
              <a:rPr lang="en-US" dirty="0"/>
              <a:t> &lt; :</a:t>
            </a:r>
            <a:r>
              <a:rPr lang="en-US" dirty="0" err="1"/>
              <a:t>my_comm</a:t>
            </a:r>
            <a:r>
              <a:rPr lang="en-US" dirty="0"/>
              <a:t>’</a:t>
            </a:r>
          </a:p>
          <a:p>
            <a:pPr lvl="2"/>
            <a:r>
              <a:rPr lang="en-US" dirty="0"/>
              <a:t>’DELETE FROM emp WHERE </a:t>
            </a:r>
            <a:r>
              <a:rPr lang="en-US" dirty="0" err="1"/>
              <a:t>sal</a:t>
            </a:r>
            <a:r>
              <a:rPr lang="en-US" dirty="0"/>
              <a:t> &gt; :s AND comm &lt; :c’. </a:t>
            </a:r>
          </a:p>
          <a:p>
            <a:pPr lvl="2"/>
            <a:r>
              <a:rPr lang="en-US" dirty="0"/>
              <a:t>’DELETE FROM emp WHERE </a:t>
            </a:r>
            <a:r>
              <a:rPr lang="en-US" dirty="0" err="1"/>
              <a:t>sal</a:t>
            </a:r>
            <a:r>
              <a:rPr lang="en-US" dirty="0"/>
              <a:t> &gt; :1 AND comm &lt; :2’. </a:t>
            </a:r>
          </a:p>
          <a:p>
            <a:pPr lvl="2"/>
            <a:endParaRPr lang="en-US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3.1: Introduction to Dynamic SQL</a:t>
            </a:r>
            <a:br>
              <a:rPr lang="en-US" sz="1200" b="1" dirty="0">
                <a:latin typeface="Candara"/>
              </a:rPr>
            </a:br>
            <a:r>
              <a:rPr lang="en-US" b="1" dirty="0">
                <a:latin typeface="Candara"/>
              </a:rPr>
              <a:t>What is Dyna</a:t>
            </a:r>
            <a:r>
              <a:rPr lang="en-US" dirty="0">
                <a:latin typeface="Candara"/>
              </a:rPr>
              <a:t>mic SQL					….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26306"/>
            <a:ext cx="8570662" cy="3771900"/>
          </a:xfrm>
        </p:spPr>
        <p:txBody>
          <a:bodyPr>
            <a:normAutofit/>
          </a:bodyPr>
          <a:lstStyle/>
          <a:p>
            <a:r>
              <a:rPr lang="en-US" dirty="0"/>
              <a:t>You need dynamic SQL in the following situations:</a:t>
            </a:r>
          </a:p>
          <a:p>
            <a:pPr lvl="1" algn="just"/>
            <a:r>
              <a:rPr lang="en-US" dirty="0"/>
              <a:t>You want to execute a SQL data definition statement (such as CREATE), a data control statement (such as GRANT), or a session control statement (such as ALTER SESSION). </a:t>
            </a:r>
            <a:r>
              <a:rPr lang="en-US" b="1" dirty="0"/>
              <a:t>In PL/SQL, such statements cannot be executed statically.</a:t>
            </a:r>
            <a:endParaRPr lang="en-US" dirty="0"/>
          </a:p>
          <a:p>
            <a:pPr lvl="1" algn="just"/>
            <a:r>
              <a:rPr lang="en-US" dirty="0"/>
              <a:t>You want more flexibility. For example, you might want to </a:t>
            </a:r>
            <a:r>
              <a:rPr lang="en-US" b="1" dirty="0"/>
              <a:t>defer your choice of schema objects until run time.</a:t>
            </a:r>
            <a:r>
              <a:rPr lang="en-US" dirty="0"/>
              <a:t> Or, you might want your program to build </a:t>
            </a:r>
            <a:r>
              <a:rPr lang="en-US" b="1" dirty="0"/>
              <a:t>different search conditions for the WHERE clause</a:t>
            </a:r>
            <a:r>
              <a:rPr lang="en-US" dirty="0"/>
              <a:t> of a SELECT statement. A more complex program might choose from various SQL operations, clauses, etc.</a:t>
            </a:r>
          </a:p>
          <a:p>
            <a:pPr lvl="1" algn="just"/>
            <a:r>
              <a:rPr lang="en-US" dirty="0"/>
              <a:t>You want better performance as compared to DBMS_SQL, something easier to use(Native Dynamic SQL). This is specifically an advantage of Native Dynamic SQL(using EXECUTE IMMEDIATE command)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3.2: </a:t>
            </a:r>
            <a:r>
              <a:rPr lang="en-US" sz="1400" dirty="0">
                <a:latin typeface="Candara"/>
              </a:rPr>
              <a:t>Reasons for using </a:t>
            </a:r>
            <a:r>
              <a:rPr lang="en-US" sz="1400" b="1" dirty="0">
                <a:latin typeface="Candara"/>
              </a:rPr>
              <a:t> to Dynamic SQL</a:t>
            </a:r>
            <a:br>
              <a:rPr lang="en-US" sz="1200" b="1" dirty="0">
                <a:latin typeface="Candara"/>
              </a:rPr>
            </a:br>
            <a:r>
              <a:rPr lang="en-US" b="1" dirty="0">
                <a:latin typeface="Candara"/>
              </a:rPr>
              <a:t>Why do we need Dyna</a:t>
            </a:r>
            <a:r>
              <a:rPr lang="en-US" dirty="0">
                <a:latin typeface="Candara"/>
              </a:rPr>
              <a:t>mic SQL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86588"/>
            <a:ext cx="8570662" cy="371161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To process native dynamic SQL statements, you use the </a:t>
            </a:r>
            <a:r>
              <a:rPr lang="en-US" b="1" dirty="0"/>
              <a:t>EXECUTE IMMEDIATE</a:t>
            </a:r>
            <a:r>
              <a:rPr lang="en-US" dirty="0"/>
              <a:t> statement.</a:t>
            </a:r>
          </a:p>
          <a:p>
            <a:pPr lvl="1">
              <a:buNone/>
            </a:pPr>
            <a:r>
              <a:rPr lang="en-US" dirty="0">
                <a:ln>
                  <a:solidFill>
                    <a:srgbClr val="00B0F0"/>
                  </a:solidFill>
                </a:ln>
              </a:rPr>
              <a:t>begin</a:t>
            </a:r>
          </a:p>
          <a:p>
            <a:pPr>
              <a:buNone/>
            </a:pPr>
            <a:r>
              <a:rPr lang="en-US" dirty="0">
                <a:ln>
                  <a:solidFill>
                    <a:srgbClr val="00B0F0"/>
                  </a:solidFill>
                </a:ln>
              </a:rPr>
              <a:t>		</a:t>
            </a:r>
            <a:r>
              <a:rPr lang="en-US" dirty="0" err="1">
                <a:ln>
                  <a:solidFill>
                    <a:srgbClr val="00B0F0"/>
                  </a:solidFill>
                </a:ln>
              </a:rPr>
              <a:t>dbms_output.put_line</a:t>
            </a:r>
            <a:r>
              <a:rPr lang="en-US" dirty="0">
                <a:ln>
                  <a:solidFill>
                    <a:srgbClr val="00B0F0"/>
                  </a:solidFill>
                </a:ln>
              </a:rPr>
              <a:t>('hello');</a:t>
            </a:r>
          </a:p>
          <a:p>
            <a:pPr>
              <a:buNone/>
            </a:pPr>
            <a:r>
              <a:rPr lang="en-US" dirty="0">
                <a:ln>
                  <a:solidFill>
                    <a:srgbClr val="00B0F0"/>
                  </a:solidFill>
                </a:ln>
              </a:rPr>
              <a:t>		create table </a:t>
            </a:r>
            <a:r>
              <a:rPr lang="en-US" dirty="0" err="1">
                <a:ln>
                  <a:solidFill>
                    <a:srgbClr val="00B0F0"/>
                  </a:solidFill>
                </a:ln>
              </a:rPr>
              <a:t>mydtable</a:t>
            </a:r>
            <a:r>
              <a:rPr lang="en-US" dirty="0">
                <a:ln>
                  <a:solidFill>
                    <a:srgbClr val="00B0F0"/>
                  </a:solidFill>
                </a:ln>
              </a:rPr>
              <a:t>(</a:t>
            </a:r>
            <a:r>
              <a:rPr lang="en-US" dirty="0" err="1">
                <a:ln>
                  <a:solidFill>
                    <a:srgbClr val="00B0F0"/>
                  </a:solidFill>
                </a:ln>
              </a:rPr>
              <a:t>empno</a:t>
            </a:r>
            <a:r>
              <a:rPr lang="en-US" dirty="0">
                <a:ln>
                  <a:solidFill>
                    <a:srgbClr val="00B0F0"/>
                  </a:solidFill>
                </a:ln>
              </a:rPr>
              <a:t> number, </a:t>
            </a:r>
            <a:r>
              <a:rPr lang="en-US" dirty="0" err="1">
                <a:ln>
                  <a:solidFill>
                    <a:srgbClr val="00B0F0"/>
                  </a:solidFill>
                </a:ln>
              </a:rPr>
              <a:t>ename</a:t>
            </a:r>
            <a:r>
              <a:rPr lang="en-US" dirty="0">
                <a:ln>
                  <a:solidFill>
                    <a:srgbClr val="00B0F0"/>
                  </a:solidFill>
                </a:ln>
              </a:rPr>
              <a:t> char(10));</a:t>
            </a:r>
          </a:p>
          <a:p>
            <a:pPr>
              <a:buNone/>
            </a:pPr>
            <a:r>
              <a:rPr lang="en-US" dirty="0">
                <a:ln>
                  <a:solidFill>
                    <a:srgbClr val="00B0F0"/>
                  </a:solidFill>
                </a:ln>
              </a:rPr>
              <a:t>	end;</a:t>
            </a:r>
          </a:p>
          <a:p>
            <a:pPr>
              <a:buNone/>
            </a:pPr>
            <a:r>
              <a:rPr lang="en-US" dirty="0">
                <a:ln>
                  <a:solidFill>
                    <a:srgbClr val="00B0F0"/>
                  </a:solidFill>
                </a:ln>
              </a:rPr>
              <a:t>	/</a:t>
            </a:r>
          </a:p>
          <a:p>
            <a:pPr>
              <a:buNone/>
            </a:pPr>
            <a:r>
              <a:rPr lang="en-US" dirty="0"/>
              <a:t>	this will give an error</a:t>
            </a:r>
          </a:p>
          <a:p>
            <a:endParaRPr lang="en-US" dirty="0"/>
          </a:p>
          <a:p>
            <a:r>
              <a:rPr lang="en-US" dirty="0"/>
              <a:t>The dynamic string can contain any SQL statement (</a:t>
            </a:r>
            <a:r>
              <a:rPr lang="en-US" i="1" dirty="0"/>
              <a:t>without </a:t>
            </a:r>
            <a:r>
              <a:rPr lang="en-US" dirty="0"/>
              <a:t>the terminator) or any PL/SQL block(with the terminator). The string can also contain placeholders for bind arguments.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>
                <a:ln>
                  <a:solidFill>
                    <a:srgbClr val="00B0F0"/>
                  </a:solidFill>
                </a:ln>
              </a:rPr>
              <a:t>begin</a:t>
            </a:r>
          </a:p>
          <a:p>
            <a:pPr>
              <a:buNone/>
            </a:pPr>
            <a:r>
              <a:rPr lang="en-US" dirty="0">
                <a:ln>
                  <a:solidFill>
                    <a:srgbClr val="00B0F0"/>
                  </a:solidFill>
                </a:ln>
              </a:rPr>
              <a:t>		</a:t>
            </a:r>
            <a:r>
              <a:rPr lang="en-US" dirty="0" err="1">
                <a:ln>
                  <a:solidFill>
                    <a:srgbClr val="00B0F0"/>
                  </a:solidFill>
                </a:ln>
              </a:rPr>
              <a:t>dbms_output.put_line</a:t>
            </a:r>
            <a:r>
              <a:rPr lang="en-US" dirty="0">
                <a:ln>
                  <a:solidFill>
                    <a:srgbClr val="00B0F0"/>
                  </a:solidFill>
                </a:ln>
              </a:rPr>
              <a:t>('hello');</a:t>
            </a:r>
          </a:p>
          <a:p>
            <a:pPr>
              <a:buNone/>
            </a:pPr>
            <a:r>
              <a:rPr lang="en-US" dirty="0">
                <a:ln>
                  <a:solidFill>
                    <a:srgbClr val="00B0F0"/>
                  </a:solidFill>
                </a:ln>
              </a:rPr>
              <a:t>		execute immediate 'create table mydtable1(</a:t>
            </a:r>
            <a:r>
              <a:rPr lang="en-US" dirty="0" err="1">
                <a:ln>
                  <a:solidFill>
                    <a:srgbClr val="00B0F0"/>
                  </a:solidFill>
                </a:ln>
              </a:rPr>
              <a:t>empno</a:t>
            </a:r>
            <a:r>
              <a:rPr lang="en-US" dirty="0">
                <a:ln>
                  <a:solidFill>
                    <a:srgbClr val="00B0F0"/>
                  </a:solidFill>
                </a:ln>
              </a:rPr>
              <a:t> number, </a:t>
            </a:r>
            <a:r>
              <a:rPr lang="en-US" dirty="0" err="1">
                <a:ln>
                  <a:solidFill>
                    <a:srgbClr val="00B0F0"/>
                  </a:solidFill>
                </a:ln>
              </a:rPr>
              <a:t>ename</a:t>
            </a:r>
            <a:r>
              <a:rPr lang="en-US" dirty="0">
                <a:ln>
                  <a:solidFill>
                    <a:srgbClr val="00B0F0"/>
                  </a:solidFill>
                </a:ln>
              </a:rPr>
              <a:t> char(10))';</a:t>
            </a:r>
          </a:p>
          <a:p>
            <a:pPr>
              <a:buNone/>
            </a:pPr>
            <a:r>
              <a:rPr lang="en-US" dirty="0">
                <a:ln>
                  <a:solidFill>
                    <a:srgbClr val="00B0F0"/>
                  </a:solidFill>
                </a:ln>
              </a:rPr>
              <a:t>	end;</a:t>
            </a:r>
          </a:p>
          <a:p>
            <a:pPr>
              <a:buNone/>
            </a:pPr>
            <a:r>
              <a:rPr lang="en-US" dirty="0">
                <a:ln>
                  <a:solidFill>
                    <a:srgbClr val="00B0F0"/>
                  </a:solidFill>
                </a:ln>
              </a:rPr>
              <a:t>	/</a:t>
            </a:r>
          </a:p>
          <a:p>
            <a:pPr>
              <a:buNone/>
            </a:pPr>
            <a:r>
              <a:rPr lang="en-US" dirty="0"/>
              <a:t>	this will work and create the table.</a:t>
            </a:r>
          </a:p>
          <a:p>
            <a:pPr>
              <a:buNone/>
            </a:pPr>
            <a:endParaRPr lang="en-US" dirty="0">
              <a:ln>
                <a:solidFill>
                  <a:srgbClr val="00B0F0"/>
                </a:solidFill>
              </a:ln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3.3: </a:t>
            </a:r>
            <a:r>
              <a:rPr lang="en-US" sz="1400" dirty="0">
                <a:latin typeface="Candara"/>
              </a:rPr>
              <a:t>Native</a:t>
            </a:r>
            <a:r>
              <a:rPr lang="en-US" sz="1400" b="1" dirty="0">
                <a:latin typeface="Candara"/>
              </a:rPr>
              <a:t> Dynamic SQL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E</a:t>
            </a:r>
            <a:r>
              <a:rPr lang="en-US" b="1" dirty="0">
                <a:latin typeface="Candara"/>
              </a:rPr>
              <a:t>xecute Immediate 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14400"/>
            <a:ext cx="8570662" cy="388620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US" sz="4800" dirty="0"/>
              <a:t>To provide values to the place-holders, we use the </a:t>
            </a:r>
            <a:r>
              <a:rPr lang="en-US" sz="4800" b="1" dirty="0"/>
              <a:t>USING clause of EXECUTE IMMEDIATE</a:t>
            </a:r>
            <a:r>
              <a:rPr lang="en-US" sz="4800" dirty="0"/>
              <a:t> statement :</a:t>
            </a:r>
          </a:p>
          <a:p>
            <a:pPr>
              <a:buNone/>
            </a:pPr>
            <a:r>
              <a:rPr lang="en-US" sz="4800" dirty="0">
                <a:solidFill>
                  <a:srgbClr val="00B0F0"/>
                </a:solidFill>
              </a:rPr>
              <a:t>	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empid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number(4) := 101;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ebon number(7):=12000;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begin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'create table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mybonus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(id number, amt number)';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'insert into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mybonus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values (:1, :2)' using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empid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ebon;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end;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/</a:t>
            </a:r>
          </a:p>
          <a:p>
            <a:pPr>
              <a:buNone/>
            </a:pPr>
            <a:endParaRPr lang="en-US" sz="32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declare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empid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number(4) := 101;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ebon number(7):=12000;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sqlt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varchar2(100):= 'insert into mybonus1 values (:1, :2)';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begin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'create table mybonus1(id number, amt number)';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sqlt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using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empid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ebon;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end;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3.4: Place-Holders of </a:t>
            </a:r>
            <a:r>
              <a:rPr lang="en-US" sz="1400" dirty="0">
                <a:latin typeface="Candara"/>
              </a:rPr>
              <a:t>Native</a:t>
            </a:r>
            <a:r>
              <a:rPr lang="en-US" sz="1400" b="1" dirty="0">
                <a:latin typeface="Candara"/>
              </a:rPr>
              <a:t> Dynamic SQL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USING clause of E</a:t>
            </a:r>
            <a:r>
              <a:rPr lang="en-US" b="1" dirty="0">
                <a:latin typeface="Candara"/>
              </a:rPr>
              <a:t>xecute Immediate 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1034716"/>
            <a:ext cx="8570662" cy="363353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US" sz="4800" dirty="0"/>
              <a:t>To provide values to the place-holders, we use the </a:t>
            </a:r>
            <a:r>
              <a:rPr lang="en-US" sz="4800" b="1" dirty="0"/>
              <a:t>USING clause of EXECUTE IMMEDIATE</a:t>
            </a:r>
            <a:r>
              <a:rPr lang="en-US" sz="4800" dirty="0"/>
              <a:t> statement :</a:t>
            </a:r>
          </a:p>
          <a:p>
            <a:pPr>
              <a:buNone/>
            </a:pPr>
            <a:r>
              <a:rPr lang="en-US" sz="4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 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sqlt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varchar2(100):= 'insert into mybonus11 values (:1, :2)';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begin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'create table mybonus11 (id number, amt number)';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sqlt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using &amp;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empid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&amp;ebon;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end;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/</a:t>
            </a:r>
          </a:p>
          <a:p>
            <a:pPr>
              <a:buNone/>
            </a:pPr>
            <a:endParaRPr lang="en-US" sz="56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declare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sqlt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varchar2(100):= 'insert into mybonus11 values (:1, :2)';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begin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execute immediate 'create table mybonus11 (id number, amt number)';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</a:t>
            </a:r>
            <a:r>
              <a:rPr lang="en-US" sz="56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sqlt</a:t>
            </a: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using 101, 12000;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end;</a:t>
            </a:r>
          </a:p>
          <a:p>
            <a:pPr>
              <a:buNone/>
            </a:pPr>
            <a:r>
              <a:rPr lang="en-US" sz="56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3.4: Place-Holders of </a:t>
            </a:r>
            <a:r>
              <a:rPr lang="en-US" sz="1400" dirty="0">
                <a:latin typeface="Candara"/>
              </a:rPr>
              <a:t>Native</a:t>
            </a:r>
            <a:r>
              <a:rPr lang="en-US" sz="1400" b="1" dirty="0">
                <a:latin typeface="Candara"/>
              </a:rPr>
              <a:t> Dynamic SQL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USING clause of E</a:t>
            </a:r>
            <a:r>
              <a:rPr lang="en-US" b="1" dirty="0">
                <a:latin typeface="Candara"/>
              </a:rPr>
              <a:t>xecute Immediate			….</a:t>
            </a:r>
            <a:r>
              <a:rPr lang="en-US" b="1" dirty="0" err="1">
                <a:latin typeface="Candara"/>
              </a:rPr>
              <a:t>contd</a:t>
            </a:r>
            <a:r>
              <a:rPr lang="en-US" b="1" dirty="0">
                <a:latin typeface="Candara"/>
              </a:rPr>
              <a:t> 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1034716"/>
            <a:ext cx="8570662" cy="372867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1400" dirty="0"/>
              <a:t>To provide values to the place-holders, we use the </a:t>
            </a:r>
            <a:r>
              <a:rPr lang="en-US" sz="1400" b="1" dirty="0"/>
              <a:t>USING clause of EXECUTE IMMEDIATE</a:t>
            </a:r>
            <a:r>
              <a:rPr lang="en-US" sz="1400" dirty="0"/>
              <a:t> statement :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declare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vdeptno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number(2):=10;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varchar2(100);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begin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'select *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--execute immediate 'select *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where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=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vdeptno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--the above statement will give an error as inside the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string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vdeptno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 not going be treated as a 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---variable and will be treated as if it was a column of that table and hence error 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--hence,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predede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it with a :to treat it as placeholder, followed by the  </a:t>
            </a:r>
            <a:r>
              <a:rPr lang="en-US" sz="1400" b="1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using 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clause. In this case, it will search for a 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--column named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vdeptno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 the table and since such a column does not exist, it will give error  ‘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vdeptno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--is invalid identifier’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'select *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where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=: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pdeptno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 using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vdeptno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:='select *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where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=:b';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using 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vdeptno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end;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3.4: Place-Holders of </a:t>
            </a:r>
            <a:r>
              <a:rPr lang="en-US" sz="1400" dirty="0">
                <a:latin typeface="Candara"/>
              </a:rPr>
              <a:t>Native</a:t>
            </a:r>
            <a:r>
              <a:rPr lang="en-US" sz="1400" b="1" dirty="0">
                <a:latin typeface="Candara"/>
              </a:rPr>
              <a:t> Dynamic SQL</a:t>
            </a:r>
            <a:br>
              <a:rPr lang="en-US" sz="1200" b="1" dirty="0">
                <a:latin typeface="Candara"/>
              </a:rPr>
            </a:br>
            <a:r>
              <a:rPr lang="en-US" dirty="0">
                <a:latin typeface="Candara"/>
              </a:rPr>
              <a:t>USING clause of E</a:t>
            </a:r>
            <a:r>
              <a:rPr lang="en-US" b="1" dirty="0">
                <a:latin typeface="Candara"/>
              </a:rPr>
              <a:t>xecute Immediate			….</a:t>
            </a:r>
            <a:r>
              <a:rPr lang="en-US" b="1" dirty="0" err="1">
                <a:latin typeface="Candara"/>
              </a:rPr>
              <a:t>contd</a:t>
            </a:r>
            <a:r>
              <a:rPr lang="en-US" b="1" dirty="0">
                <a:latin typeface="Candara"/>
              </a:rPr>
              <a:t> 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1034716"/>
            <a:ext cx="8570662" cy="3633537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1400" dirty="0"/>
              <a:t>To retrieve values into variables, we use the </a:t>
            </a:r>
            <a:r>
              <a:rPr lang="en-US" sz="1400" b="1" dirty="0"/>
              <a:t>INTO clause of EXECUTE IMMEDIATE</a:t>
            </a:r>
            <a:r>
              <a:rPr lang="en-US" sz="1400" dirty="0"/>
              <a:t> statement :</a:t>
            </a:r>
          </a:p>
          <a:p>
            <a:pPr>
              <a:buNone/>
            </a:pPr>
            <a:r>
              <a:rPr lang="en-US" sz="1200" dirty="0"/>
              <a:t>	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eid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number:=7900;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edata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emp%rowtype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begin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'select *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where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=:1' into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edata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using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eid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('employee id : '||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edata.empno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||'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 : '||edata.sal);</a:t>
            </a:r>
          </a:p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eid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:=7902;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'select *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where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=:1' into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edata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using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eid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('employee id : '||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edata.empno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||'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 : '||edata.sal);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exception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when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no_data_found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then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('no such employee');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end;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3.5: INTO clause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INTO clause to retrieve values</a:t>
            </a:r>
            <a:r>
              <a:rPr lang="en-US" b="1" dirty="0">
                <a:latin typeface="Candara"/>
              </a:rPr>
              <a:t>		 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26432"/>
            <a:ext cx="8570662" cy="3814010"/>
          </a:xfrm>
        </p:spPr>
        <p:txBody>
          <a:bodyPr>
            <a:normAutofit/>
          </a:bodyPr>
          <a:lstStyle/>
          <a:p>
            <a:pPr algn="just"/>
            <a:r>
              <a:rPr lang="en-US" sz="1400" dirty="0"/>
              <a:t>Use </a:t>
            </a:r>
            <a:r>
              <a:rPr lang="en-US" sz="1400" b="1" dirty="0"/>
              <a:t>of EXECUTE IMMEDIATE</a:t>
            </a:r>
            <a:r>
              <a:rPr lang="en-US" sz="1400" dirty="0"/>
              <a:t> to generate a PLSQL block dynamically :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or replace procedure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addone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number) is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insert into mybonus1 values(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plsql_block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varchar2(500);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plsql_block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:= 'begin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addone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(105, 15000); end;';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plsql_block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3.6: Generating PLSQL dynamically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PLSQL block using EXECUTE IMMEDIATE</a:t>
            </a:r>
            <a:r>
              <a:rPr lang="en-US" b="1" dirty="0">
                <a:latin typeface="Candara"/>
              </a:rPr>
              <a:t>		 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926432"/>
            <a:ext cx="8570662" cy="3814010"/>
          </a:xfrm>
        </p:spPr>
        <p:txBody>
          <a:bodyPr>
            <a:normAutofit/>
          </a:bodyPr>
          <a:lstStyle/>
          <a:p>
            <a:pPr algn="just"/>
            <a:r>
              <a:rPr lang="en-US" sz="1400" dirty="0"/>
              <a:t>Use </a:t>
            </a:r>
            <a:r>
              <a:rPr lang="en-US" sz="1400" b="1" dirty="0"/>
              <a:t>of EXECUTE IMMEDIATE</a:t>
            </a:r>
            <a:r>
              <a:rPr lang="en-US" sz="1400" dirty="0"/>
              <a:t> to generate a PLSQL block dynamically :</a:t>
            </a:r>
          </a:p>
          <a:p>
            <a:pPr>
              <a:buNone/>
            </a:pPr>
            <a:endParaRPr lang="en-US" sz="18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8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plsql_block</a:t>
            </a: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varchar2(500);</a:t>
            </a:r>
          </a:p>
          <a:p>
            <a:pPr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		</a:t>
            </a:r>
            <a:r>
              <a:rPr lang="en-US" sz="18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plsql_block</a:t>
            </a: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:= 'begin </a:t>
            </a:r>
            <a:r>
              <a:rPr lang="en-US" sz="18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addone</a:t>
            </a: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(:a, :b); end;';</a:t>
            </a:r>
          </a:p>
          <a:p>
            <a:pPr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</a:t>
            </a:r>
            <a:r>
              <a:rPr lang="en-US" sz="18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plsql_block</a:t>
            </a: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using 7905, 18000;</a:t>
            </a:r>
          </a:p>
          <a:p>
            <a:pPr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8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3.6: Generating PLSQL dynamically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PLSQL block using EXECUTE IMMEDIATE                 ….</a:t>
            </a:r>
            <a:r>
              <a:rPr lang="en-US" dirty="0" err="1">
                <a:latin typeface="Candara"/>
              </a:rPr>
              <a:t>contd</a:t>
            </a:r>
            <a:r>
              <a:rPr lang="en-US" b="1" dirty="0">
                <a:latin typeface="Candara"/>
              </a:rPr>
              <a:t> 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1034716"/>
            <a:ext cx="8570662" cy="3633537"/>
          </a:xfrm>
        </p:spPr>
        <p:txBody>
          <a:bodyPr>
            <a:normAutofit/>
          </a:bodyPr>
          <a:lstStyle/>
          <a:p>
            <a:pPr algn="just"/>
            <a:r>
              <a:rPr lang="en-US" sz="1400" dirty="0"/>
              <a:t>To retrieve values into variables from DMLs, we use the </a:t>
            </a:r>
            <a:r>
              <a:rPr lang="en-US" sz="1400" b="1" dirty="0"/>
              <a:t>RETURNING INTO clause of EXECUTE IMMEDIATE</a:t>
            </a:r>
            <a:r>
              <a:rPr lang="en-US" sz="1400" dirty="0"/>
              <a:t> statement :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declare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sql_stmt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varchar2(100):='update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set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= sal+2000 where id = :1 returning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into :2';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emp_id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number:=&amp;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bon number;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begin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sql_stmt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using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emp_id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returning into bon;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(bon);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end;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/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/>
              <a:t>The ‘Returning into’ clause returns the new updated salary into the variable bon.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465138" y="98992"/>
            <a:ext cx="81534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3.7:  RETURNING INTO clause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RETURNING INTO clause to retrieve values through DMLs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1034716"/>
            <a:ext cx="8570662" cy="3633537"/>
          </a:xfrm>
        </p:spPr>
        <p:txBody>
          <a:bodyPr>
            <a:normAutofit/>
          </a:bodyPr>
          <a:lstStyle/>
          <a:p>
            <a:pPr algn="just"/>
            <a:r>
              <a:rPr lang="en-US" sz="1400" dirty="0"/>
              <a:t>To retrieve values into variables from DMLs, we use the </a:t>
            </a:r>
            <a:r>
              <a:rPr lang="en-US" sz="1400" b="1" dirty="0"/>
              <a:t>RETURNING INTO clause of EXECUTE IMMEDIATE</a:t>
            </a:r>
            <a:r>
              <a:rPr lang="en-US" sz="1400" dirty="0"/>
              <a:t> statement :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emp_id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number:=&amp;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vcomm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'delete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where id=:1 returning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comm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into :2,:3' using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emp_id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returning into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vcomm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('deleted employee is has commission:'||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vcomm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||' and his salary is : '||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3.7:  RETURNING INTO clause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RETURNING INTO clause to retrieve values through DMLs   …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1034716"/>
            <a:ext cx="8570662" cy="3633537"/>
          </a:xfrm>
        </p:spPr>
        <p:txBody>
          <a:bodyPr>
            <a:normAutofit/>
          </a:bodyPr>
          <a:lstStyle/>
          <a:p>
            <a:pPr algn="just"/>
            <a:r>
              <a:rPr lang="en-US" sz="1400" dirty="0"/>
              <a:t>Stored Procedure to accept the name of a database table (such as ’</a:t>
            </a:r>
            <a:r>
              <a:rPr lang="en-US" sz="1400" dirty="0" err="1"/>
              <a:t>emp</a:t>
            </a:r>
            <a:r>
              <a:rPr lang="en-US" sz="1400" dirty="0"/>
              <a:t>’) and an optional where-clause condition (such as ’</a:t>
            </a:r>
            <a:r>
              <a:rPr lang="en-US" sz="1400" dirty="0" err="1"/>
              <a:t>sal</a:t>
            </a:r>
            <a:r>
              <a:rPr lang="en-US" sz="1400" dirty="0"/>
              <a:t> &gt; 2000’). if you omit the condition, the procedure deletes all rows from the table. Otherwise, the procedure deletes only those rows that meet the condition :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procedure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delete_rows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table_name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 varchar2,  condition in varchar2 default null) as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where_clause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varchar2(100) := ' where ' || condition;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if condition is null then 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where_clause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:= null; 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end if;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'delete from ' ||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table_name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||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where_clause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exec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delete_rows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salgrade','grade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&gt;=4');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exec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delete_rows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(‘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’);</a:t>
            </a:r>
          </a:p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3.8:  Dynamic SQL in Stored Procedure 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Stored Procedure generating a Dynamic SQL statement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1034716"/>
            <a:ext cx="8570662" cy="363353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1400" dirty="0"/>
              <a:t>With the USING clause, you need not specify a parameter mode for INPUT bind arguments because the default mode is IN. However, OUT and IN OUT modes can be specified as per situation.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sql_stmt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varchar2(200);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number:= 909;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varchar2(30);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my_comm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 := 3250;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mynewsal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sql_stmt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:= 'update emp set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= :1 where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= :2 returning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comm,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 into :3, :4,:5';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/* bind returned values through USING clause. */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sql_stmt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using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out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out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my_comm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out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mynewsal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||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my_comm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||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mynewsal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3.9:  Using clause with modes 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USING clause with IN, OUT and IN OUT modes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1034716"/>
            <a:ext cx="8819147" cy="3633537"/>
          </a:xfrm>
        </p:spPr>
        <p:txBody>
          <a:bodyPr>
            <a:normAutofit/>
          </a:bodyPr>
          <a:lstStyle/>
          <a:p>
            <a:pPr algn="just"/>
            <a:r>
              <a:rPr lang="en-US" sz="1400" dirty="0"/>
              <a:t>When appropriate, you must specify the OUT or IN OUT mode for bind arguments passed as parameters. For example, suppose you want to call the following standalone procedure:</a:t>
            </a:r>
          </a:p>
          <a:p>
            <a:pPr>
              <a:buNone/>
            </a:pPr>
            <a:endParaRPr lang="en-US" sz="12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sequence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deptno_seq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start with 51 increment by 1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or replace PROCEDURE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create_dept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pdeptno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 OUT NUMBER,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dname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 VARCHAR2, loc IN VARCHAR2)  AS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If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pdeptno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&lt;=50 then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SELECT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deptno_seq.NEXTVAL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INTO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pdeptno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FROM dual;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 if;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INSERT INTO dept VALUES 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pdeptno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dname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loc);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3.9:  Using clause with modes 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USING clause with IN, OUT and IN OUT modes		……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1034716"/>
            <a:ext cx="8819147" cy="3633537"/>
          </a:xfrm>
        </p:spPr>
        <p:txBody>
          <a:bodyPr>
            <a:normAutofit/>
          </a:bodyPr>
          <a:lstStyle/>
          <a:p>
            <a:pPr algn="just"/>
            <a:r>
              <a:rPr lang="en-US" sz="1400" dirty="0"/>
              <a:t>To call the procedure from a dynamic PL/SQL block, you must specify the IN  OUT mode(only IN or only OUT will give an error) for the bind argument associated with formal parameter </a:t>
            </a:r>
            <a:r>
              <a:rPr lang="en-US" sz="1400" dirty="0" err="1"/>
              <a:t>deptno</a:t>
            </a:r>
            <a:r>
              <a:rPr lang="en-US" sz="1400" dirty="0"/>
              <a:t>, as follows:</a:t>
            </a:r>
          </a:p>
          <a:p>
            <a:pPr>
              <a:buNone/>
            </a:pPr>
            <a:endParaRPr lang="en-US" sz="12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plsql_block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VARCHAR2(500);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new_deptno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NUMBER(2);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new_dname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VARCHAR2(14) := ’ADVERTISING’;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new_loc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VARCHAR2(13) := ’NEW YORK’;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plsql_block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:= ’BEGIN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create_dept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(:a, :b, :c); END;’;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plsql_block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USING IN OUT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new_deptno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new_dname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new_loc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new_deptno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3.9:  Using clause with modes 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USING clause with IN, OUT and IN OUT modes		……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1034716"/>
            <a:ext cx="8819147" cy="363353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1400" dirty="0"/>
              <a:t>To associate a cursor-variable with a query using OPEN….FOR:</a:t>
            </a:r>
          </a:p>
          <a:p>
            <a:pPr>
              <a:buNone/>
            </a:pPr>
            <a:endParaRPr lang="en-US" sz="12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type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empcurtyp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 ref cursor; -- define weak ref cursor type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emp_cv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empcurtyp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 -- declare cursor variable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my_ename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varchar2(15);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my_sal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 := 1000;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open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emp_cv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for 'select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from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where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&gt; :s' using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my_sal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-- open cursor variable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loop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fetch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emp_cv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into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my_ename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my_sal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 -- fetch next row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exit when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emp_cv%notfound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 -- exit loop when last row is fetched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('Name : '||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my_ename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||' Salary : '||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my_sal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end loop;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close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emp_cv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 -- close cursor variable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3.10:  Cursor Variables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Using Cursor Variables with Dynamic SQL	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1034716"/>
            <a:ext cx="8819147" cy="363353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1400" dirty="0"/>
              <a:t>To associate a query accepted as string-parameter with a cursor-variable using OPEN….FOR:</a:t>
            </a:r>
          </a:p>
          <a:p>
            <a:pPr>
              <a:buNone/>
            </a:pPr>
            <a:endParaRPr lang="en-US" sz="12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or replace procedure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myproc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pquery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varchar2,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psal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emp.sal%type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 is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emp_cv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sys_refcursor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 -- declare cursor variable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my_ename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emp.ename%type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my_sal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emp.sal%type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open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emp_cv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for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pquery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using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psal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loop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fetch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emp_cv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into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my_ename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my_sal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 -- fetch next row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exit when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emp_cv%notfound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 -- exit loop when last row is fetched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('Name : '||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my_ename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||' Salary : '||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my_sal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end loop;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close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emp_cv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 -- close cursor variable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</a:t>
            </a:r>
          </a:p>
          <a:p>
            <a:pPr>
              <a:buNone/>
            </a:pP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exec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myproc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('select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from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where </a:t>
            </a:r>
            <a:r>
              <a:rPr lang="en-US" sz="13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</a:t>
            </a:r>
            <a:r>
              <a:rPr lang="en-US" sz="13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&gt;:x',1000);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3.10:  Cursor Variables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Using Cursor Variables with Dynamic SQL		……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1034716"/>
            <a:ext cx="8819147" cy="3633537"/>
          </a:xfrm>
        </p:spPr>
        <p:txBody>
          <a:bodyPr>
            <a:normAutofit/>
          </a:bodyPr>
          <a:lstStyle/>
          <a:p>
            <a:pPr algn="just"/>
            <a:r>
              <a:rPr lang="en-US" sz="1400" dirty="0"/>
              <a:t>To create an Object-type and a </a:t>
            </a:r>
            <a:r>
              <a:rPr lang="en-US" sz="1400" dirty="0" err="1"/>
              <a:t>Varray</a:t>
            </a:r>
            <a:r>
              <a:rPr lang="en-US" sz="1400" dirty="0"/>
              <a:t> Object-type :</a:t>
            </a:r>
          </a:p>
          <a:p>
            <a:pPr>
              <a:buNone/>
            </a:pPr>
            <a:endParaRPr lang="en-US" sz="12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type person as object (name varchar2(25), age number);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or replace type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myhobby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varray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(10) of varchar2(25);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r>
              <a:rPr lang="en-US" sz="1200" dirty="0"/>
              <a:t>Using dynamic SQL, you can write a package of procedures that uses these types, as follows:</a:t>
            </a:r>
          </a:p>
          <a:p>
            <a:pPr>
              <a:buNone/>
            </a:pPr>
            <a:r>
              <a:rPr lang="en-US" sz="1200" dirty="0"/>
              <a:t> 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package teams as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procedure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create_table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tab_name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procedure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insert_row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tab_name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varchar2, p person, h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myhobby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procedure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print_table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tab_name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endParaRPr lang="en-US" sz="12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3.11:  Objects and Dynamic SQL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Using OBJECT-TYPE and VARRAY with Dynamic SQL	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78306"/>
            <a:ext cx="8819147" cy="378994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or replace  package body teams as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procedure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create_table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tab_name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varchar2) is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begin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'create table ' ||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tab_name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||'(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pers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person,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hobbs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myhobby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)';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end;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 	procedure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insert_row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tab_name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varchar2, p person, h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myhobby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 is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begin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'insert into ' ||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tab_name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|| ' values (:1, :2)' using p, h;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end;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procedure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print_table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tab_name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varchar2) is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type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refcurtyp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 ref cursor;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cv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refcurtyp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p person;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h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myhobby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begin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open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cv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for 'select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pers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hobbs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from ' ||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tab_name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endParaRPr lang="en-US" sz="12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3.11:  Objects and Dynamic SQL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Using OBJECT-TYPE and VARRAY with Dynamic SQL    …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90338"/>
            <a:ext cx="8819147" cy="386213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 	 	loop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	fetch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cv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into p, h;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	exit when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cv%notfound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('Customer Age :'||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p.age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||' Customer Name :' || p.name);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	For y in 1..h.count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	Loop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('Hobbies '||y||' '||h(y)); End loop;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end loop;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close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cv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end; end;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 algn="just"/>
            <a:r>
              <a:rPr lang="en-US" sz="1200" dirty="0"/>
              <a:t>Grant the below mentioned privilege or  else you wont be able to create a table thru native dynamic </a:t>
            </a:r>
            <a:r>
              <a:rPr lang="en-US" sz="1200" dirty="0" err="1"/>
              <a:t>sql</a:t>
            </a:r>
            <a:r>
              <a:rPr lang="en-US" sz="1200" dirty="0"/>
              <a:t> through a stored or packaged procedure(another object)</a:t>
            </a:r>
          </a:p>
          <a:p>
            <a:pPr>
              <a:buNone/>
            </a:pPr>
            <a:r>
              <a:rPr lang="en-US" sz="1200" dirty="0"/>
              <a:t>		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Grant create any table to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scott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r>
              <a:rPr lang="en-US" sz="1200" dirty="0"/>
              <a:t>Execute the packaged-procedures as follows :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teams.create_table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('a'); 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teams.insert_row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('a' ,person ('Hemant', 28),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myhobby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('cricket', 'hockey', '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footbal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'));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teams.print_table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('a');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3.11:  Objects and Dynamic SQL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Using OBJECT-TYPE and VARRAY with Dynamic SQL    …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1010652"/>
            <a:ext cx="8819147" cy="3741821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TYPE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EmpCurTyp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 REF CURSOR;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TYPE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NumList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 TABLE OF NUMBER;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TYPE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NameList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 TABLE OF VARCHAR2(15);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emp_cv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EmpCurTyp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NumList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NumList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NameList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a number;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number:=1;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BEGIN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OPEN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emp_cv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FOR 'SELECT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FROM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--following statement is implementation of BULK…FETCH 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FETCH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emp_cv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BULK COLLECT INTO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CLOSE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emp_cv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3.12:  Bulk Fetch and Bulk Collect  with Dynamic SQL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Using BULK FETCH and BULK COLLECT with Dynamic SQL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90338"/>
            <a:ext cx="8819147" cy="3862136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12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--following statement is implementation of BULK…COLLECT 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'SELECT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FROM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  BULK COLLECT INTO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a:=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empnos.count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While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&lt;=a loop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)||' '||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)||' '||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:=ctr+1;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End loop; 	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</a:t>
            </a:r>
            <a:r>
              <a:rPr lang="en-US" sz="1200" dirty="0"/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3.12:  Bulk Fetch and Bulk Collect  with Dynamic SQL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Using BULK FETCH and BULK COLLECT with Dynamic SQL …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902368"/>
            <a:ext cx="8819147" cy="385010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TYPE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NameList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 TABLE OF VARCHAR2(15);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NameList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comm_amt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 := 500;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sql_stmt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VARCHAR(200);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a number;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number:=1;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sql_stmt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:= 'UPDATE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SET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comm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= :1 where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deptno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=30 RETURNING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INTO :2';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sql_stmt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USING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comm_amt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RETURNING BULK COLLECT INTO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a:=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enames.count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While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&lt;=a loop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:=ctr+1;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End loop;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 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3.13:  Returning Bulk Collect  with Dynamic SQL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Using RETURNING BULK COLLECT with Dynamic SQL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TYPE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NumList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 TABLE OF NUMBER;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TYPE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NameList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IS TABLE OF VARCHAR2(15);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NumList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NameList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a number; 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number:=1;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:=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NumList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(7900,7902, 7369,7844,7876,7788,7782);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--Implementation of BULK FOR ALL using the USING clause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FORALL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 3..5 </a:t>
            </a:r>
          </a:p>
          <a:p>
            <a:pPr algn="just"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'UPDATE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SET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=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* 1.1 WHERE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= :1 RETURNING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INTO :2‘ 	USING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 RETURNING BULK COLLECT INTO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		a:=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enames.count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While 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&lt;=a loop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enames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));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	</a:t>
            </a:r>
            <a:r>
              <a:rPr lang="en-US" sz="12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ctr</a:t>
            </a: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:=ctr+1;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End loop;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2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3.14: </a:t>
            </a:r>
            <a:r>
              <a:rPr lang="en-US" sz="1200" dirty="0"/>
              <a:t>Bulk Bind and Bulk Collect with Dynamic SQL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Using BULK BIND and BULK COLLECT with Dynamic SQL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r>
              <a:rPr lang="en-US" sz="1400" dirty="0"/>
              <a:t>  Object names/column names in the dynamic </a:t>
            </a:r>
            <a:r>
              <a:rPr lang="en-US" sz="1400" dirty="0" err="1"/>
              <a:t>sql</a:t>
            </a:r>
            <a:r>
              <a:rPr lang="en-US" sz="1400" dirty="0"/>
              <a:t> string have to appended using the concatenation operator.</a:t>
            </a: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mytabx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varchar2(10):='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mytabx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execute immediate 'create  table '||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mytabx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||'(x number, y char)';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r>
              <a:rPr lang="en-US" sz="1400" dirty="0"/>
              <a:t>Using clause cannot be used to replace object names/column names.</a:t>
            </a: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mytabx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varchar2(10):='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mytablex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execute immediate 'create  table :1(x number, y char)' using trim(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mytabx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3.15: </a:t>
            </a:r>
            <a:r>
              <a:rPr lang="en-US" sz="1200" dirty="0"/>
              <a:t>Concatenation for Object/Column names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Use of Concatenation for Object/Column names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r>
              <a:rPr lang="en-US" sz="1400" dirty="0"/>
              <a:t>  Stored Procedure which will disable the triggers on the table-name passed as parameter to it :</a:t>
            </a: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OR REPLACE PROCEDURE DISABLE_</a:t>
            </a:r>
            <a:r>
              <a:rPr lang="en-US" sz="140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TRIGGERS(pTABLE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_NAME VARCHAR2)  is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A  NUMBER(4);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B NUMBER(4);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 algn="just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SELECT COUNT(*) INTO A  FROM USER_TABLES WHERE TABLE_NAME 	=upper(DISABLE_TRIGGERS.TABLE_NAME);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		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IF A=0 THEN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DBMS_OUTPUT.PUT_LINE('NO SUCH TABLE EXISTS IN DATA DICTIONARY');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		ELSE</a:t>
            </a:r>
          </a:p>
          <a:p>
            <a:pPr algn="just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SELECT COUNT(*) INTO B FROM USER_TRIGGERS WHERE  TABLE_NAME = 			upper(DISABLE_TRIGGERS. TABLE_NAME);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DBMS_OUTPUT.PUT_LINE('TOTAL NO OF TRIGGERS ON GIVEN TABLE IS:'||B);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3.16: Example </a:t>
            </a:r>
            <a:r>
              <a:rPr lang="en-US" sz="1200" dirty="0"/>
              <a:t>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Use of Dynamic SQL to Disable Triggers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If b&gt;0 then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EXECUTE IMMEDIATE 'ALTER TABLE '|| DISABLE_TRIGGERS. TABLE_NAME ||' 			DISABLE ALL TRIGGERS';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Else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DBMS_OUTPUT.PUT_LINE('There are no triggers to disable');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End if;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END IF;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3.16: Example </a:t>
            </a:r>
            <a:r>
              <a:rPr lang="en-US" sz="1200" dirty="0"/>
              <a:t> to  disable triggers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Use of Dynamic SQL to Disable Triggers			……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</a:p>
          <a:p>
            <a:pPr algn="just"/>
            <a:r>
              <a:rPr lang="en-US" sz="1400" dirty="0"/>
              <a:t>	DBMS_SQL is an Oracle-supplied Package which can be used to implement Dynamic SQL using 	the various procedures and functions of the said package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 	Oracle8</a:t>
            </a:r>
            <a:r>
              <a:rPr lang="en-US" sz="1400" i="1" dirty="0"/>
              <a:t>i </a:t>
            </a:r>
            <a:r>
              <a:rPr lang="en-US" sz="1400" dirty="0"/>
              <a:t>introduces native dynamic SQL, an alternative to DBMS_SQL. Using native dynamic SQL, 	you can place dynamic SQL statements directly into PL/SQL blocks. In most situations, native 	dynamic SQL can replace DBMS_SQL. Native dynamic SQL is easier to use and performs better 	than DBMS_SQL.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	Implementation of Dynamic SQL using DBMS_SQL is lengthier and more complicated as compared 	to native dynamic SQL</a:t>
            </a:r>
          </a:p>
          <a:p>
            <a:pPr algn="just"/>
            <a:endParaRPr lang="en-US" sz="1400" dirty="0"/>
          </a:p>
          <a:p>
            <a:pPr algn="just"/>
            <a:r>
              <a:rPr lang="en-US" sz="1400" dirty="0"/>
              <a:t>	For better performance and something easier to use, EXECUTE IMMEDIATE(Native Dynamic SQL) 	is preferred over DBMS_SQL</a:t>
            </a:r>
          </a:p>
          <a:p>
            <a:pPr algn="just"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 algn="just"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3.17: DBMS_SQL </a:t>
            </a:r>
            <a:r>
              <a:rPr lang="en-US" sz="1200" dirty="0"/>
              <a:t>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Use of DBMS_SQL for Dynamic SQL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r>
              <a:rPr lang="en-US" sz="1400" b="1" dirty="0"/>
              <a:t>OPEN_CURSOR</a:t>
            </a:r>
            <a:endParaRPr lang="en-US" sz="1400" dirty="0"/>
          </a:p>
          <a:p>
            <a:pPr algn="just">
              <a:buNone/>
            </a:pPr>
            <a:r>
              <a:rPr lang="en-US" sz="1400" dirty="0"/>
              <a:t>	To process a SQL statement, you must have an open cursor. When you call the OPEN_CURSOR function, you receive a cursor ID number for the data structure representing a valid cursor maintained by Oracle. These cursors are used only by the DBMS_SQL package.</a:t>
            </a:r>
          </a:p>
          <a:p>
            <a:pPr>
              <a:buNone/>
            </a:pPr>
            <a:endParaRPr lang="en-US" sz="1400" dirty="0"/>
          </a:p>
          <a:p>
            <a:r>
              <a:rPr lang="en-US" sz="1400" b="1" dirty="0"/>
              <a:t>PARSE</a:t>
            </a:r>
            <a:endParaRPr lang="en-US" sz="1400" dirty="0"/>
          </a:p>
          <a:p>
            <a:pPr algn="just">
              <a:buNone/>
            </a:pPr>
            <a:r>
              <a:rPr lang="en-US" sz="1400" dirty="0"/>
              <a:t>	Every SQL statement must be parsed by calling the PARSE procedure. Parsing the statement </a:t>
            </a:r>
            <a:r>
              <a:rPr lang="en-US" sz="1400" b="1" dirty="0"/>
              <a:t>checks the statement’s syntax</a:t>
            </a:r>
            <a:r>
              <a:rPr lang="en-US" sz="1400" dirty="0"/>
              <a:t> and </a:t>
            </a:r>
            <a:r>
              <a:rPr lang="en-US" sz="1400" b="1" dirty="0"/>
              <a:t>associates it with the cursor </a:t>
            </a:r>
            <a:r>
              <a:rPr lang="en-US" sz="1400" dirty="0"/>
              <a:t>in your program. </a:t>
            </a:r>
          </a:p>
          <a:p>
            <a:pPr>
              <a:buNone/>
            </a:pPr>
            <a:r>
              <a:rPr lang="en-US" sz="1400" dirty="0"/>
              <a:t>	You can parse any DML or DDL statement. </a:t>
            </a:r>
          </a:p>
          <a:p>
            <a:pPr>
              <a:buNone/>
            </a:pPr>
            <a:r>
              <a:rPr lang="en-US" sz="1400" dirty="0"/>
              <a:t>	DDL statements are run on the parse, which performs the implied commit.</a:t>
            </a:r>
          </a:p>
          <a:p>
            <a:pPr>
              <a:buNone/>
            </a:pPr>
            <a:r>
              <a:rPr lang="en-US" sz="1400" dirty="0"/>
              <a:t> </a:t>
            </a:r>
          </a:p>
          <a:p>
            <a:r>
              <a:rPr lang="en-US" sz="1400" b="1" dirty="0"/>
              <a:t>DEFINE_COLUMN</a:t>
            </a:r>
            <a:endParaRPr lang="en-US" sz="1400" dirty="0"/>
          </a:p>
          <a:p>
            <a:pPr algn="just">
              <a:buNone/>
            </a:pPr>
            <a:r>
              <a:rPr lang="en-US" sz="1400" dirty="0"/>
              <a:t>	The columns of the row being selected in a SELECT statement are identified by their relative positions as they appear in the select list, from left to right. For a query, you must call one of the define procedures (DEFINE_COLUMN, DEFINE_COLUMN_LONG, or DEFINE_ARRAY) to specify the variables that are to receive the SELECT values, much the way an INTO clause does for a static query.</a:t>
            </a:r>
          </a:p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3.18: Methods of DBMS_SQL </a:t>
            </a:r>
            <a:r>
              <a:rPr lang="en-US" sz="1200" dirty="0"/>
              <a:t>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Procedures and Functions of DBMS_SQL for Dynamic SQL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r>
              <a:rPr lang="en-US" sz="1400" b="1" dirty="0"/>
              <a:t>BIND_VARIABLE</a:t>
            </a:r>
            <a:endParaRPr lang="en-US" sz="1400" dirty="0"/>
          </a:p>
          <a:p>
            <a:pPr algn="just">
              <a:buNone/>
            </a:pPr>
            <a:r>
              <a:rPr lang="en-US" sz="1400" dirty="0"/>
              <a:t>	Many DML statements require that data in your program be input to the SQL Engine. When you define a SQL statement that contains input data to be supplied at runtime, you must use placeholders in the SQL statement to mark where data must be supplied. </a:t>
            </a:r>
          </a:p>
          <a:p>
            <a:pPr algn="just">
              <a:buNone/>
            </a:pPr>
            <a:r>
              <a:rPr lang="en-US" sz="1400" dirty="0"/>
              <a:t>	For each placeholder in the SQL statement, you must call one of the bind procedures, BIND_VARIABLE or BIND_ARRAY, to supply the value of a variable in your program (or the values of an array) to the placeholder.</a:t>
            </a:r>
          </a:p>
          <a:p>
            <a:endParaRPr lang="en-US" sz="400" b="1" dirty="0"/>
          </a:p>
          <a:p>
            <a:r>
              <a:rPr lang="en-US" sz="1400" b="1" dirty="0"/>
              <a:t>EXECUTE</a:t>
            </a:r>
            <a:endParaRPr lang="en-US" sz="1400" dirty="0"/>
          </a:p>
          <a:p>
            <a:pPr>
              <a:buNone/>
            </a:pPr>
            <a:r>
              <a:rPr lang="en-US" sz="1400" dirty="0"/>
              <a:t>Call the EXECUTE function to run your SQL statement.</a:t>
            </a:r>
          </a:p>
          <a:p>
            <a:endParaRPr lang="en-US" sz="400" dirty="0"/>
          </a:p>
          <a:p>
            <a:r>
              <a:rPr lang="en-US" sz="1400" dirty="0"/>
              <a:t> </a:t>
            </a:r>
            <a:r>
              <a:rPr lang="en-US" sz="1400" b="1" dirty="0"/>
              <a:t>FETCH_ROWS</a:t>
            </a:r>
            <a:endParaRPr lang="en-US" sz="1400" dirty="0"/>
          </a:p>
          <a:p>
            <a:pPr>
              <a:buNone/>
            </a:pPr>
            <a:r>
              <a:rPr lang="en-US" sz="1400" dirty="0"/>
              <a:t>The FETCH_ROWS function is used to fetch the current row.</a:t>
            </a:r>
          </a:p>
          <a:p>
            <a:endParaRPr lang="en-US" sz="400" dirty="0"/>
          </a:p>
          <a:p>
            <a:r>
              <a:rPr lang="en-US" sz="1400" dirty="0"/>
              <a:t> </a:t>
            </a:r>
            <a:r>
              <a:rPr lang="en-US" sz="1400" b="1" dirty="0"/>
              <a:t>COLUMN_VALUE</a:t>
            </a:r>
            <a:endParaRPr lang="en-US" sz="1400" dirty="0"/>
          </a:p>
          <a:p>
            <a:pPr>
              <a:buNone/>
            </a:pPr>
            <a:r>
              <a:rPr lang="en-US" sz="1400" dirty="0"/>
              <a:t>Call COLUMN_VALUE to read the values of the columns of the fetched row into variables.</a:t>
            </a:r>
          </a:p>
          <a:p>
            <a:r>
              <a:rPr lang="en-US" sz="1400" dirty="0"/>
              <a:t> </a:t>
            </a:r>
            <a:r>
              <a:rPr lang="en-US" sz="1400" b="1" dirty="0"/>
              <a:t>CLOSE_CURSOR</a:t>
            </a:r>
            <a:endParaRPr lang="en-US" sz="1400" dirty="0"/>
          </a:p>
          <a:p>
            <a:pPr>
              <a:buNone/>
            </a:pPr>
            <a:r>
              <a:rPr lang="en-US" sz="1400" dirty="0"/>
              <a:t>When you no longer need a cursor for a session, close the cursor by calling CLOSE_CURSOR.</a:t>
            </a:r>
          </a:p>
          <a:p>
            <a:pPr algn="just"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3.18: Methods of DBMS_SQL </a:t>
            </a:r>
            <a:r>
              <a:rPr lang="en-US" sz="1200" dirty="0"/>
              <a:t>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Procedures and Functions of DBMS_SQL for Dynamic SQL …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endParaRPr lang="en-US" sz="1400" dirty="0"/>
          </a:p>
          <a:p>
            <a:r>
              <a:rPr lang="en-US" sz="1400" dirty="0"/>
              <a:t>Procedure that deletes all of the employees from the EMP table whose salaries are greater than the salary passed as parameter using DBMS_SQL : </a:t>
            </a:r>
          </a:p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OR REPLACE PROCEDURE demo(salary IN NUMBER) AS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cursor_name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INTEGER;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rows_processed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INTEGER;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cursor_name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:=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dbms_sql.open_cursor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cursor_name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DBMS_SQL.PARSE(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cursor_name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’DELETE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WHERE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sal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&gt; :x’,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dbms_sql.native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DBMS_SQL.BIND_VARIABLE(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cursor_name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’:x’, salary);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rows_processed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:=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dbms_sql.execute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cursor_name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DBMS_SQL.close_cursor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cursor_name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rows_processed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3.19: Example  to delete  rows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Use of DBMS_SQL to delete rows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EXCEPTION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WHEN OTHERS THEN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	DBMS_SQL.CLOSE_CURSOR(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cursor_name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exec demo(4000);</a:t>
            </a:r>
          </a:p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 algn="just"/>
            <a:r>
              <a:rPr lang="en-US" sz="1400" dirty="0"/>
              <a:t>The 3</a:t>
            </a:r>
            <a:r>
              <a:rPr lang="en-US" sz="1400" baseline="30000" dirty="0"/>
              <a:t>rd</a:t>
            </a:r>
            <a:r>
              <a:rPr lang="en-US" sz="1400" dirty="0"/>
              <a:t> parameter of DBMS_SQL.PARSE, that is, ‘</a:t>
            </a:r>
            <a:r>
              <a:rPr lang="en-US" sz="1400" dirty="0" err="1"/>
              <a:t>dbms_sql.native</a:t>
            </a:r>
            <a:r>
              <a:rPr lang="en-US" sz="1400" dirty="0"/>
              <a:t>’, which specifies the language flag. The “NATIVE” setting means that behavior of working with Dynamic SQL using DBMS_SQL should be according to the current version of the Oracle Database.</a:t>
            </a:r>
          </a:p>
          <a:p>
            <a:pPr algn="just"/>
            <a:r>
              <a:rPr lang="en-US" sz="1400" dirty="0" err="1"/>
              <a:t>language_flag</a:t>
            </a:r>
            <a:r>
              <a:rPr lang="en-US" sz="1400" dirty="0"/>
              <a:t>: Determines how Oracle handles the SQL statement. The following options are recognized: </a:t>
            </a:r>
          </a:p>
          <a:p>
            <a:pPr lvl="1" algn="just"/>
            <a:r>
              <a:rPr lang="en-US" sz="1000" dirty="0"/>
              <a:t>V6 (or 0) specifies version 6 behavior.</a:t>
            </a:r>
          </a:p>
          <a:p>
            <a:pPr lvl="1" algn="just"/>
            <a:r>
              <a:rPr lang="en-US" sz="1000" dirty="0"/>
              <a:t>NATIVE (or 1) specifies normal behavior for the database to which the program is connected.</a:t>
            </a:r>
          </a:p>
          <a:p>
            <a:pPr lvl="1" algn="just"/>
            <a:r>
              <a:rPr lang="en-US" sz="1000" dirty="0"/>
              <a:t>V7 (or 2) specifies Oracle database version 7 behavior. </a:t>
            </a:r>
            <a:endParaRPr lang="en-US" sz="10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3.19: Example  to delete  rows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Use of DBMS_SQL to delete rows				….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OR REPLACE PROCEDURE exec(STRING IN varchar2) AS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cursor_name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INTEGER;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ret INTEGER;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cursor_name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:= DBMS_SQL.OPEN_CURSOR;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cursor_name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DBMS_SQL.PARSE(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cursor_name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string,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DBMS_SQL.native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ret := DBMS_SQL.EXECUTE(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cursor_name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(‘Hi’||ret);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DBMS_SQL.CLOSE_CURSOR(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cursor_name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3.20: Example  to execute simple SQL commands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Use of DBMS_SQL to execute simple SQL commands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pPr algn="just"/>
            <a:endParaRPr lang="en-US" sz="1400" dirty="0"/>
          </a:p>
          <a:p>
            <a:pPr algn="just">
              <a:buNone/>
            </a:pPr>
            <a:endParaRPr lang="en-US" sz="1400" dirty="0"/>
          </a:p>
          <a:p>
            <a:pPr algn="just"/>
            <a:r>
              <a:rPr lang="en-US" sz="1400" dirty="0"/>
              <a:t>Simple SQL statements can be dynamically generated at runtime by the calling the EXEC procedure. The SQL statement can be a DDL statement or a DML without binds.</a:t>
            </a: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endParaRPr lang="en-US" sz="1400" dirty="0"/>
          </a:p>
          <a:p>
            <a:r>
              <a:rPr lang="en-US" sz="1400" dirty="0"/>
              <a:t>After creating the EXEC procedure, you could make the following calls: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exec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exec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('delete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');</a:t>
            </a:r>
          </a:p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exec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exec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('Drop table employee');</a:t>
            </a:r>
          </a:p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exec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exec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('delete from dept');</a:t>
            </a:r>
          </a:p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exec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exec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('Drop table dept');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3.20: Example  to execute simple SQL commands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Use of DBMS_SQL to execute simple SQL commands	…..</a:t>
            </a:r>
            <a:r>
              <a:rPr lang="en-US" dirty="0" err="1">
                <a:latin typeface="Candara"/>
              </a:rPr>
              <a:t>contd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pPr algn="just"/>
            <a:endParaRPr lang="en-US" sz="1400" dirty="0"/>
          </a:p>
          <a:p>
            <a:pPr algn="just"/>
            <a:r>
              <a:rPr lang="en-US" sz="1400" dirty="0"/>
              <a:t>Procedure to copy rows from EMPSOURCE table to EMPTARGET  table :</a:t>
            </a:r>
          </a:p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table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empsource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as select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id,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name,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hiredate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birthdate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table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emptarget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as select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id,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name,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hiredate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birthdate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where 1=0;</a:t>
            </a:r>
          </a:p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CREATE OR REPLACE PROCEDURE copy(source IN VARCHAR2, destination IN VARCHAR2) IS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id_var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NUMBER;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VARCHAR2(30);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birthdate_var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DATE;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source_cursor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INTEGER;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destination_cursor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INTEGER;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ignore INTEGER;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a number;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3.21: Example for methods  of DBMS_SQL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Use of Procedures and Functions of DBMS_SQL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-- Prepare a cursor to select from the source table: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source_cursor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:=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dbms_sql.open_cursor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DBMS_SQL.PARSE(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source_cursor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'SELECT id, name,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birthdate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FROM ' || source, 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DBMS_SQL.native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DBMS_SQL.DEFINE_COLUMN(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source_cursor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1,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id_var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DBMS_SQL.DEFINE_COLUMN(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source_cursor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2,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30);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DBMS_SQL.DEFINE_COLUMN(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source_cursor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3,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birthdate_var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ignore := DBMS_SQL.EXECUTE(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source_cursor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('row processed '|| ignore);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-- returns 0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-- Prepare a cursor to insert into the destination table: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destination_cursor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:= DBMS_SQL.OPEN_CURSOR;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DBMS_SQL.PARSE(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destination_cursor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'INSERT INTO ' || destination || ' VALUES (: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id_bind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	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name_bind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birthdate_bind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)',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DBMS_SQL.native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3.21: Example for methods  of DBMS_SQL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Use of Procedures and Functions of DBMS_SQL		….cont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-- Fetch a row from the source table and insert it into the destination table: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LOOP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A:= DBMS_SQL.FETCH_ROWS(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source_cursor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IF a&gt;0 THEN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(a);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		--prints 1 for each fetch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('hi'||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id_var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||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||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birthdate_var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		-- get column values of the row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	DBMS_SQL.COLUMN_VALUE(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source_cursor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1,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id_var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	DBMS_SQL.COLUMN_VALUE(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source_cursor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2,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	DBMS_SQL.COLUMN_VALUE(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source_cursor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3,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birthdate_var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('hi'||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id_var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||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||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birthdate_var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3.21: Example for methods  of DBMS_SQL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Use of Procedures and Functions of DBMS_SQL</a:t>
            </a:r>
            <a:r>
              <a:rPr lang="en-US" sz="2000" dirty="0">
                <a:latin typeface="Candara"/>
              </a:rPr>
              <a:t>		….cont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/* Bind the row into the cursor that inserts into the destination table.*/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/* You could alter this example by inserting an if condition before the bind, if required*/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DBMS_SQL.BIND_VARIABLE(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destination_cursor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':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id_bind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id_var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DBMS_SQL.BIND_VARIABLE(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destination_cursor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':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name_bind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DBMS_SQL.BIND_VARIABLE(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destination_cursor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':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birthdate_bind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birthdate_var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ignore := DBMS_SQL.EXECUTE(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destination_cursor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ELSE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-- No more rows to copy: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EXIT;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END IF;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END LOOP;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-- Commit and close all cursors: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COMMIT;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DBMS_SQL.CLOSE_CURSOR(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source_cursor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DBMS_SQL.CLOSE_CURSOR(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destination_cursor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3.21: Example for methods  of DBMS_SQL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Use of Procedures and Functions of DBMS_SQL</a:t>
            </a:r>
            <a:r>
              <a:rPr lang="en-US" sz="2000" dirty="0">
                <a:latin typeface="Candara"/>
              </a:rPr>
              <a:t>		….cont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EXCEPTION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WHEN OTHERS THEN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IF DBMS_SQL.IS_OPEN(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source_cursor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 THEN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	DBMS_SQL.CLOSE_CURSOR(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source_cursor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END IF;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IF DBMS_SQL.IS_OPEN(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destination_cursor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 THEN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	DBMS_SQL.CLOSE_CURSOR(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destination_cursor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END IF;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RAISE;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 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exec copy('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empsource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', '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emptarget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');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3.21: Example for methods  of DBMS_SQL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Use of Procedures and Functions of DBMS_SQL</a:t>
            </a:r>
            <a:r>
              <a:rPr lang="en-US" sz="2000" dirty="0">
                <a:latin typeface="Candara"/>
              </a:rPr>
              <a:t>		….cont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1400" dirty="0"/>
              <a:t>	In a DELETE statement you could bind in an array in the WHERE clause and have the statement be run for each element in the array:</a:t>
            </a:r>
          </a:p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stmt varchar2(200);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dept_no_array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dbms_sql.Number_Table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c number;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dummy number;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dept_no_array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(1) := 10;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dept_no_array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(2) := 20;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dept_no_array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(3) := 30;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dept_no_array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(4) := 40;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dept_no_array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(5) := 50;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dept_no_array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(6) := 60;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3.21: Bulk DML with DBMS_SQL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BULK Array Binds with DMLs using DBMS_SQL</a:t>
            </a:r>
            <a:r>
              <a:rPr lang="en-US" sz="2000" dirty="0">
                <a:latin typeface="Candara"/>
              </a:rPr>
              <a:t>	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</a:p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stmt := 'delete from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where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= 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c :=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dbms_sql.open_cursor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('cursor ' ||c);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dbms_sql.parse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(c, stmt,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dbms_sql.native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dbms_sql.bind_array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(c, ':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dept_no_array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1, 4);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dummy :=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dbms_sql.execute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('dummy ' || dummy);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dbms_sql.close_cursor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(c);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3.21: Bulk DML with DBMS_SQL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BULK Array Binds with DMLs using DBMS_SQL		….cont</a:t>
            </a:r>
            <a:r>
              <a:rPr lang="en-US" sz="2000" dirty="0">
                <a:latin typeface="Candara"/>
              </a:rPr>
              <a:t>	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exception 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when others then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if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dbms_sql.is_open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(c) then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dbms_sql.close_cursor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end if;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raise;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400" dirty="0"/>
              <a:t>/</a:t>
            </a:r>
          </a:p>
          <a:p>
            <a:pPr>
              <a:buNone/>
            </a:pPr>
            <a:r>
              <a:rPr lang="en-US" sz="1400" dirty="0"/>
              <a:t> </a:t>
            </a:r>
          </a:p>
          <a:p>
            <a:r>
              <a:rPr lang="en-US" sz="1400" dirty="0"/>
              <a:t>In the example above, only elements 1 through 4(optionally) are used as specified by the </a:t>
            </a:r>
            <a:r>
              <a:rPr lang="en-US" sz="1400" dirty="0" err="1"/>
              <a:t>bind_array</a:t>
            </a:r>
            <a:r>
              <a:rPr lang="en-US" sz="1400" dirty="0"/>
              <a:t> call. Each element of the array potentially deletes a large number of employees from the database.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3.21: Bulk DML with DBMS_SQL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BULK Array Binds with DMLs using DBMS_SQL		….cont</a:t>
            </a:r>
            <a:r>
              <a:rPr lang="en-US" sz="2000" dirty="0">
                <a:latin typeface="Candara"/>
              </a:rPr>
              <a:t>	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r>
              <a:rPr lang="en-US" sz="1400" dirty="0"/>
              <a:t>Following is an example of a bulk INSERT statement :</a:t>
            </a:r>
          </a:p>
          <a:p>
            <a:pPr>
              <a:buNone/>
            </a:pPr>
            <a:r>
              <a:rPr lang="en-US" sz="1400" dirty="0"/>
              <a:t>create table </a:t>
            </a:r>
            <a:r>
              <a:rPr lang="en-US" sz="1400" dirty="0" err="1"/>
              <a:t>newemp</a:t>
            </a:r>
            <a:r>
              <a:rPr lang="en-US" sz="1400" dirty="0"/>
              <a:t> as select </a:t>
            </a:r>
            <a:r>
              <a:rPr lang="en-US" sz="1400" dirty="0" err="1"/>
              <a:t>empno</a:t>
            </a:r>
            <a:r>
              <a:rPr lang="en-US" sz="1400" dirty="0"/>
              <a:t>, </a:t>
            </a:r>
            <a:r>
              <a:rPr lang="en-US" sz="1400" dirty="0" err="1"/>
              <a:t>ename</a:t>
            </a:r>
            <a:r>
              <a:rPr lang="en-US" sz="1400" dirty="0"/>
              <a:t> from </a:t>
            </a:r>
            <a:r>
              <a:rPr lang="en-US" sz="1400" dirty="0" err="1"/>
              <a:t>emp</a:t>
            </a:r>
            <a:r>
              <a:rPr lang="en-US" sz="1400" dirty="0"/>
              <a:t> where 1=0;</a:t>
            </a:r>
          </a:p>
          <a:p>
            <a:pPr>
              <a:buNone/>
            </a:pPr>
            <a:r>
              <a:rPr lang="en-US" sz="1400" dirty="0"/>
              <a:t> 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stmt varchar2(200);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dbms_sql.Number_Table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empname_array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dbms_sql.Varchar2_Table;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c number;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dummy number;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for i in 1..10 loop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 := 1000 +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empname_array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 := '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'||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end loop;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stmt := 'insert into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newemp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values(: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num_array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, 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)‘;</a:t>
            </a: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3.21: Bulk DML with DBMS_SQL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BULK Array Binds with DMLs using DBMS_SQL		….cont</a:t>
            </a:r>
            <a:r>
              <a:rPr lang="en-US" sz="2000" dirty="0">
                <a:latin typeface="Candara"/>
              </a:rPr>
              <a:t>	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c :=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dbms_sql.open_cursor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('cursor ' ||c);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dbms_sql.parse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(c, stmt,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dbms_sql.native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dbms_sql.bind_array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(c, ':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num_array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dbms_sql.bind_array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(c, ':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empname_array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dummy :=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dbms_sql.execute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('dummy ' || dummy);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dbms_sql.close_cursor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exception 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when others then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if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dbms_sql.is_open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(c) then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dbms_sql.close_cursor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(c); end if;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raise;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r>
              <a:rPr lang="en-US" sz="1400" dirty="0"/>
              <a:t>When the execute takes place, all 10 of the employees are inserted into the </a:t>
            </a:r>
            <a:r>
              <a:rPr lang="en-US" sz="1400" dirty="0" err="1"/>
              <a:t>newemp</a:t>
            </a:r>
            <a:r>
              <a:rPr lang="en-US" sz="1400" dirty="0"/>
              <a:t> table.</a:t>
            </a:r>
          </a:p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3.21: Bulk DML with DBMS_SQL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BULK Array Binds with DMLs using DBMS_SQL		….cont</a:t>
            </a:r>
            <a:r>
              <a:rPr lang="en-US" sz="2000" dirty="0">
                <a:latin typeface="Candara"/>
              </a:rPr>
              <a:t>	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r>
              <a:rPr lang="en-US" sz="1400" dirty="0"/>
              <a:t>Following is an example of an bulk UPDATE statement.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declare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stmt varchar2(200);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emp_no_array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dbms_sql.Number_Table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emp_name_array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dbms_sql.Varchar2_Table;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c number;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dummy number;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begin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for i in 1..10 loop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emp_no_array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 := 1000 +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emp_name_array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(I) := '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newemp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'||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i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end loop;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stmt := 'update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newemp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set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ename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= 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where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empno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 = 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num_array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‘;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c :=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dbms_sql.open_cursor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('cursor ' || c);</a:t>
            </a:r>
          </a:p>
          <a:p>
            <a:pPr>
              <a:buNone/>
            </a:pP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3.21: Bulk DML with DBMS_SQL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BULK Array Binds with DMLs using DBMS_SQL		….cont</a:t>
            </a:r>
            <a:r>
              <a:rPr lang="en-US" sz="2000" dirty="0">
                <a:latin typeface="Candara"/>
              </a:rPr>
              <a:t>	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dbms_sql.parse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(c, stmt,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dbms_sql.native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dbms_sql.bind_array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(c, ':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num_array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emp_no_array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dbms_sql.bind_array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(c, ':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name_array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',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emp_name_array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dummy :=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dbms_sql.execute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dbms_output.put_line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('dummy ' || dummy);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dbms_sql.close_cursor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(c);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exception 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when others then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if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dbms_sql.is_open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(c) then </a:t>
            </a:r>
            <a:r>
              <a:rPr lang="en-US" sz="1400" dirty="0" err="1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dbms_sql.close_cursor</a:t>
            </a: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(c); end if;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		raise;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end;</a:t>
            </a:r>
          </a:p>
          <a:p>
            <a:pPr>
              <a:buNone/>
            </a:pPr>
            <a:r>
              <a:rPr lang="en-US" sz="1400" dirty="0">
                <a:ln>
                  <a:solidFill>
                    <a:srgbClr val="00B0F0"/>
                  </a:solidFill>
                </a:ln>
                <a:solidFill>
                  <a:srgbClr val="00B0F0"/>
                </a:solidFill>
              </a:rPr>
              <a:t>/</a:t>
            </a:r>
          </a:p>
          <a:p>
            <a:pPr>
              <a:buNone/>
            </a:pPr>
            <a:r>
              <a:rPr lang="en-US" sz="1400" dirty="0"/>
              <a:t>	</a:t>
            </a:r>
          </a:p>
          <a:p>
            <a:pPr>
              <a:buNone/>
            </a:pPr>
            <a:r>
              <a:rPr lang="en-US" sz="1400" dirty="0"/>
              <a:t>	The two collections are always stepped in unison. If the WHERE clause returns more than one row, then all those employees get the name the </a:t>
            </a:r>
            <a:r>
              <a:rPr lang="en-US" sz="1400" dirty="0" err="1"/>
              <a:t>emp_name_array</a:t>
            </a:r>
            <a:r>
              <a:rPr lang="en-US" sz="1400" dirty="0"/>
              <a:t> which is </a:t>
            </a:r>
            <a:r>
              <a:rPr lang="en-US" sz="1400"/>
              <a:t>being pointed </a:t>
            </a:r>
            <a:r>
              <a:rPr lang="en-US" sz="1400" dirty="0"/>
              <a:t>to at that time.</a:t>
            </a:r>
            <a:endParaRPr lang="en-US" sz="1400" dirty="0">
              <a:ln>
                <a:solidFill>
                  <a:srgbClr val="00B0F0"/>
                </a:solidFill>
              </a:ln>
              <a:solidFill>
                <a:srgbClr val="00B0F0"/>
              </a:solidFill>
            </a:endParaRPr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98992"/>
            <a:ext cx="9144000" cy="536972"/>
          </a:xfrm>
          <a:noFill/>
        </p:spPr>
        <p:txBody>
          <a:bodyPr>
            <a:normAutofit fontScale="90000"/>
          </a:bodyPr>
          <a:lstStyle/>
          <a:p>
            <a:r>
              <a:rPr lang="en-US" sz="1400" b="1" dirty="0">
                <a:latin typeface="Candara"/>
              </a:rPr>
              <a:t>3.21: Bulk DML with DBMS_SQL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BULK Array Binds with DMLs using DBMS_SQL		….cont</a:t>
            </a:r>
            <a:r>
              <a:rPr lang="en-US" sz="2000" dirty="0">
                <a:latin typeface="Candara"/>
              </a:rPr>
              <a:t>	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0474" y="842212"/>
            <a:ext cx="8819147" cy="3910262"/>
          </a:xfrm>
        </p:spPr>
        <p:txBody>
          <a:bodyPr>
            <a:noAutofit/>
          </a:bodyPr>
          <a:lstStyle/>
          <a:p>
            <a:endParaRPr lang="en-US" sz="1400" dirty="0"/>
          </a:p>
          <a:p>
            <a:r>
              <a:rPr lang="en-US" sz="1400" dirty="0"/>
              <a:t>Collection types which can be used as data-types to </a:t>
            </a:r>
            <a:r>
              <a:rPr lang="en-US" sz="1400" dirty="0" err="1"/>
              <a:t>delcare</a:t>
            </a:r>
            <a:r>
              <a:rPr lang="en-US" sz="1400" dirty="0"/>
              <a:t> collection variables in PLSQL :</a:t>
            </a:r>
          </a:p>
          <a:p>
            <a:pPr>
              <a:buNone/>
            </a:pPr>
            <a:r>
              <a:rPr lang="en-US" sz="1400" dirty="0"/>
              <a:t>type </a:t>
            </a:r>
            <a:r>
              <a:rPr lang="en-US" sz="1400" dirty="0" err="1"/>
              <a:t>Number_Table</a:t>
            </a:r>
            <a:r>
              <a:rPr lang="en-US" sz="1400" dirty="0"/>
              <a:t> IS TABLE OF NUMBER INDEX BY BINARY_INTEGER;</a:t>
            </a:r>
          </a:p>
          <a:p>
            <a:pPr>
              <a:buNone/>
            </a:pPr>
            <a:r>
              <a:rPr lang="en-US" sz="1400" dirty="0"/>
              <a:t>type Varchar2_Table IS TABLE OF VARCHAR2(2000) INDEX BY BINARY_INTEGER;</a:t>
            </a:r>
          </a:p>
          <a:p>
            <a:pPr>
              <a:buNone/>
            </a:pPr>
            <a:r>
              <a:rPr lang="en-US" sz="1400" dirty="0"/>
              <a:t>type </a:t>
            </a:r>
            <a:r>
              <a:rPr lang="en-US" sz="1400" dirty="0" err="1"/>
              <a:t>Date_Table</a:t>
            </a:r>
            <a:r>
              <a:rPr lang="en-US" sz="1400" dirty="0"/>
              <a:t> IS TABLE OF DATE INDEX BY BINARY_INTEGER;</a:t>
            </a:r>
          </a:p>
          <a:p>
            <a:pPr>
              <a:buNone/>
            </a:pPr>
            <a:r>
              <a:rPr lang="en-US" sz="1400" dirty="0"/>
              <a:t>type </a:t>
            </a:r>
            <a:r>
              <a:rPr lang="en-US" sz="1400" dirty="0" err="1"/>
              <a:t>Blob_Table</a:t>
            </a:r>
            <a:r>
              <a:rPr lang="en-US" sz="1400" dirty="0"/>
              <a:t> IS TABLE OF BLOB INDEX BY BINARY_INTEGER;</a:t>
            </a:r>
          </a:p>
          <a:p>
            <a:pPr>
              <a:buNone/>
            </a:pPr>
            <a:r>
              <a:rPr lang="en-US" sz="1400" dirty="0"/>
              <a:t>type </a:t>
            </a:r>
            <a:r>
              <a:rPr lang="en-US" sz="1400" dirty="0" err="1"/>
              <a:t>Clob_Table</a:t>
            </a:r>
            <a:r>
              <a:rPr lang="en-US" sz="1400" dirty="0"/>
              <a:t> IS TABLE OF CLOB INDEX BY BINARY_INTEGER;</a:t>
            </a:r>
          </a:p>
          <a:p>
            <a:pPr>
              <a:buNone/>
            </a:pPr>
            <a:r>
              <a:rPr lang="en-US" sz="1400" dirty="0"/>
              <a:t>type </a:t>
            </a:r>
            <a:r>
              <a:rPr lang="en-US" sz="1400" dirty="0" err="1"/>
              <a:t>Bfile_Table</a:t>
            </a:r>
            <a:r>
              <a:rPr lang="en-US" sz="1400" dirty="0"/>
              <a:t> IS TABLE OF BFILE INDEX BY BINARY_INTEGER;</a:t>
            </a:r>
          </a:p>
          <a:p>
            <a:pPr>
              <a:buNone/>
            </a:pPr>
            <a:r>
              <a:rPr lang="en-US" sz="1400" dirty="0"/>
              <a:t>type </a:t>
            </a:r>
            <a:r>
              <a:rPr lang="en-US" sz="1400" dirty="0" err="1"/>
              <a:t>Urowid_Table</a:t>
            </a:r>
            <a:r>
              <a:rPr lang="en-US" sz="1400" dirty="0"/>
              <a:t> IS TABLE OF UROWID INDEX BY BINARY_INTEGER;</a:t>
            </a:r>
          </a:p>
          <a:p>
            <a:pPr>
              <a:buNone/>
            </a:pPr>
            <a:r>
              <a:rPr lang="en-US" sz="1400" dirty="0"/>
              <a:t> </a:t>
            </a:r>
          </a:p>
          <a:p>
            <a:pPr>
              <a:buNone/>
            </a:pPr>
            <a:endParaRPr lang="en-US" sz="1400" dirty="0"/>
          </a:p>
        </p:txBody>
      </p:sp>
      <p:sp>
        <p:nvSpPr>
          <p:cNvPr id="6147" name="Rectang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5964"/>
          </a:xfrm>
          <a:noFill/>
        </p:spPr>
        <p:txBody>
          <a:bodyPr>
            <a:normAutofit fontScale="90000"/>
          </a:bodyPr>
          <a:lstStyle/>
          <a:p>
            <a:br>
              <a:rPr lang="en-US" sz="1400" b="1" dirty="0">
                <a:latin typeface="Candara"/>
              </a:rPr>
            </a:br>
            <a:r>
              <a:rPr lang="en-US" sz="1400" b="1" dirty="0">
                <a:latin typeface="Candara"/>
              </a:rPr>
              <a:t>3.22: Bulk SQL Types in DBMS_SQL </a:t>
            </a:r>
            <a:br>
              <a:rPr lang="en-US" sz="1400" b="1" dirty="0">
                <a:latin typeface="Candara"/>
              </a:rPr>
            </a:br>
            <a:r>
              <a:rPr lang="en-US" dirty="0">
                <a:latin typeface="Candara"/>
              </a:rPr>
              <a:t>Collection Types provided by DBMS_SQL</a:t>
            </a:r>
            <a:r>
              <a:rPr lang="en-US" sz="2000" dirty="0">
                <a:latin typeface="Candara"/>
              </a:rPr>
              <a:t>		</a:t>
            </a:r>
            <a:endParaRPr lang="en-US" sz="2400" b="1" dirty="0">
              <a:latin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11181558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8VTg_P6rkuq_fbZG2oYX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HldxlhBv0miWYXN6H8BT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zY4oecJCE2aPB.u6loWP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k.3W3rhiEqWtBDEsi7Xgw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xI4A68crEiZSNCDbGy9g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Tl75Tp2nEy_4PpazGLtV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OLV5mW.q0KZi163Pl1yL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_pk8PYzpk.FktMHhDaTF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ciOYA.RlUiY0_0bhJg.j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DnCrkojv0SGcwHGEYrPF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FNbajSUEaO0T7L3_MyV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Dbv4V7vT0WxnXgCD5MXW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11Y1Bb0l0irz8SJoiUMe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mxc0iXCQkmeiJMOi0JxK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F9GXJfe4kWec6UHbfCPK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kAk9o_lW0Ov.hm_5Xvny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xU61rCZf0ui2sg3.Ux._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nVqnsTkbEesDolNHQoqs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q6O2oonXUC.Ah4a29V_I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nVqnsTkbEesDolNHQoqs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_pk8PYzpk.FktMHhDaTF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ciOYA.RlUiY0_0bhJg.jg"/>
</p:tagLst>
</file>

<file path=ppt/theme/theme1.xml><?xml version="1.0" encoding="utf-8"?>
<a:theme xmlns:a="http://schemas.openxmlformats.org/drawingml/2006/main" name="ClassBook-LessonXX-Template Capgemini">
  <a:themeElements>
    <a:clrScheme name="Capgemini">
      <a:dk1>
        <a:srgbClr val="00264A"/>
      </a:dk1>
      <a:lt1>
        <a:sysClr val="window" lastClr="FFFFFF"/>
      </a:lt1>
      <a:dk2>
        <a:srgbClr val="9F958F"/>
      </a:dk2>
      <a:lt2>
        <a:srgbClr val="909090"/>
      </a:lt2>
      <a:accent1>
        <a:srgbClr val="F9BE01"/>
      </a:accent1>
      <a:accent2>
        <a:srgbClr val="ED771A"/>
      </a:accent2>
      <a:accent3>
        <a:srgbClr val="B70132"/>
      </a:accent3>
      <a:accent4>
        <a:srgbClr val="691E7C"/>
      </a:accent4>
      <a:accent5>
        <a:srgbClr val="0098CC"/>
      </a:accent5>
      <a:accent6>
        <a:srgbClr val="BDBD00"/>
      </a:accent6>
      <a:hlink>
        <a:srgbClr val="7DAFA5"/>
      </a:hlink>
      <a:folHlink>
        <a:srgbClr val="BA0065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tx2"/>
          </a:solidFill>
        </a:ln>
      </a:spPr>
      <a:bodyPr rtlCol="0" anchor="ctr"/>
      <a:lstStyle>
        <a:defPPr algn="ctr">
          <a:defRPr sz="2400" dirty="0" err="1" smtClean="0">
            <a:solidFill>
              <a:schemeClr val="tx2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err="1" smtClean="0">
            <a:solidFill>
              <a:schemeClr val="tx2">
                <a:lumMod val="50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losing slides">
  <a:themeElements>
    <a:clrScheme name="Capgemini Palette">
      <a:dk1>
        <a:srgbClr val="00264A"/>
      </a:dk1>
      <a:lt1>
        <a:sysClr val="window" lastClr="FFFFFF"/>
      </a:lt1>
      <a:dk2>
        <a:srgbClr val="9F958F"/>
      </a:dk2>
      <a:lt2>
        <a:srgbClr val="909090"/>
      </a:lt2>
      <a:accent1>
        <a:srgbClr val="F9BE01"/>
      </a:accent1>
      <a:accent2>
        <a:srgbClr val="ED771A"/>
      </a:accent2>
      <a:accent3>
        <a:srgbClr val="B70132"/>
      </a:accent3>
      <a:accent4>
        <a:srgbClr val="691E7C"/>
      </a:accent4>
      <a:accent5>
        <a:srgbClr val="0098CC"/>
      </a:accent5>
      <a:accent6>
        <a:srgbClr val="BDBD00"/>
      </a:accent6>
      <a:hlink>
        <a:srgbClr val="7DAFA5"/>
      </a:hlink>
      <a:folHlink>
        <a:srgbClr val="BA0065"/>
      </a:folHlink>
    </a:clrScheme>
    <a:fontScheme name="Capgemin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4F2559C04AE4488E94205E47398A2E" ma:contentTypeVersion="1" ma:contentTypeDescription="Create a new document." ma:contentTypeScope="" ma:versionID="bb2d9302acd88bfb40288f9de05848d0">
  <xsd:schema xmlns:xsd="http://www.w3.org/2001/XMLSchema" xmlns:xs="http://www.w3.org/2001/XMLSchema" xmlns:p="http://schemas.microsoft.com/office/2006/metadata/properties" xmlns:ns2="a85eb2a3-840f-4054-86f6-d41d0c1cba4b" xmlns:ns3="952a6df7-b138-4f89-9bc4-e7a874ea3254" targetNamespace="http://schemas.microsoft.com/office/2006/metadata/properties" ma:root="true" ma:fieldsID="2d7d6362be7cac7839ee051b71b7ca70" ns2:_="" ns3:_="">
    <xsd:import namespace="a85eb2a3-840f-4054-86f6-d41d0c1cba4b"/>
    <xsd:import namespace="952a6df7-b138-4f89-9bc4-e7a874ea3254"/>
    <xsd:element name="properties">
      <xsd:complexType>
        <xsd:sequence>
          <xsd:element name="documentManagement">
            <xsd:complexType>
              <xsd:all>
                <xsd:element ref="ns2:Material_x0020_Type"/>
                <xsd:element ref="ns3:FolderNa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5eb2a3-840f-4054-86f6-d41d0c1cba4b" elementFormDefault="qualified">
    <xsd:import namespace="http://schemas.microsoft.com/office/2006/documentManagement/types"/>
    <xsd:import namespace="http://schemas.microsoft.com/office/infopath/2007/PartnerControls"/>
    <xsd:element name="Material_x0020_Type" ma:index="8" ma:displayName="Material Type" ma:default="Template" ma:format="Dropdown" ma:internalName="Material_x0020_Type">
      <xsd:simpleType>
        <xsd:restriction base="dms:Choice">
          <xsd:enumeration value="Procedure"/>
          <xsd:enumeration value="Guideline"/>
          <xsd:enumeration value="Form"/>
          <xsd:enumeration value="Format"/>
          <xsd:enumeration value="General"/>
          <xsd:enumeration value="Templat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2a6df7-b138-4f89-9bc4-e7a874ea3254" elementFormDefault="qualified">
    <xsd:import namespace="http://schemas.microsoft.com/office/2006/documentManagement/types"/>
    <xsd:import namespace="http://schemas.microsoft.com/office/infopath/2007/PartnerControls"/>
    <xsd:element name="FolderName" ma:index="9" nillable="true" ma:displayName="FolderName" ma:internalName="FolderName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terial_x0020_Type xmlns="a85eb2a3-840f-4054-86f6-d41d0c1cba4b">Template</Material_x0020_Type>
    <FolderName xmlns="952a6df7-b138-4f89-9bc4-e7a874ea3254" xsi:nil="true"/>
  </documentManagement>
</p:properties>
</file>

<file path=customXml/itemProps1.xml><?xml version="1.0" encoding="utf-8"?>
<ds:datastoreItem xmlns:ds="http://schemas.openxmlformats.org/officeDocument/2006/customXml" ds:itemID="{813D12F9-4C52-4333-958E-73B490CD8B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5eb2a3-840f-4054-86f6-d41d0c1cba4b"/>
    <ds:schemaRef ds:uri="952a6df7-b138-4f89-9bc4-e7a874ea32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673CDC-8BE6-4391-ABD9-A817C61AB8C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1830C8-F522-4AF4-83DD-915E4EE23EB4}">
  <ds:schemaRefs>
    <ds:schemaRef ds:uri="http://schemas.microsoft.com/office/2006/metadata/properties"/>
    <ds:schemaRef ds:uri="http://schemas.microsoft.com/office/infopath/2007/PartnerControls"/>
    <ds:schemaRef ds:uri="a85eb2a3-840f-4054-86f6-d41d0c1cba4b"/>
    <ds:schemaRef ds:uri="952a6df7-b138-4f89-9bc4-e7a874ea325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ClassBook-LessonXX-Template Capgemini</Template>
  <TotalTime>57273</TotalTime>
  <Words>1740</Words>
  <Application>Microsoft Office PowerPoint</Application>
  <PresentationFormat>On-screen Show (16:9)</PresentationFormat>
  <Paragraphs>702</Paragraphs>
  <Slides>50</Slides>
  <Notes>50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Arial</vt:lpstr>
      <vt:lpstr>Calibri</vt:lpstr>
      <vt:lpstr>Candara</vt:lpstr>
      <vt:lpstr>Trebuchet MS</vt:lpstr>
      <vt:lpstr>Wingdings</vt:lpstr>
      <vt:lpstr>ClassBook-LessonXX-Template Capgemini</vt:lpstr>
      <vt:lpstr>2_Office Theme</vt:lpstr>
      <vt:lpstr>1_Office Theme</vt:lpstr>
      <vt:lpstr>Closing slides</vt:lpstr>
      <vt:lpstr>think-cell Slide</vt:lpstr>
      <vt:lpstr>Advanced PLSQL</vt:lpstr>
      <vt:lpstr>PowerPoint Presentation</vt:lpstr>
      <vt:lpstr>3.1: Introduction to Dynamic SQL What is Dynamic SQL</vt:lpstr>
      <vt:lpstr>3.1: Introduction to Dynamic SQL What is Dynamic SQL     ….contd</vt:lpstr>
      <vt:lpstr>3.2: Reasons for using  to Dynamic SQL Why do we need Dynamic SQL</vt:lpstr>
      <vt:lpstr>3.3: Native Dynamic SQL Execute Immediate </vt:lpstr>
      <vt:lpstr>3.4: Place-Holders of Native Dynamic SQL USING clause of Execute Immediate </vt:lpstr>
      <vt:lpstr>3.4: Place-Holders of Native Dynamic SQL USING clause of Execute Immediate   ….contd </vt:lpstr>
      <vt:lpstr>3.4: Place-Holders of Native Dynamic SQL USING clause of Execute Immediate   ….contd </vt:lpstr>
      <vt:lpstr>3.5: INTO clause  INTO clause to retrieve values   </vt:lpstr>
      <vt:lpstr>3.6: Generating PLSQL dynamically PLSQL block using EXECUTE IMMEDIATE   </vt:lpstr>
      <vt:lpstr>3.6: Generating PLSQL dynamically PLSQL block using EXECUTE IMMEDIATE                 ….contd </vt:lpstr>
      <vt:lpstr>3.7:  RETURNING INTO clause  RETURNING INTO clause to retrieve values through DMLs</vt:lpstr>
      <vt:lpstr>3.7:  RETURNING INTO clause  RETURNING INTO clause to retrieve values through DMLs   …contd</vt:lpstr>
      <vt:lpstr>3.8:  Dynamic SQL in Stored Procedure   Stored Procedure generating a Dynamic SQL statement</vt:lpstr>
      <vt:lpstr>3.9:  Using clause with modes   USING clause with IN, OUT and IN OUT modes</vt:lpstr>
      <vt:lpstr>3.9:  Using clause with modes   USING clause with IN, OUT and IN OUT modes  ……contd</vt:lpstr>
      <vt:lpstr>3.9:  Using clause with modes   USING clause with IN, OUT and IN OUT modes  ……contd</vt:lpstr>
      <vt:lpstr>3.10:  Cursor Variables Using Cursor Variables with Dynamic SQL  </vt:lpstr>
      <vt:lpstr>3.10:  Cursor Variables Using Cursor Variables with Dynamic SQL  ……contd</vt:lpstr>
      <vt:lpstr>3.11:  Objects and Dynamic SQL Using OBJECT-TYPE and VARRAY with Dynamic SQL  </vt:lpstr>
      <vt:lpstr>3.11:  Objects and Dynamic SQL Using OBJECT-TYPE and VARRAY with Dynamic SQL    …contd</vt:lpstr>
      <vt:lpstr>3.11:  Objects and Dynamic SQL Using OBJECT-TYPE and VARRAY with Dynamic SQL    …contd</vt:lpstr>
      <vt:lpstr>3.12:  Bulk Fetch and Bulk Collect  with Dynamic SQL Using BULK FETCH and BULK COLLECT with Dynamic SQL</vt:lpstr>
      <vt:lpstr>3.12:  Bulk Fetch and Bulk Collect  with Dynamic SQL Using BULK FETCH and BULK COLLECT with Dynamic SQL …contd</vt:lpstr>
      <vt:lpstr>3.13:  Returning Bulk Collect  with Dynamic SQL Using RETURNING BULK COLLECT with Dynamic SQL</vt:lpstr>
      <vt:lpstr>3.14: Bulk Bind and Bulk Collect with Dynamic SQL  Using BULK BIND and BULK COLLECT with Dynamic SQL</vt:lpstr>
      <vt:lpstr>3.15: Concatenation for Object/Column names  Use of Concatenation for Object/Column names</vt:lpstr>
      <vt:lpstr>3.16: Example   Use of Dynamic SQL to Disable Triggers</vt:lpstr>
      <vt:lpstr>3.16: Example  to  disable triggers Use of Dynamic SQL to Disable Triggers   ……contd</vt:lpstr>
      <vt:lpstr>3.17: DBMS_SQL   Use of DBMS_SQL for Dynamic SQL </vt:lpstr>
      <vt:lpstr>3.18: Methods of DBMS_SQL   Procedures and Functions of DBMS_SQL for Dynamic SQL</vt:lpstr>
      <vt:lpstr>3.18: Methods of DBMS_SQL   Procedures and Functions of DBMS_SQL for Dynamic SQL …contd</vt:lpstr>
      <vt:lpstr>3.19: Example  to delete  rows  Use of DBMS_SQL to delete rows</vt:lpstr>
      <vt:lpstr>3.19: Example  to delete  rows  Use of DBMS_SQL to delete rows    ….contd</vt:lpstr>
      <vt:lpstr>3.20: Example  to execute simple SQL commands  Use of DBMS_SQL to execute simple SQL commands</vt:lpstr>
      <vt:lpstr>3.20: Example  to execute simple SQL commands  Use of DBMS_SQL to execute simple SQL commands …..contd</vt:lpstr>
      <vt:lpstr>3.21: Example for methods  of DBMS_SQL  Use of Procedures and Functions of DBMS_SQL</vt:lpstr>
      <vt:lpstr>3.21: Example for methods  of DBMS_SQL  Use of Procedures and Functions of DBMS_SQL  ….cont</vt:lpstr>
      <vt:lpstr>3.21: Example for methods  of DBMS_SQL  Use of Procedures and Functions of DBMS_SQL  ….cont</vt:lpstr>
      <vt:lpstr>3.21: Example for methods  of DBMS_SQL  Use of Procedures and Functions of DBMS_SQL  ….cont</vt:lpstr>
      <vt:lpstr>3.21: Example for methods  of DBMS_SQL  Use of Procedures and Functions of DBMS_SQL  ….cont</vt:lpstr>
      <vt:lpstr>3.21: Bulk DML with DBMS_SQL  BULK Array Binds with DMLs using DBMS_SQL  </vt:lpstr>
      <vt:lpstr>3.21: Bulk DML with DBMS_SQL  BULK Array Binds with DMLs using DBMS_SQL  ….cont  </vt:lpstr>
      <vt:lpstr>3.21: Bulk DML with DBMS_SQL  BULK Array Binds with DMLs using DBMS_SQL  ….cont  </vt:lpstr>
      <vt:lpstr>3.21: Bulk DML with DBMS_SQL  BULK Array Binds with DMLs using DBMS_SQL  ….cont  </vt:lpstr>
      <vt:lpstr>3.21: Bulk DML with DBMS_SQL  BULK Array Binds with DMLs using DBMS_SQL  ….cont  </vt:lpstr>
      <vt:lpstr>3.21: Bulk DML with DBMS_SQL  BULK Array Binds with DMLs using DBMS_SQL  ….cont  </vt:lpstr>
      <vt:lpstr>3.21: Bulk DML with DBMS_SQL  BULK Array Binds with DMLs using DBMS_SQL  ….cont  </vt:lpstr>
      <vt:lpstr> 3.22: Bulk SQL Types in DBMS_SQL  Collection Types provided by DBMS_SQL  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Name</dc:title>
  <dc:creator>hpangam</dc:creator>
  <cp:lastModifiedBy>Pangam, Hemant</cp:lastModifiedBy>
  <cp:revision>1098</cp:revision>
  <dcterms:created xsi:type="dcterms:W3CDTF">2016-10-27T07:09:48Z</dcterms:created>
  <dcterms:modified xsi:type="dcterms:W3CDTF">2019-11-20T01:23:01Z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Url">
    <vt:lpwstr/>
  </property>
  <property fmtid="{D5CDD505-2E9C-101B-9397-08002B2CF9AE}" pid="3" name="ContentTypeId">
    <vt:lpwstr>0x010100A64F2559C04AE4488E94205E47398A2E</vt:lpwstr>
  </property>
</Properties>
</file>